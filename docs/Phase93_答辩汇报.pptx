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efb3501150042bf" /><Relationship Type="http://schemas.openxmlformats.org/officeDocument/2006/relationships/extended-properties" Target="/docProps/app.xml" Id="R22adf4dbb82c4b8f" /><Relationship Type="http://schemas.openxmlformats.org/officeDocument/2006/relationships/officeDocument" Target="/ppt/presentation.xml" Id="R6f4f81dabe5a40c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07282ad12649de"/>
  </p:sldMasterIdLst>
  <p:notesMasterIdLst>
    <p:notesMasterId xmlns:r="http://schemas.openxmlformats.org/officeDocument/2006/relationships" r:id="Recb27f725bf44983"/>
  </p:notesMasterIdLst>
  <p:sldIdLst>
    <p:sldId xmlns:r="http://schemas.openxmlformats.org/officeDocument/2006/relationships" id="256" r:id="Rb1a006053f9f45eb"/>
    <p:sldId xmlns:r="http://schemas.openxmlformats.org/officeDocument/2006/relationships" id="257" r:id="R34ec0b55215e4553"/>
    <p:sldId xmlns:r="http://schemas.openxmlformats.org/officeDocument/2006/relationships" id="258" r:id="R54ae0fcea0e948b5"/>
    <p:sldId xmlns:r="http://schemas.openxmlformats.org/officeDocument/2006/relationships" id="259" r:id="Rce0f554aac1344cc"/>
    <p:sldId xmlns:r="http://schemas.openxmlformats.org/officeDocument/2006/relationships" id="260" r:id="R09d14b74ebac4827"/>
    <p:sldId xmlns:r="http://schemas.openxmlformats.org/officeDocument/2006/relationships" id="261" r:id="R38ac2fd8b8304d8c"/>
    <p:sldId xmlns:r="http://schemas.openxmlformats.org/officeDocument/2006/relationships" id="262" r:id="Raf28ccfc1f9f49b0"/>
    <p:sldId xmlns:r="http://schemas.openxmlformats.org/officeDocument/2006/relationships" id="263" r:id="R4844c4180cff42f1"/>
    <p:sldId xmlns:r="http://schemas.openxmlformats.org/officeDocument/2006/relationships" id="264" r:id="Ra60ced87cee746e1"/>
    <p:sldId xmlns:r="http://schemas.openxmlformats.org/officeDocument/2006/relationships" id="265" r:id="Rceda118bb63d4fe4"/>
    <p:sldId xmlns:r="http://schemas.openxmlformats.org/officeDocument/2006/relationships" id="266" r:id="Rbbada94ab1fe4261"/>
    <p:sldId xmlns:r="http://schemas.openxmlformats.org/officeDocument/2006/relationships" id="267" r:id="Rf4d176e7ee654dd4"/>
    <p:sldId xmlns:r="http://schemas.openxmlformats.org/officeDocument/2006/relationships" id="268" r:id="R7e8b2d88e4624256"/>
    <p:sldId xmlns:r="http://schemas.openxmlformats.org/officeDocument/2006/relationships" id="269" r:id="R05aa9dce4fb74bda"/>
    <p:sldId xmlns:r="http://schemas.openxmlformats.org/officeDocument/2006/relationships" id="270" r:id="Rd7ce07daa7b3409d"/>
    <p:sldId xmlns:r="http://schemas.openxmlformats.org/officeDocument/2006/relationships" id="271" r:id="R4e6b5815a6214101"/>
    <p:sldId xmlns:r="http://schemas.openxmlformats.org/officeDocument/2006/relationships" id="272" r:id="Rbf51c17638234f2d"/>
    <p:sldId xmlns:r="http://schemas.openxmlformats.org/officeDocument/2006/relationships" id="273" r:id="Rceeffea9e6b24f7a"/>
    <p:sldId xmlns:r="http://schemas.openxmlformats.org/officeDocument/2006/relationships" id="274" r:id="R69dcb9709c974936"/>
    <p:sldId xmlns:r="http://schemas.openxmlformats.org/officeDocument/2006/relationships" id="275" r:id="R589fb7226ccf47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3ec0b88fec4896" /><Relationship Type="http://schemas.openxmlformats.org/officeDocument/2006/relationships/slideMaster" Target="/ppt/slideMasters/slideMaster1.xml" Id="R4607282ad12649de" /><Relationship Type="http://schemas.openxmlformats.org/officeDocument/2006/relationships/notesMaster" Target="/ppt/notesMasters/notesMaster1.xml" Id="Recb27f725bf44983" /><Relationship Type="http://schemas.openxmlformats.org/officeDocument/2006/relationships/presProps" Target="/ppt/presProps.xml" Id="R08e1546a69d84e38" /><Relationship Type="http://schemas.openxmlformats.org/officeDocument/2006/relationships/tableStyles" Target="/ppt/tableStyles.xml" Id="R146bb6e342cf4835" /><Relationship Type="http://schemas.openxmlformats.org/officeDocument/2006/relationships/slide" Target="/ppt/slides/slide1.xml" Id="Rb1a006053f9f45eb" /><Relationship Type="http://schemas.openxmlformats.org/officeDocument/2006/relationships/slide" Target="/ppt/slides/slide2.xml" Id="R34ec0b55215e4553" /><Relationship Type="http://schemas.openxmlformats.org/officeDocument/2006/relationships/slide" Target="/ppt/slides/slide3.xml" Id="R54ae0fcea0e948b5" /><Relationship Type="http://schemas.openxmlformats.org/officeDocument/2006/relationships/slide" Target="/ppt/slides/slide4.xml" Id="Rce0f554aac1344cc" /><Relationship Type="http://schemas.openxmlformats.org/officeDocument/2006/relationships/slide" Target="/ppt/slides/slide5.xml" Id="R09d14b74ebac4827" /><Relationship Type="http://schemas.openxmlformats.org/officeDocument/2006/relationships/slide" Target="/ppt/slides/slide6.xml" Id="R38ac2fd8b8304d8c" /><Relationship Type="http://schemas.openxmlformats.org/officeDocument/2006/relationships/slide" Target="/ppt/slides/slide7.xml" Id="Raf28ccfc1f9f49b0" /><Relationship Type="http://schemas.openxmlformats.org/officeDocument/2006/relationships/slide" Target="/ppt/slides/slide8.xml" Id="R4844c4180cff42f1" /><Relationship Type="http://schemas.openxmlformats.org/officeDocument/2006/relationships/slide" Target="/ppt/slides/slide9.xml" Id="Ra60ced87cee746e1" /><Relationship Type="http://schemas.openxmlformats.org/officeDocument/2006/relationships/slide" Target="/ppt/slides/slide10.xml" Id="Rceda118bb63d4fe4" /><Relationship Type="http://schemas.openxmlformats.org/officeDocument/2006/relationships/slide" Target="/ppt/slides/slide11.xml" Id="Rbbada94ab1fe4261" /><Relationship Type="http://schemas.openxmlformats.org/officeDocument/2006/relationships/slide" Target="/ppt/slides/slide12.xml" Id="Rf4d176e7ee654dd4" /><Relationship Type="http://schemas.openxmlformats.org/officeDocument/2006/relationships/slide" Target="/ppt/slides/slide13.xml" Id="R7e8b2d88e4624256" /><Relationship Type="http://schemas.openxmlformats.org/officeDocument/2006/relationships/slide" Target="/ppt/slides/slide14.xml" Id="R05aa9dce4fb74bda" /><Relationship Type="http://schemas.openxmlformats.org/officeDocument/2006/relationships/slide" Target="/ppt/slides/slide15.xml" Id="Rd7ce07daa7b3409d" /><Relationship Type="http://schemas.openxmlformats.org/officeDocument/2006/relationships/slide" Target="/ppt/slides/slide16.xml" Id="R4e6b5815a6214101" /><Relationship Type="http://schemas.openxmlformats.org/officeDocument/2006/relationships/slide" Target="/ppt/slides/slide17.xml" Id="Rbf51c17638234f2d" /><Relationship Type="http://schemas.openxmlformats.org/officeDocument/2006/relationships/slide" Target="/ppt/slides/slide18.xml" Id="Rceeffea9e6b24f7a" /><Relationship Type="http://schemas.openxmlformats.org/officeDocument/2006/relationships/slide" Target="/ppt/slides/slide19.xml" Id="R69dcb9709c974936" /><Relationship Type="http://schemas.openxmlformats.org/officeDocument/2006/relationships/slide" Target="/ppt/slides/slide20.xml" Id="R589fb7226ccf47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39d2a2177e42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fc280e6e5e41cb" /><Relationship Type="http://schemas.openxmlformats.org/officeDocument/2006/relationships/notesMaster" Target="/ppt/notesMasters/notesMaster1.xml" Id="R0aae7c63b0c046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b951be950540b5" /><Relationship Type="http://schemas.openxmlformats.org/officeDocument/2006/relationships/notesMaster" Target="/ppt/notesMasters/notesMaster1.xml" Id="Rb77bf7f69adf44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03e7a84ab584055" /><Relationship Type="http://schemas.openxmlformats.org/officeDocument/2006/relationships/notesMaster" Target="/ppt/notesMasters/notesMaster1.xml" Id="Rc379092b444549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42361a1a414993" /><Relationship Type="http://schemas.openxmlformats.org/officeDocument/2006/relationships/notesMaster" Target="/ppt/notesMasters/notesMaster1.xml" Id="R9c88ad4382fe473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28d818c667c47e4" /><Relationship Type="http://schemas.openxmlformats.org/officeDocument/2006/relationships/notesMaster" Target="/ppt/notesMasters/notesMaster1.xml" Id="R7d003177921843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03234ff4b24ae0" /><Relationship Type="http://schemas.openxmlformats.org/officeDocument/2006/relationships/notesMaster" Target="/ppt/notesMasters/notesMaster1.xml" Id="Ra3401a227cf044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18975967da94344" /><Relationship Type="http://schemas.openxmlformats.org/officeDocument/2006/relationships/notesMaster" Target="/ppt/notesMasters/notesMaster1.xml" Id="Rfda8108c8ffb47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5a6836f5144736" /><Relationship Type="http://schemas.openxmlformats.org/officeDocument/2006/relationships/notesMaster" Target="/ppt/notesMasters/notesMaster1.xml" Id="R2aad7abbe64241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90480e0a34c4b07" /><Relationship Type="http://schemas.openxmlformats.org/officeDocument/2006/relationships/notesMaster" Target="/ppt/notesMasters/notesMaster1.xml" Id="Re272e40b6dff4b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44206e30fab4d4c" /><Relationship Type="http://schemas.openxmlformats.org/officeDocument/2006/relationships/notesMaster" Target="/ppt/notesMasters/notesMaster1.xml" Id="R88139b1c2b2846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cf47dd8d7484e7b" /><Relationship Type="http://schemas.openxmlformats.org/officeDocument/2006/relationships/notesMaster" Target="/ppt/notesMasters/notesMaster1.xml" Id="R51b9e28b8d8343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3158806b7264618" /><Relationship Type="http://schemas.openxmlformats.org/officeDocument/2006/relationships/notesMaster" Target="/ppt/notesMasters/notesMaster1.xml" Id="Rb3c1b8fa0c0f4d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dfa212a8a6c4da4" /><Relationship Type="http://schemas.openxmlformats.org/officeDocument/2006/relationships/notesMaster" Target="/ppt/notesMasters/notesMaster1.xml" Id="Rca0356849dab4b9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92cf9a6bdb4aa4" /><Relationship Type="http://schemas.openxmlformats.org/officeDocument/2006/relationships/notesMaster" Target="/ppt/notesMasters/notesMaster1.xml" Id="Rb2a93e64da0f43d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c47044053f4ceb" /><Relationship Type="http://schemas.openxmlformats.org/officeDocument/2006/relationships/notesMaster" Target="/ppt/notesMasters/notesMaster1.xml" Id="R039f4e5706124ac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c4c9e3c22ce4156" /><Relationship Type="http://schemas.openxmlformats.org/officeDocument/2006/relationships/notesMaster" Target="/ppt/notesMasters/notesMaster1.xml" Id="Rbb2846e188634a2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85c6d35a4874bdc" /><Relationship Type="http://schemas.openxmlformats.org/officeDocument/2006/relationships/notesMaster" Target="/ppt/notesMasters/notesMaster1.xml" Id="Rc96824dcc7874ef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5b037c18f6c4b14" /><Relationship Type="http://schemas.openxmlformats.org/officeDocument/2006/relationships/notesMaster" Target="/ppt/notesMasters/notesMaster1.xml" Id="R6085dd10142e4ab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d7fbb38a058435f" /><Relationship Type="http://schemas.openxmlformats.org/officeDocument/2006/relationships/notesMaster" Target="/ppt/notesMasters/notesMaster1.xml" Id="R8dcbd5d3f966491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cf4343770f40f1" /><Relationship Type="http://schemas.openxmlformats.org/officeDocument/2006/relationships/notesMaster" Target="/ppt/notesMasters/notesMaster1.xml" Id="R1e522e42e14b42f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C:\Users\asus\Desktop\Round2_Map\Round2_Train_Pos.npy
- C:\Users\asus\Desktop\Round2_Map\Round2_Test_Pos.npy
- C:\Users\asus\Desktop\Round2_Map\Round2_Train_Channel.npy（仅用于识别全零异常点）</a:t>
            </a:r>
          </a:p>
          <a:p xmlns:a="http://schemas.openxmlformats.org/drawingml/2006/main">
            <a:r>
              <a:t>
[Sources]
- C:\Users\asus\Desktop\Round2_Map\Round2_Train_Pos.npy
- C:\Users\asus\Desktop\Round2_Map\Round2_Test_Pos.npy
- C:\Users\asus\Desktop\Round2_Map\Round2_Train_Channel.npy（仅用于剔除全零异常点）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  <a:p xmlns:a="http://schemas.openxmlformats.org/drawingml/2006/main">
            <a:r>
              <a:t>
[Sources]
- D:\Phase93_work\r2_pipeline.py（TEST_BLOCKS 与 make_block_split）
- D:\Phase93_work\make_propagation_matched_splits.py（固定五折矩形 OOF）
- C:\Users\asus\Desktop\Round2_Map\Round2_Train_Pos.npy
- C:\Users\asus\Desktop\Round2_Map\Round2_Train_Channel.npy（仅用于剔除全零异常点）</a:t>
            </a:r>
          </a:p>
          <a:p xmlns:a="http://schemas.openxmlformats.org/drawingml/2006/main">
            <a:r>
              <a:t>
[Sources]
- D:\Phase93_work\r2_pipeline.py（TEST_BLOCKS 与 make_block_split）
- D:\Phase93_work\make_propagation_matched_splits.py（固定五折矩形 OOF）
- C:\Users\asus\Desktop\Round2_Map\Round2_Train_Pos.npy
- C:\Users\asus\Desktop\Round2_Map\Round2_Train_Channel.npy（仅用于剔除全零异常点）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2b319b9b5b42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71ffa1c68d4e92" /><Relationship Type="http://schemas.openxmlformats.org/officeDocument/2006/relationships/slideLayout" Target="/ppt/slideLayouts/slideLayout1.xml" Id="R36dfef0de93b453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dfef0de93b45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f8e38d2694e0f" /><Relationship Type="http://schemas.openxmlformats.org/officeDocument/2006/relationships/notesSlide" Target="/ppt/notesSlides/notesSlide1.xml" Id="Rc408d233f1d04c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39014ebc948ae" /><Relationship Type="http://schemas.openxmlformats.org/officeDocument/2006/relationships/notesSlide" Target="/ppt/notesSlides/notesSlide2.xml" Id="Rb1651bfdcce149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0a910fedc64d4a" /><Relationship Type="http://schemas.openxmlformats.org/officeDocument/2006/relationships/notesSlide" Target="/ppt/notesSlides/notesSlide3.xml" Id="Ra47fdf0a00414b2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ed7584df645f4" /><Relationship Type="http://schemas.openxmlformats.org/officeDocument/2006/relationships/notesSlide" Target="/ppt/notesSlides/notesSlide4.xml" Id="R462edca890694a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a53b4deef402e" /><Relationship Type="http://schemas.openxmlformats.org/officeDocument/2006/relationships/chart" Target="/ppt/slides/charts/chart1.xml" Id="R9efe3e4f6d764733" /><Relationship Type="http://schemas.openxmlformats.org/officeDocument/2006/relationships/notesSlide" Target="/ppt/notesSlides/notesSlide5.xml" Id="R3ac49ebb83c84a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56e72f6a847fe" /><Relationship Type="http://schemas.openxmlformats.org/officeDocument/2006/relationships/chart" Target="/ppt/slides/charts/chart2.xml" Id="R9973a14041894495" /><Relationship Type="http://schemas.openxmlformats.org/officeDocument/2006/relationships/notesSlide" Target="/ppt/notesSlides/notesSlide6.xml" Id="R79733abb9f4146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4d4e8f197486b" /><Relationship Type="http://schemas.openxmlformats.org/officeDocument/2006/relationships/notesSlide" Target="/ppt/notesSlides/notesSlide7.xml" Id="R6baf230b949e435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e27f8cba6043c7" /><Relationship Type="http://schemas.openxmlformats.org/officeDocument/2006/relationships/notesSlide" Target="/ppt/notesSlides/notesSlide8.xml" Id="R404dc71c9f4f4d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9bc08573a64881" /><Relationship Type="http://schemas.openxmlformats.org/officeDocument/2006/relationships/notesSlide" Target="/ppt/notesSlides/notesSlide9.xml" Id="Rd152f3767e5d4d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02671e4da4890" /><Relationship Type="http://schemas.openxmlformats.org/officeDocument/2006/relationships/notesSlide" Target="/ppt/notesSlides/notesSlide10.xml" Id="R444e63e37c8f4f8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14f78339bb4441" /><Relationship Type="http://schemas.openxmlformats.org/officeDocument/2006/relationships/notesSlide" Target="/ppt/notesSlides/notesSlide11.xml" Id="R5026070c650e4e4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0ec784dbb420e" /><Relationship Type="http://schemas.openxmlformats.org/officeDocument/2006/relationships/notesSlide" Target="/ppt/notesSlides/notesSlide12.xml" Id="R78c851f94c6748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58688457845c2" /><Relationship Type="http://schemas.openxmlformats.org/officeDocument/2006/relationships/notesSlide" Target="/ppt/notesSlides/notesSlide13.xml" Id="R1c35d36d7893458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b1b9d84f94d64" /><Relationship Type="http://schemas.openxmlformats.org/officeDocument/2006/relationships/notesSlide" Target="/ppt/notesSlides/notesSlide14.xml" Id="R2e8ec4ff08f5407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e6c641566343fb" /><Relationship Type="http://schemas.openxmlformats.org/officeDocument/2006/relationships/notesSlide" Target="/ppt/notesSlides/notesSlide15.xml" Id="Ra3d506723f0c4e7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1a5d5f222463e" /><Relationship Type="http://schemas.openxmlformats.org/officeDocument/2006/relationships/notesSlide" Target="/ppt/notesSlides/notesSlide16.xml" Id="R426d67faf5b140c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5a5002cef429b" /><Relationship Type="http://schemas.openxmlformats.org/officeDocument/2006/relationships/notesSlide" Target="/ppt/notesSlides/notesSlide17.xml" Id="R04416d226c1b43c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10092c26c34465" /><Relationship Type="http://schemas.openxmlformats.org/officeDocument/2006/relationships/notesSlide" Target="/ppt/notesSlides/notesSlide18.xml" Id="Re86b77f0ab2f4df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b3f80f69f40ec" /><Relationship Type="http://schemas.openxmlformats.org/officeDocument/2006/relationships/notesSlide" Target="/ppt/notesSlides/notesSlide19.xml" Id="R2e9fde4e30114a6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45c0f8db724108" /><Relationship Type="http://schemas.openxmlformats.org/officeDocument/2006/relationships/notesSlide" Target="/ppt/notesSlides/notesSlide20.xml" Id="R84a545e5e3ce4062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BS0 Train</c:v>
          </c:tx>
          <c:spPr>
            <a:solidFill xmlns:a="http://schemas.openxmlformats.org/drawingml/2006/main">
              <a:srgbClr val="1976E9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1976E9"/>
              </a:solidFill>
            </c:spPr>
          </c:marker>
          <c:dPt>
            <c:idx val="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1870"/>
              <c:pt idx="0">
                <c:v>-106.56290884192666</c:v>
              </c:pt>
              <c:pt idx="1">
                <c:v>-208.17154482586008</c:v>
              </c:pt>
              <c:pt idx="2">
                <c:v>-61.84107802853216</c:v>
              </c:pt>
              <c:pt idx="3">
                <c:v>-184.49095214606933</c:v>
              </c:pt>
              <c:pt idx="4">
                <c:v>-189.13994036575247</c:v>
              </c:pt>
              <c:pt idx="5">
                <c:v>-169.4171083903915</c:v>
              </c:pt>
              <c:pt idx="6">
                <c:v>-35.32089487111922</c:v>
              </c:pt>
              <c:pt idx="7">
                <c:v>-88.4554899922542</c:v>
              </c:pt>
              <c:pt idx="8">
                <c:v>-151.60334912561515</c:v>
              </c:pt>
              <c:pt idx="9">
                <c:v>-112.37640111866577</c:v>
              </c:pt>
              <c:pt idx="10">
                <c:v>-201.57566033898692</c:v>
              </c:pt>
              <c:pt idx="11">
                <c:v>-48.88654792466966</c:v>
              </c:pt>
              <c:pt idx="12">
                <c:v>-80.93874626669265</c:v>
              </c:pt>
              <c:pt idx="13">
                <c:v>-217.89120143753695</c:v>
              </c:pt>
              <c:pt idx="14">
                <c:v>-186.5670303642263</c:v>
              </c:pt>
              <c:pt idx="15">
                <c:v>-209.6404398875001</c:v>
              </c:pt>
              <c:pt idx="16">
                <c:v>-149.66042594749302</c:v>
              </c:pt>
              <c:pt idx="17">
                <c:v>-206.9743838336086</c:v>
              </c:pt>
              <c:pt idx="18">
                <c:v>-146.28126507775056</c:v>
              </c:pt>
              <c:pt idx="19">
                <c:v>-147.31729643564836</c:v>
              </c:pt>
              <c:pt idx="20">
                <c:v>-59.66851059367457</c:v>
              </c:pt>
              <c:pt idx="21">
                <c:v>-113.04401455188469</c:v>
              </c:pt>
              <c:pt idx="22">
                <c:v>-203.19317361492668</c:v>
              </c:pt>
              <c:pt idx="23">
                <c:v>-170.26245271532554</c:v>
              </c:pt>
              <c:pt idx="24">
                <c:v>-245.97274015848734</c:v>
              </c:pt>
              <c:pt idx="25">
                <c:v>-30.46996874759796</c:v>
              </c:pt>
              <c:pt idx="26">
                <c:v>-187.62796244398078</c:v>
              </c:pt>
              <c:pt idx="27">
                <c:v>-170.77536506022756</c:v>
              </c:pt>
              <c:pt idx="28">
                <c:v>-47.314075192891025</c:v>
              </c:pt>
              <c:pt idx="29">
                <c:v>-156.38282103854965</c:v>
              </c:pt>
              <c:pt idx="30">
                <c:v>-159.09764751279434</c:v>
              </c:pt>
              <c:pt idx="31">
                <c:v>-182.17995208033923</c:v>
              </c:pt>
              <c:pt idx="32">
                <c:v>-152.3916867823616</c:v>
              </c:pt>
              <c:pt idx="33">
                <c:v>-147.881995247655</c:v>
              </c:pt>
              <c:pt idx="34">
                <c:v>-65.13127889834128</c:v>
              </c:pt>
              <c:pt idx="35">
                <c:v>-35.280734201363465</c:v>
              </c:pt>
              <c:pt idx="36">
                <c:v>-119.42188022208</c:v>
              </c:pt>
              <c:pt idx="37">
                <c:v>-86.95259611007515</c:v>
              </c:pt>
              <c:pt idx="38">
                <c:v>-71.53722076734373</c:v>
              </c:pt>
              <c:pt idx="39">
                <c:v>-160.54748113450015</c:v>
              </c:pt>
              <c:pt idx="40">
                <c:v>-151.22279240822638</c:v>
              </c:pt>
              <c:pt idx="41">
                <c:v>-34.50251240475851</c:v>
              </c:pt>
              <c:pt idx="42">
                <c:v>-134.02588836239664</c:v>
              </c:pt>
              <c:pt idx="43">
                <c:v>-190.6570066785134</c:v>
              </c:pt>
              <c:pt idx="44">
                <c:v>-121.38984468631355</c:v>
              </c:pt>
              <c:pt idx="45">
                <c:v>-227.62883779822602</c:v>
              </c:pt>
              <c:pt idx="46">
                <c:v>-123.12097561758057</c:v>
              </c:pt>
              <c:pt idx="47">
                <c:v>-22.21313639675798</c:v>
              </c:pt>
              <c:pt idx="48">
                <c:v>-153.14532711691896</c:v>
              </c:pt>
              <c:pt idx="49">
                <c:v>-45.850629077539246</c:v>
              </c:pt>
              <c:pt idx="50">
                <c:v>-234.18936715627245</c:v>
              </c:pt>
              <c:pt idx="51">
                <c:v>-243.69649054400335</c:v>
              </c:pt>
              <c:pt idx="52">
                <c:v>-85.32758954095416</c:v>
              </c:pt>
              <c:pt idx="53">
                <c:v>-193.33862072637157</c:v>
              </c:pt>
              <c:pt idx="54">
                <c:v>-181.46213427164017</c:v>
              </c:pt>
              <c:pt idx="55">
                <c:v>-228.03067543580946</c:v>
              </c:pt>
              <c:pt idx="56">
                <c:v>-194.68209125331907</c:v>
              </c:pt>
              <c:pt idx="57">
                <c:v>-240.61739011442293</c:v>
              </c:pt>
              <c:pt idx="58">
                <c:v>-208.8609252977257</c:v>
              </c:pt>
              <c:pt idx="59">
                <c:v>-153.87314688145995</c:v>
              </c:pt>
              <c:pt idx="60">
                <c:v>-148.6303187464144</c:v>
              </c:pt>
              <c:pt idx="61">
                <c:v>-46.67959841356606</c:v>
              </c:pt>
              <c:pt idx="62">
                <c:v>-93.12564417569135</c:v>
              </c:pt>
              <c:pt idx="63">
                <c:v>-33.88269284648125</c:v>
              </c:pt>
              <c:pt idx="64">
                <c:v>-210.6586337403185</c:v>
              </c:pt>
              <c:pt idx="65">
                <c:v>-181.97864243436754</c:v>
              </c:pt>
              <c:pt idx="66">
                <c:v>-28.065803478724767</c:v>
              </c:pt>
              <c:pt idx="67">
                <c:v>-137.59600320505018</c:v>
              </c:pt>
              <c:pt idx="68">
                <c:v>-129.58324653858227</c:v>
              </c:pt>
              <c:pt idx="69">
                <c:v>-42.19058376706553</c:v>
              </c:pt>
              <c:pt idx="70">
                <c:v>-29.099571782350615</c:v>
              </c:pt>
              <c:pt idx="71">
                <c:v>-88.29114384513181</c:v>
              </c:pt>
              <c:pt idx="72">
                <c:v>-58.121582113569964</c:v>
              </c:pt>
              <c:pt idx="73">
                <c:v>-200.69511443146575</c:v>
              </c:pt>
              <c:pt idx="74">
                <c:v>-210.89040803177005</c:v>
              </c:pt>
              <c:pt idx="75">
                <c:v>-162.99048770172766</c:v>
              </c:pt>
              <c:pt idx="76">
                <c:v>-61.51379664132959</c:v>
              </c:pt>
              <c:pt idx="77">
                <c:v>-70.24230346572921</c:v>
              </c:pt>
              <c:pt idx="78">
                <c:v>-107.40781007637435</c:v>
              </c:pt>
              <c:pt idx="79">
                <c:v>-146.71135253002473</c:v>
              </c:pt>
              <c:pt idx="80">
                <c:v>-61.52728701886952</c:v>
              </c:pt>
              <c:pt idx="81">
                <c:v>-136.98411870233855</c:v>
              </c:pt>
              <c:pt idx="82">
                <c:v>-165.81539957438838</c:v>
              </c:pt>
              <c:pt idx="83">
                <c:v>-61.6487007516883</c:v>
              </c:pt>
              <c:pt idx="84">
                <c:v>-182.8962038304383</c:v>
              </c:pt>
              <c:pt idx="85">
                <c:v>-219.0715522308489</c:v>
              </c:pt>
              <c:pt idx="86">
                <c:v>-108.2688895274703</c:v>
              </c:pt>
              <c:pt idx="87">
                <c:v>-184.8290649916205</c:v>
              </c:pt>
              <c:pt idx="88">
                <c:v>-205.47282739392034</c:v>
              </c:pt>
              <c:pt idx="89">
                <c:v>-180.26210056813738</c:v>
              </c:pt>
              <c:pt idx="90">
                <c:v>-33.47399627291441</c:v>
              </c:pt>
              <c:pt idx="91">
                <c:v>-182.99522386097368</c:v>
              </c:pt>
              <c:pt idx="92">
                <c:v>-220.1064741864298</c:v>
              </c:pt>
              <c:pt idx="93">
                <c:v>-84.05780329391982</c:v>
              </c:pt>
              <c:pt idx="94">
                <c:v>-113.13476164134825</c:v>
              </c:pt>
              <c:pt idx="95">
                <c:v>-145.39638741317935</c:v>
              </c:pt>
              <c:pt idx="96">
                <c:v>-201.72857669157654</c:v>
              </c:pt>
              <c:pt idx="97">
                <c:v>-132.7012777935284</c:v>
              </c:pt>
              <c:pt idx="98">
                <c:v>-126.72092978106063</c:v>
              </c:pt>
              <c:pt idx="99">
                <c:v>-138.66232153433262</c:v>
              </c:pt>
              <c:pt idx="100">
                <c:v>-190.87765582568613</c:v>
              </c:pt>
              <c:pt idx="101">
                <c:v>-99.96221909097225</c:v>
              </c:pt>
              <c:pt idx="102">
                <c:v>-45.59553747827762</c:v>
              </c:pt>
              <c:pt idx="103">
                <c:v>-135.19946232300333</c:v>
              </c:pt>
              <c:pt idx="104">
                <c:v>-249.05239171436162</c:v>
              </c:pt>
              <c:pt idx="105">
                <c:v>-214.4403814566332</c:v>
              </c:pt>
              <c:pt idx="106">
                <c:v>-95.88564271655609</c:v>
              </c:pt>
              <c:pt idx="107">
                <c:v>-72.79686977661943</c:v>
              </c:pt>
              <c:pt idx="108">
                <c:v>-69.87372134660309</c:v>
              </c:pt>
              <c:pt idx="109">
                <c:v>-204.83691693956638</c:v>
              </c:pt>
              <c:pt idx="110">
                <c:v>-133.08118293766748</c:v>
              </c:pt>
              <c:pt idx="111">
                <c:v>-106.98298990200593</c:v>
              </c:pt>
              <c:pt idx="112">
                <c:v>-194.50521521294743</c:v>
              </c:pt>
              <c:pt idx="113">
                <c:v>-119.37806984577838</c:v>
              </c:pt>
              <c:pt idx="114">
                <c:v>-217.0128707221886</c:v>
              </c:pt>
              <c:pt idx="115">
                <c:v>-99.28570918505832</c:v>
              </c:pt>
              <c:pt idx="116">
                <c:v>-53.290329577701144</c:v>
              </c:pt>
              <c:pt idx="117">
                <c:v>-248.7297410110636</c:v>
              </c:pt>
              <c:pt idx="118">
                <c:v>-239.11832781284448</c:v>
              </c:pt>
              <c:pt idx="119">
                <c:v>-159.54657401285183</c:v>
              </c:pt>
              <c:pt idx="120">
                <c:v>-112.13951961633298</c:v>
              </c:pt>
              <c:pt idx="121">
                <c:v>-169.2399620725052</c:v>
              </c:pt>
              <c:pt idx="122">
                <c:v>-173.34153225922574</c:v>
              </c:pt>
              <c:pt idx="123">
                <c:v>-47.44208124182525</c:v>
              </c:pt>
              <c:pt idx="124">
                <c:v>-191.23274196983715</c:v>
              </c:pt>
              <c:pt idx="125">
                <c:v>-243.97244292970083</c:v>
              </c:pt>
              <c:pt idx="126">
                <c:v>-139.60106011035526</c:v>
              </c:pt>
              <c:pt idx="127">
                <c:v>-76.96436899987992</c:v>
              </c:pt>
              <c:pt idx="128">
                <c:v>-123.23949521794222</c:v>
              </c:pt>
              <c:pt idx="129">
                <c:v>-214.02506064913229</c:v>
              </c:pt>
              <c:pt idx="130">
                <c:v>-200.04787743058665</c:v>
              </c:pt>
              <c:pt idx="131">
                <c:v>-229.6279028695736</c:v>
              </c:pt>
              <c:pt idx="132">
                <c:v>-167.8306908153381</c:v>
              </c:pt>
              <c:pt idx="133">
                <c:v>-189.72405301015152</c:v>
              </c:pt>
              <c:pt idx="134">
                <c:v>-186.28871255811336</c:v>
              </c:pt>
              <c:pt idx="135">
                <c:v>-34.155688965369414</c:v>
              </c:pt>
              <c:pt idx="136">
                <c:v>-106.56714617889511</c:v>
              </c:pt>
              <c:pt idx="137">
                <c:v>-232.15893348968072</c:v>
              </c:pt>
              <c:pt idx="138">
                <c:v>-84.84995883579764</c:v>
              </c:pt>
              <c:pt idx="139">
                <c:v>-236.68576112203766</c:v>
              </c:pt>
              <c:pt idx="140">
                <c:v>-44.2391032600123</c:v>
              </c:pt>
              <c:pt idx="141">
                <c:v>-42.167013510711996</c:v>
              </c:pt>
              <c:pt idx="142">
                <c:v>-178.74733027525878</c:v>
              </c:pt>
              <c:pt idx="143">
                <c:v>-143.02035085338605</c:v>
              </c:pt>
              <c:pt idx="144">
                <c:v>-91.5261600430334</c:v>
              </c:pt>
              <c:pt idx="145">
                <c:v>-206.27324597012782</c:v>
              </c:pt>
              <c:pt idx="146">
                <c:v>-175.34182960178808</c:v>
              </c:pt>
              <c:pt idx="147">
                <c:v>-209.1419163615636</c:v>
              </c:pt>
              <c:pt idx="148">
                <c:v>-253.91611452136118</c:v>
              </c:pt>
              <c:pt idx="149">
                <c:v>-159.50864204905656</c:v>
              </c:pt>
              <c:pt idx="150">
                <c:v>-226.74205662904913</c:v>
              </c:pt>
              <c:pt idx="151">
                <c:v>-208.63283219112165</c:v>
              </c:pt>
              <c:pt idx="152">
                <c:v>-111.71030096597877</c:v>
              </c:pt>
              <c:pt idx="153">
                <c:v>-258.30277023411156</c:v>
              </c:pt>
              <c:pt idx="154">
                <c:v>-62.54513564460467</c:v>
              </c:pt>
              <c:pt idx="155">
                <c:v>-170.03730725520114</c:v>
              </c:pt>
              <c:pt idx="156">
                <c:v>-177.94079880198728</c:v>
              </c:pt>
              <c:pt idx="157">
                <c:v>-255.89200763286178</c:v>
              </c:pt>
              <c:pt idx="158">
                <c:v>-205.27744486754324</c:v>
              </c:pt>
              <c:pt idx="159">
                <c:v>-102.08773078757875</c:v>
              </c:pt>
              <c:pt idx="160">
                <c:v>-43.10446211988048</c:v>
              </c:pt>
              <c:pt idx="161">
                <c:v>-27.365742285983927</c:v>
              </c:pt>
              <c:pt idx="162">
                <c:v>-159.24841173226054</c:v>
              </c:pt>
              <c:pt idx="163">
                <c:v>-146.28918757759106</c:v>
              </c:pt>
              <c:pt idx="164">
                <c:v>-154.09928218965783</c:v>
              </c:pt>
              <c:pt idx="165">
                <c:v>-189.36131723019815</c:v>
              </c:pt>
              <c:pt idx="166">
                <c:v>-97.4476498129457</c:v>
              </c:pt>
              <c:pt idx="167">
                <c:v>-247.83330252175332</c:v>
              </c:pt>
              <c:pt idx="168">
                <c:v>-201.1653119404714</c:v>
              </c:pt>
              <c:pt idx="169">
                <c:v>-94.71076245999106</c:v>
              </c:pt>
              <c:pt idx="170">
                <c:v>-34.30458825708621</c:v>
              </c:pt>
              <c:pt idx="171">
                <c:v>-212.99539363626923</c:v>
              </c:pt>
              <c:pt idx="172">
                <c:v>-199.76236494558034</c:v>
              </c:pt>
              <c:pt idx="173">
                <c:v>-93.94573826644138</c:v>
              </c:pt>
              <c:pt idx="174">
                <c:v>-62.54908444930198</c:v>
              </c:pt>
              <c:pt idx="175">
                <c:v>-200.22234800226659</c:v>
              </c:pt>
              <c:pt idx="176">
                <c:v>-230.40968491226405</c:v>
              </c:pt>
              <c:pt idx="177">
                <c:v>-223.13364653391557</c:v>
              </c:pt>
              <c:pt idx="178">
                <c:v>-65.81256362832526</c:v>
              </c:pt>
              <c:pt idx="179">
                <c:v>-72.63199399985025</c:v>
              </c:pt>
              <c:pt idx="180">
                <c:v>-56.62108954064423</c:v>
              </c:pt>
              <c:pt idx="181">
                <c:v>-62.00369774714301</c:v>
              </c:pt>
              <c:pt idx="182">
                <c:v>-169.73468216298943</c:v>
              </c:pt>
              <c:pt idx="183">
                <c:v>-202.67721361377704</c:v>
              </c:pt>
              <c:pt idx="184">
                <c:v>-97.03960018145074</c:v>
              </c:pt>
              <c:pt idx="185">
                <c:v>-93.11158534897658</c:v>
              </c:pt>
              <c:pt idx="186">
                <c:v>-76.55472564047479</c:v>
              </c:pt>
              <c:pt idx="187">
                <c:v>-212.60762874231608</c:v>
              </c:pt>
              <c:pt idx="188">
                <c:v>-67.33356645496193</c:v>
              </c:pt>
              <c:pt idx="189">
                <c:v>-146.40365561410252</c:v>
              </c:pt>
              <c:pt idx="190">
                <c:v>-132.97925372245874</c:v>
              </c:pt>
              <c:pt idx="191">
                <c:v>-153.0885764976744</c:v>
              </c:pt>
              <c:pt idx="192">
                <c:v>-109.06634045648048</c:v>
              </c:pt>
              <c:pt idx="193">
                <c:v>-67.79683316280665</c:v>
              </c:pt>
              <c:pt idx="194">
                <c:v>-185.87852146127665</c:v>
              </c:pt>
              <c:pt idx="195">
                <c:v>-24.00390421349288</c:v>
              </c:pt>
              <c:pt idx="196">
                <c:v>-150.24571510119603</c:v>
              </c:pt>
              <c:pt idx="197">
                <c:v>-73.05529753819538</c:v>
              </c:pt>
              <c:pt idx="198">
                <c:v>-161.73553046566911</c:v>
              </c:pt>
              <c:pt idx="199">
                <c:v>-233.0500265767729</c:v>
              </c:pt>
              <c:pt idx="200">
                <c:v>-44.48651061439749</c:v>
              </c:pt>
              <c:pt idx="201">
                <c:v>-156.66024231360643</c:v>
              </c:pt>
              <c:pt idx="202">
                <c:v>-95.11221972913194</c:v>
              </c:pt>
              <c:pt idx="203">
                <c:v>-89.45337428484251</c:v>
              </c:pt>
              <c:pt idx="204">
                <c:v>-83.57993868296023</c:v>
              </c:pt>
              <c:pt idx="205">
                <c:v>-259.38062988370496</c:v>
              </c:pt>
              <c:pt idx="206">
                <c:v>-78.3630326487402</c:v>
              </c:pt>
              <c:pt idx="207">
                <c:v>-160.7548144289869</c:v>
              </c:pt>
              <c:pt idx="208">
                <c:v>-80.23517068814738</c:v>
              </c:pt>
              <c:pt idx="209">
                <c:v>-161.65405332903111</c:v>
              </c:pt>
              <c:pt idx="210">
                <c:v>-42.11737683425032</c:v>
              </c:pt>
              <c:pt idx="211">
                <c:v>-229.58590485600368</c:v>
              </c:pt>
              <c:pt idx="212">
                <c:v>-196.75158037633975</c:v>
              </c:pt>
              <c:pt idx="213">
                <c:v>-101.50696256746633</c:v>
              </c:pt>
              <c:pt idx="214">
                <c:v>-188.78038612908944</c:v>
              </c:pt>
              <c:pt idx="215">
                <c:v>-220.85234540335824</c:v>
              </c:pt>
              <c:pt idx="216">
                <c:v>-215.21249831893164</c:v>
              </c:pt>
              <c:pt idx="217">
                <c:v>-47.14436248116178</c:v>
              </c:pt>
              <c:pt idx="218">
                <c:v>-79.80690984519414</c:v>
              </c:pt>
              <c:pt idx="219">
                <c:v>-81.91869350800275</c:v>
              </c:pt>
              <c:pt idx="220">
                <c:v>-128.6307180125804</c:v>
              </c:pt>
              <c:pt idx="221">
                <c:v>-254.81340227427114</c:v>
              </c:pt>
              <c:pt idx="222">
                <c:v>-176.94048183622562</c:v>
              </c:pt>
              <c:pt idx="223">
                <c:v>-78.45735353695267</c:v>
              </c:pt>
              <c:pt idx="224">
                <c:v>-85.96026800401926</c:v>
              </c:pt>
              <c:pt idx="225">
                <c:v>-252.86090718961705</c:v>
              </c:pt>
              <c:pt idx="226">
                <c:v>-94.60090453456324</c:v>
              </c:pt>
              <c:pt idx="227">
                <c:v>-252.97830309189803</c:v>
              </c:pt>
              <c:pt idx="228">
                <c:v>-113.51858244454777</c:v>
              </c:pt>
              <c:pt idx="229">
                <c:v>-178.04872066311918</c:v>
              </c:pt>
              <c:pt idx="230">
                <c:v>-141.3642079609235</c:v>
              </c:pt>
              <c:pt idx="231">
                <c:v>-174.89951710786198</c:v>
              </c:pt>
              <c:pt idx="232">
                <c:v>-103.04365809978773</c:v>
              </c:pt>
              <c:pt idx="233">
                <c:v>-123.91196360117344</c:v>
              </c:pt>
              <c:pt idx="234">
                <c:v>-68.88859997921253</c:v>
              </c:pt>
              <c:pt idx="235">
                <c:v>-189.83914680796846</c:v>
              </c:pt>
              <c:pt idx="236">
                <c:v>-248.1585557697046</c:v>
              </c:pt>
              <c:pt idx="237">
                <c:v>-93.59980397563446</c:v>
              </c:pt>
              <c:pt idx="238">
                <c:v>-123.16289776073133</c:v>
              </c:pt>
              <c:pt idx="239">
                <c:v>-80.23044333174178</c:v>
              </c:pt>
              <c:pt idx="240">
                <c:v>-36.5501219633813</c:v>
              </c:pt>
              <c:pt idx="241">
                <c:v>-207.68912272213976</c:v>
              </c:pt>
              <c:pt idx="242">
                <c:v>-161.65005850400988</c:v>
              </c:pt>
              <c:pt idx="243">
                <c:v>-251.26860875415505</c:v>
              </c:pt>
              <c:pt idx="244">
                <c:v>-189.79224053253728</c:v>
              </c:pt>
              <c:pt idx="245">
                <c:v>-210.27728706118302</c:v>
              </c:pt>
              <c:pt idx="246">
                <c:v>-64.1548203514446</c:v>
              </c:pt>
              <c:pt idx="247">
                <c:v>-64.59560044283867</c:v>
              </c:pt>
              <c:pt idx="248">
                <c:v>-241.92772938458853</c:v>
              </c:pt>
              <c:pt idx="249">
                <c:v>-61.9246900572458</c:v>
              </c:pt>
              <c:pt idx="250">
                <c:v>-50.127016487721164</c:v>
              </c:pt>
              <c:pt idx="251">
                <c:v>-254.59689361760547</c:v>
              </c:pt>
              <c:pt idx="252">
                <c:v>-126.72240525270425</c:v>
              </c:pt>
              <c:pt idx="253">
                <c:v>-111.84954056258215</c:v>
              </c:pt>
              <c:pt idx="254">
                <c:v>-98.68716149191079</c:v>
              </c:pt>
              <c:pt idx="255">
                <c:v>-129.09752265204452</c:v>
              </c:pt>
              <c:pt idx="256">
                <c:v>-252.47571357539258</c:v>
              </c:pt>
              <c:pt idx="257">
                <c:v>-198.60111414542266</c:v>
              </c:pt>
              <c:pt idx="258">
                <c:v>-97.69869099449653</c:v>
              </c:pt>
              <c:pt idx="259">
                <c:v>-73.76792137972161</c:v>
              </c:pt>
              <c:pt idx="260">
                <c:v>-104.59791288431691</c:v>
              </c:pt>
              <c:pt idx="261">
                <c:v>-212.2409477646696</c:v>
              </c:pt>
              <c:pt idx="262">
                <c:v>-137.44381702347113</c:v>
              </c:pt>
              <c:pt idx="263">
                <c:v>-165.15678150771953</c:v>
              </c:pt>
              <c:pt idx="264">
                <c:v>-246.7350893329778</c:v>
              </c:pt>
              <c:pt idx="265">
                <c:v>-135.35328571870537</c:v>
              </c:pt>
              <c:pt idx="266">
                <c:v>-221.48705602436084</c:v>
              </c:pt>
              <c:pt idx="267">
                <c:v>-23.14996956189004</c:v>
              </c:pt>
              <c:pt idx="268">
                <c:v>-261.2242737831248</c:v>
              </c:pt>
              <c:pt idx="269">
                <c:v>-136.97329189002983</c:v>
              </c:pt>
              <c:pt idx="270">
                <c:v>-148.06626336151862</c:v>
              </c:pt>
              <c:pt idx="271">
                <c:v>-71.46530080841299</c:v>
              </c:pt>
              <c:pt idx="272">
                <c:v>-158.28108291178512</c:v>
              </c:pt>
              <c:pt idx="273">
                <c:v>-81.18033584991821</c:v>
              </c:pt>
              <c:pt idx="274">
                <c:v>-58.206487844986334</c:v>
              </c:pt>
              <c:pt idx="275">
                <c:v>-100.04749728861792</c:v>
              </c:pt>
              <c:pt idx="276">
                <c:v>-44.613024049661725</c:v>
              </c:pt>
              <c:pt idx="277">
                <c:v>-199.74916188656258</c:v>
              </c:pt>
              <c:pt idx="278">
                <c:v>-113.567617213446</c:v>
              </c:pt>
              <c:pt idx="279">
                <c:v>-142.12610011491864</c:v>
              </c:pt>
              <c:pt idx="280">
                <c:v>-189.17778980892308</c:v>
              </c:pt>
              <c:pt idx="281">
                <c:v>-143.68477320785718</c:v>
              </c:pt>
              <c:pt idx="282">
                <c:v>-148.65630681627187</c:v>
              </c:pt>
              <c:pt idx="283">
                <c:v>-152.35984375780737</c:v>
              </c:pt>
              <c:pt idx="284">
                <c:v>-196.59432194826286</c:v>
              </c:pt>
              <c:pt idx="285">
                <c:v>-175.86894367161557</c:v>
              </c:pt>
              <c:pt idx="286">
                <c:v>-223.7658517882784</c:v>
              </c:pt>
              <c:pt idx="287">
                <c:v>-237.21469561181766</c:v>
              </c:pt>
              <c:pt idx="288">
                <c:v>-226.59352706386838</c:v>
              </c:pt>
              <c:pt idx="289">
                <c:v>-137.83729222948958</c:v>
              </c:pt>
              <c:pt idx="290">
                <c:v>-108.21780936221548</c:v>
              </c:pt>
              <c:pt idx="291">
                <c:v>-201.82764707179408</c:v>
              </c:pt>
              <c:pt idx="292">
                <c:v>-221.01873181444643</c:v>
              </c:pt>
              <c:pt idx="293">
                <c:v>-50.215307513765076</c:v>
              </c:pt>
              <c:pt idx="294">
                <c:v>-193.87016506708625</c:v>
              </c:pt>
              <c:pt idx="295">
                <c:v>-164.78002399308957</c:v>
              </c:pt>
              <c:pt idx="296">
                <c:v>-112.0544912697874</c:v>
              </c:pt>
              <c:pt idx="297">
                <c:v>-188.28570268924102</c:v>
              </c:pt>
              <c:pt idx="298">
                <c:v>-132.78882145839194</c:v>
              </c:pt>
              <c:pt idx="299">
                <c:v>-42.91635993756218</c:v>
              </c:pt>
              <c:pt idx="300">
                <c:v>-117.09893026380334</c:v>
              </c:pt>
              <c:pt idx="301">
                <c:v>-39.95603229472411</c:v>
              </c:pt>
              <c:pt idx="302">
                <c:v>-165.28756942702051</c:v>
              </c:pt>
              <c:pt idx="303">
                <c:v>-251.82936913319725</c:v>
              </c:pt>
              <c:pt idx="304">
                <c:v>-131.05980334822087</c:v>
              </c:pt>
              <c:pt idx="305">
                <c:v>-141.48210951027292</c:v>
              </c:pt>
              <c:pt idx="306">
                <c:v>-211.645831165247</c:v>
              </c:pt>
              <c:pt idx="307">
                <c:v>-211.35740888318605</c:v>
              </c:pt>
              <c:pt idx="308">
                <c:v>-201.16059495547282</c:v>
              </c:pt>
              <c:pt idx="309">
                <c:v>-161.99806585158075</c:v>
              </c:pt>
              <c:pt idx="310">
                <c:v>-56.539355427785914</c:v>
              </c:pt>
              <c:pt idx="311">
                <c:v>-107.44846543584008</c:v>
              </c:pt>
              <c:pt idx="312">
                <c:v>-181.63919066998056</c:v>
              </c:pt>
              <c:pt idx="313">
                <c:v>-193.1838518843408</c:v>
              </c:pt>
              <c:pt idx="314">
                <c:v>-156.66448211351508</c:v>
              </c:pt>
              <c:pt idx="315">
                <c:v>-133.91107940528715</c:v>
              </c:pt>
              <c:pt idx="316">
                <c:v>-130.94698260183827</c:v>
              </c:pt>
              <c:pt idx="317">
                <c:v>-128.02815492226387</c:v>
              </c:pt>
              <c:pt idx="318">
                <c:v>-202.91301426278804</c:v>
              </c:pt>
              <c:pt idx="319">
                <c:v>-158.0010425920421</c:v>
              </c:pt>
              <c:pt idx="320">
                <c:v>-219.51733190062006</c:v>
              </c:pt>
              <c:pt idx="321">
                <c:v>-57.32263272038166</c:v>
              </c:pt>
              <c:pt idx="322">
                <c:v>-190.18801723327</c:v>
              </c:pt>
              <c:pt idx="323">
                <c:v>-133.1705927134807</c:v>
              </c:pt>
              <c:pt idx="324">
                <c:v>-83.61252977404789</c:v>
              </c:pt>
              <c:pt idx="325">
                <c:v>-117.76740554348405</c:v>
              </c:pt>
              <c:pt idx="326">
                <c:v>-117.12729895379567</c:v>
              </c:pt>
              <c:pt idx="327">
                <c:v>-143.81582481889797</c:v>
              </c:pt>
              <c:pt idx="328">
                <c:v>-71.24371140607722</c:v>
              </c:pt>
              <c:pt idx="329">
                <c:v>-80.27506766866986</c:v>
              </c:pt>
              <c:pt idx="330">
                <c:v>-96.66708112435819</c:v>
              </c:pt>
              <c:pt idx="331">
                <c:v>-48.5926815246095</c:v>
              </c:pt>
              <c:pt idx="332">
                <c:v>-159.64426377149616</c:v>
              </c:pt>
              <c:pt idx="333">
                <c:v>-223.30172182447347</c:v>
              </c:pt>
              <c:pt idx="334">
                <c:v>-129.45077317931563</c:v>
              </c:pt>
              <c:pt idx="335">
                <c:v>-84.48745697056691</c:v>
              </c:pt>
              <c:pt idx="336">
                <c:v>-125.621068766685</c:v>
              </c:pt>
              <c:pt idx="337">
                <c:v>-35.91263481504422</c:v>
              </c:pt>
              <c:pt idx="338">
                <c:v>-231.8352687827297</c:v>
              </c:pt>
              <c:pt idx="339">
                <c:v>-239.35662103954738</c:v>
              </c:pt>
              <c:pt idx="340">
                <c:v>-101.08505323340869</c:v>
              </c:pt>
              <c:pt idx="341">
                <c:v>-70.56780773658059</c:v>
              </c:pt>
              <c:pt idx="342">
                <c:v>-165.07408507653918</c:v>
              </c:pt>
              <c:pt idx="343">
                <c:v>-161.30835023334492</c:v>
              </c:pt>
              <c:pt idx="344">
                <c:v>-242.2702066667234</c:v>
              </c:pt>
              <c:pt idx="345">
                <c:v>-58.23406785472479</c:v>
              </c:pt>
              <c:pt idx="346">
                <c:v>-236.73098685035527</c:v>
              </c:pt>
              <c:pt idx="347">
                <c:v>-215.22321371476497</c:v>
              </c:pt>
              <c:pt idx="348">
                <c:v>-175.825554027031</c:v>
              </c:pt>
              <c:pt idx="349">
                <c:v>-232.30284849687</c:v>
              </c:pt>
              <c:pt idx="350">
                <c:v>-171.17724826987094</c:v>
              </c:pt>
              <c:pt idx="351">
                <c:v>-46.88741577578079</c:v>
              </c:pt>
              <c:pt idx="352">
                <c:v>-81.70740601658358</c:v>
              </c:pt>
              <c:pt idx="353">
                <c:v>-249.4658396049722</c:v>
              </c:pt>
              <c:pt idx="354">
                <c:v>-69.39363354819875</c:v>
              </c:pt>
              <c:pt idx="355">
                <c:v>-146.97682850974718</c:v>
              </c:pt>
              <c:pt idx="356">
                <c:v>-129.2618163978387</c:v>
              </c:pt>
              <c:pt idx="357">
                <c:v>-114.07663913182395</c:v>
              </c:pt>
              <c:pt idx="358">
                <c:v>-124.754924814175</c:v>
              </c:pt>
              <c:pt idx="359">
                <c:v>-33.6654387471171</c:v>
              </c:pt>
              <c:pt idx="360">
                <c:v>-87.6139481252242</c:v>
              </c:pt>
              <c:pt idx="361">
                <c:v>-112.08993085229878</c:v>
              </c:pt>
              <c:pt idx="362">
                <c:v>-144.5248219910417</c:v>
              </c:pt>
              <c:pt idx="363">
                <c:v>-154.60051356491434</c:v>
              </c:pt>
              <c:pt idx="364">
                <c:v>-217.8211231545687</c:v>
              </c:pt>
              <c:pt idx="365">
                <c:v>-35.85645444333844</c:v>
              </c:pt>
              <c:pt idx="366">
                <c:v>-182.27664686629913</c:v>
              </c:pt>
              <c:pt idx="367">
                <c:v>-19.89427430370874</c:v>
              </c:pt>
              <c:pt idx="368">
                <c:v>-48.503729531423616</c:v>
              </c:pt>
              <c:pt idx="369">
                <c:v>-70.92397042796719</c:v>
              </c:pt>
              <c:pt idx="370">
                <c:v>-210.7884270276275</c:v>
              </c:pt>
              <c:pt idx="371">
                <c:v>-167.77277418818295</c:v>
              </c:pt>
              <c:pt idx="372">
                <c:v>-177.7566976017316</c:v>
              </c:pt>
              <c:pt idx="373">
                <c:v>-180.32387175172028</c:v>
              </c:pt>
              <c:pt idx="374">
                <c:v>-35.26820307263564</c:v>
              </c:pt>
              <c:pt idx="375">
                <c:v>-203.96676163467666</c:v>
              </c:pt>
              <c:pt idx="376">
                <c:v>-53.7297244368251</c:v>
              </c:pt>
              <c:pt idx="377">
                <c:v>-177.01023167336882</c:v>
              </c:pt>
              <c:pt idx="378">
                <c:v>-200.33698729821862</c:v>
              </c:pt>
              <c:pt idx="379">
                <c:v>-106.4983638668196</c:v>
              </c:pt>
              <c:pt idx="380">
                <c:v>-89.0115288034699</c:v>
              </c:pt>
              <c:pt idx="381">
                <c:v>-182.96636854588874</c:v>
              </c:pt>
              <c:pt idx="382">
                <c:v>-206.16852140136479</c:v>
              </c:pt>
              <c:pt idx="383">
                <c:v>-184.99645660883368</c:v>
              </c:pt>
              <c:pt idx="384">
                <c:v>-112.89467325300461</c:v>
              </c:pt>
              <c:pt idx="385">
                <c:v>-254.23533793689526</c:v>
              </c:pt>
              <c:pt idx="386">
                <c:v>-145.63359808419904</c:v>
              </c:pt>
              <c:pt idx="387">
                <c:v>-140.11904080172613</c:v>
              </c:pt>
              <c:pt idx="388">
                <c:v>-65.62823760592461</c:v>
              </c:pt>
              <c:pt idx="389">
                <c:v>-227.15847229574487</c:v>
              </c:pt>
              <c:pt idx="390">
                <c:v>-117.33230220346859</c:v>
              </c:pt>
              <c:pt idx="391">
                <c:v>-218.8168289192962</c:v>
              </c:pt>
              <c:pt idx="392">
                <c:v>-178.5249481662849</c:v>
              </c:pt>
              <c:pt idx="393">
                <c:v>-179.41023387703336</c:v>
              </c:pt>
              <c:pt idx="394">
                <c:v>-170.23733707935506</c:v>
              </c:pt>
              <c:pt idx="395">
                <c:v>-81.5372570001975</c:v>
              </c:pt>
              <c:pt idx="396">
                <c:v>-154.3735032730781</c:v>
              </c:pt>
              <c:pt idx="397">
                <c:v>-128.5786623088041</c:v>
              </c:pt>
              <c:pt idx="398">
                <c:v>-168.13418456475594</c:v>
              </c:pt>
              <c:pt idx="399">
                <c:v>-217.57783923302495</c:v>
              </c:pt>
              <c:pt idx="400">
                <c:v>-179.7997696848544</c:v>
              </c:pt>
              <c:pt idx="401">
                <c:v>-82.60088357375977</c:v>
              </c:pt>
              <c:pt idx="402">
                <c:v>-85.90839357665975</c:v>
              </c:pt>
              <c:pt idx="403">
                <c:v>-169.43403249680398</c:v>
              </c:pt>
              <c:pt idx="404">
                <c:v>-258.3456053774276</c:v>
              </c:pt>
              <c:pt idx="405">
                <c:v>-208.51706837748392</c:v>
              </c:pt>
              <c:pt idx="406">
                <c:v>-75.92494089298552</c:v>
              </c:pt>
              <c:pt idx="407">
                <c:v>-203.5606284963743</c:v>
              </c:pt>
              <c:pt idx="408">
                <c:v>-47.79833009951652</c:v>
              </c:pt>
              <c:pt idx="409">
                <c:v>-191.29098579042017</c:v>
              </c:pt>
              <c:pt idx="410">
                <c:v>-120.82725460184963</c:v>
              </c:pt>
              <c:pt idx="411">
                <c:v>-236.91896136546808</c:v>
              </c:pt>
              <c:pt idx="412">
                <c:v>-82.45056228733608</c:v>
              </c:pt>
              <c:pt idx="413">
                <c:v>-214.29517104064</c:v>
              </c:pt>
              <c:pt idx="414">
                <c:v>-78.81259520766064</c:v>
              </c:pt>
              <c:pt idx="415">
                <c:v>-137.01349014159757</c:v>
              </c:pt>
              <c:pt idx="416">
                <c:v>-82.56550603491098</c:v>
              </c:pt>
              <c:pt idx="417">
                <c:v>-180.67050475677138</c:v>
              </c:pt>
              <c:pt idx="418">
                <c:v>-169.82415415842877</c:v>
              </c:pt>
              <c:pt idx="419">
                <c:v>-66.30201501950279</c:v>
              </c:pt>
              <c:pt idx="420">
                <c:v>-57.601621315901184</c:v>
              </c:pt>
              <c:pt idx="421">
                <c:v>-135.48219671689213</c:v>
              </c:pt>
              <c:pt idx="422">
                <c:v>-147.52785905723374</c:v>
              </c:pt>
              <c:pt idx="423">
                <c:v>-209.0326635276446</c:v>
              </c:pt>
              <c:pt idx="424">
                <c:v>-85.18040733108673</c:v>
              </c:pt>
              <c:pt idx="425">
                <c:v>-76.02784915495565</c:v>
              </c:pt>
              <c:pt idx="426">
                <c:v>-184.0641228013385</c:v>
              </c:pt>
              <c:pt idx="427">
                <c:v>-155.89966185401414</c:v>
              </c:pt>
              <c:pt idx="428">
                <c:v>-142.10673998729357</c:v>
              </c:pt>
              <c:pt idx="429">
                <c:v>-31.66818163792862</c:v>
              </c:pt>
              <c:pt idx="430">
                <c:v>-41.14163713061657</c:v>
              </c:pt>
              <c:pt idx="431">
                <c:v>-45.14273176857749</c:v>
              </c:pt>
              <c:pt idx="432">
                <c:v>-16.452353727089104</c:v>
              </c:pt>
              <c:pt idx="433">
                <c:v>-241.2142207451039</c:v>
              </c:pt>
              <c:pt idx="434">
                <c:v>-100.18310178407177</c:v>
              </c:pt>
              <c:pt idx="435">
                <c:v>-59.80897916288004</c:v>
              </c:pt>
              <c:pt idx="436">
                <c:v>-37.255552816413186</c:v>
              </c:pt>
              <c:pt idx="437">
                <c:v>-216.01786672965093</c:v>
              </c:pt>
              <c:pt idx="438">
                <c:v>-215.9294994520159</c:v>
              </c:pt>
              <c:pt idx="439">
                <c:v>-71.35015209699097</c:v>
              </c:pt>
              <c:pt idx="440">
                <c:v>-109.24767461211025</c:v>
              </c:pt>
              <c:pt idx="441">
                <c:v>-244.45993876183985</c:v>
              </c:pt>
              <c:pt idx="442">
                <c:v>-148.79606278566672</c:v>
              </c:pt>
              <c:pt idx="443">
                <c:v>-150.91037715518294</c:v>
              </c:pt>
              <c:pt idx="444">
                <c:v>-175.92571044889007</c:v>
              </c:pt>
              <c:pt idx="445">
                <c:v>-213.91201661496459</c:v>
              </c:pt>
              <c:pt idx="446">
                <c:v>-63.67190129516975</c:v>
              </c:pt>
              <c:pt idx="447">
                <c:v>-234.69620908540213</c:v>
              </c:pt>
              <c:pt idx="448">
                <c:v>-69.77700745285809</c:v>
              </c:pt>
              <c:pt idx="449">
                <c:v>-54.54167927788329</c:v>
              </c:pt>
              <c:pt idx="450">
                <c:v>-223.89607844652696</c:v>
              </c:pt>
              <c:pt idx="451">
                <c:v>-120.8642214995914</c:v>
              </c:pt>
              <c:pt idx="452">
                <c:v>-231.1121931859958</c:v>
              </c:pt>
              <c:pt idx="453">
                <c:v>-162.2958934693183</c:v>
              </c:pt>
              <c:pt idx="454">
                <c:v>-43.753181175621854</c:v>
              </c:pt>
              <c:pt idx="455">
                <c:v>-80.0205407304035</c:v>
              </c:pt>
              <c:pt idx="456">
                <c:v>-190.37630378009084</c:v>
              </c:pt>
              <c:pt idx="457">
                <c:v>-84.55452664711079</c:v>
              </c:pt>
              <c:pt idx="458">
                <c:v>-226.75131826144747</c:v>
              </c:pt>
              <c:pt idx="459">
                <c:v>-245.96862342195251</c:v>
              </c:pt>
              <c:pt idx="460">
                <c:v>-104.95161032340785</c:v>
              </c:pt>
              <c:pt idx="461">
                <c:v>-205.9769443939693</c:v>
              </c:pt>
              <c:pt idx="462">
                <c:v>-74.57949487117028</c:v>
              </c:pt>
              <c:pt idx="463">
                <c:v>-85.78440273888295</c:v>
              </c:pt>
              <c:pt idx="464">
                <c:v>-214.53445098404032</c:v>
              </c:pt>
              <c:pt idx="465">
                <c:v>-123.01352493677419</c:v>
              </c:pt>
              <c:pt idx="466">
                <c:v>-66.64410527258921</c:v>
              </c:pt>
              <c:pt idx="467">
                <c:v>-115.72570300389175</c:v>
              </c:pt>
              <c:pt idx="468">
                <c:v>-247.5891746910316</c:v>
              </c:pt>
              <c:pt idx="469">
                <c:v>-107.68115039232103</c:v>
              </c:pt>
              <c:pt idx="470">
                <c:v>-136.85348344714967</c:v>
              </c:pt>
              <c:pt idx="471">
                <c:v>-102.03360596893397</c:v>
              </c:pt>
              <c:pt idx="472">
                <c:v>-215.63481643908833</c:v>
              </c:pt>
              <c:pt idx="473">
                <c:v>-197.03563280790843</c:v>
              </c:pt>
              <c:pt idx="474">
                <c:v>-222.5983533060857</c:v>
              </c:pt>
              <c:pt idx="475">
                <c:v>-88.46650811378952</c:v>
              </c:pt>
              <c:pt idx="476">
                <c:v>-71.66600741176221</c:v>
              </c:pt>
              <c:pt idx="477">
                <c:v>-229.55969734929602</c:v>
              </c:pt>
              <c:pt idx="478">
                <c:v>-203.34810956282206</c:v>
              </c:pt>
              <c:pt idx="479">
                <c:v>-44.908138785056764</c:v>
              </c:pt>
              <c:pt idx="480">
                <c:v>-88.93246923422949</c:v>
              </c:pt>
              <c:pt idx="481">
                <c:v>-37.984369946767806</c:v>
              </c:pt>
              <c:pt idx="482">
                <c:v>-220.91935333988386</c:v>
              </c:pt>
              <c:pt idx="483">
                <c:v>-76.87359344503227</c:v>
              </c:pt>
              <c:pt idx="484">
                <c:v>-200.51802995611328</c:v>
              </c:pt>
              <c:pt idx="485">
                <c:v>-157.07176706641133</c:v>
              </c:pt>
              <c:pt idx="486">
                <c:v>-208.20094094448638</c:v>
              </c:pt>
              <c:pt idx="487">
                <c:v>-108.76014345649088</c:v>
              </c:pt>
              <c:pt idx="488">
                <c:v>-172.82093930309784</c:v>
              </c:pt>
              <c:pt idx="489">
                <c:v>-81.45785934712131</c:v>
              </c:pt>
              <c:pt idx="490">
                <c:v>-257.2300680145461</c:v>
              </c:pt>
              <c:pt idx="491">
                <c:v>-167.12559010075313</c:v>
              </c:pt>
              <c:pt idx="492">
                <c:v>-180.19956819800757</c:v>
              </c:pt>
              <c:pt idx="493">
                <c:v>-236.9718331808051</c:v>
              </c:pt>
              <c:pt idx="494">
                <c:v>-47.895925825774455</c:v>
              </c:pt>
              <c:pt idx="495">
                <c:v>-154.77357092821404</c:v>
              </c:pt>
              <c:pt idx="496">
                <c:v>-155.0960704569186</c:v>
              </c:pt>
              <c:pt idx="497">
                <c:v>-180.39742882182443</c:v>
              </c:pt>
              <c:pt idx="498">
                <c:v>-159.1831574616723</c:v>
              </c:pt>
              <c:pt idx="499">
                <c:v>-114.09927805600711</c:v>
              </c:pt>
              <c:pt idx="500">
                <c:v>-219.76751140434337</c:v>
              </c:pt>
              <c:pt idx="501">
                <c:v>-87.88199265280753</c:v>
              </c:pt>
              <c:pt idx="502">
                <c:v>-163.1543174603432</c:v>
              </c:pt>
              <c:pt idx="503">
                <c:v>-218.54818875869142</c:v>
              </c:pt>
              <c:pt idx="504">
                <c:v>-122.05203441144434</c:v>
              </c:pt>
              <c:pt idx="505">
                <c:v>-203.68116422518855</c:v>
              </c:pt>
              <c:pt idx="506">
                <c:v>-156.35030073108524</c:v>
              </c:pt>
              <c:pt idx="507">
                <c:v>-239.0332261904714</c:v>
              </c:pt>
              <c:pt idx="508">
                <c:v>-173.57846851956998</c:v>
              </c:pt>
              <c:pt idx="509">
                <c:v>-189.4612167893911</c:v>
              </c:pt>
              <c:pt idx="510">
                <c:v>-162.26916814116862</c:v>
              </c:pt>
              <c:pt idx="511">
                <c:v>-225.41200741809942</c:v>
              </c:pt>
              <c:pt idx="512">
                <c:v>-54.434681535933755</c:v>
              </c:pt>
              <c:pt idx="513">
                <c:v>-127.3087307417122</c:v>
              </c:pt>
              <c:pt idx="514">
                <c:v>-221.13348625896523</c:v>
              </c:pt>
              <c:pt idx="515">
                <c:v>-122.50799663998549</c:v>
              </c:pt>
              <c:pt idx="516">
                <c:v>-79.85492410690753</c:v>
              </c:pt>
              <c:pt idx="517">
                <c:v>-168.53579774307656</c:v>
              </c:pt>
              <c:pt idx="518">
                <c:v>-204.8107785945114</c:v>
              </c:pt>
              <c:pt idx="519">
                <c:v>-89.92686846650307</c:v>
              </c:pt>
              <c:pt idx="520">
                <c:v>-253.93374883608297</c:v>
              </c:pt>
              <c:pt idx="521">
                <c:v>-208.60797231639265</c:v>
              </c:pt>
              <c:pt idx="522">
                <c:v>-41.07968257998262</c:v>
              </c:pt>
              <c:pt idx="523">
                <c:v>-199.56047349992295</c:v>
              </c:pt>
              <c:pt idx="524">
                <c:v>-179.6438977177794</c:v>
              </c:pt>
              <c:pt idx="525">
                <c:v>-240.35892631677822</c:v>
              </c:pt>
              <c:pt idx="526">
                <c:v>-99.56386204528161</c:v>
              </c:pt>
              <c:pt idx="527">
                <c:v>-17.618475848754116</c:v>
              </c:pt>
              <c:pt idx="528">
                <c:v>-114.35408423610741</c:v>
              </c:pt>
              <c:pt idx="529">
                <c:v>-250.10134329407794</c:v>
              </c:pt>
              <c:pt idx="530">
                <c:v>-103.63208054621009</c:v>
              </c:pt>
              <c:pt idx="531">
                <c:v>-228.2009985687074</c:v>
              </c:pt>
              <c:pt idx="532">
                <c:v>-58.144572639875</c:v>
              </c:pt>
              <c:pt idx="533">
                <c:v>-136.66891915237414</c:v>
              </c:pt>
              <c:pt idx="534">
                <c:v>-35.482502256324885</c:v>
              </c:pt>
              <c:pt idx="535">
                <c:v>-218.91885515428964</c:v>
              </c:pt>
              <c:pt idx="536">
                <c:v>-80.86459307016915</c:v>
              </c:pt>
              <c:pt idx="537">
                <c:v>-194.48623243365446</c:v>
              </c:pt>
              <c:pt idx="538">
                <c:v>-64.49164759819364</c:v>
              </c:pt>
              <c:pt idx="539">
                <c:v>-75.19807883251924</c:v>
              </c:pt>
              <c:pt idx="540">
                <c:v>-136.95639101429117</c:v>
              </c:pt>
              <c:pt idx="541">
                <c:v>-220.33206560551824</c:v>
              </c:pt>
              <c:pt idx="542">
                <c:v>-79.19413279578507</c:v>
              </c:pt>
              <c:pt idx="543">
                <c:v>-214.21888778917497</c:v>
              </c:pt>
              <c:pt idx="544">
                <c:v>-252.70600186535904</c:v>
              </c:pt>
              <c:pt idx="545">
                <c:v>-208.05344768237148</c:v>
              </c:pt>
              <c:pt idx="546">
                <c:v>-140.3695527872291</c:v>
              </c:pt>
              <c:pt idx="547">
                <c:v>-141.95630618423934</c:v>
              </c:pt>
              <c:pt idx="548">
                <c:v>-138.86094006079958</c:v>
              </c:pt>
              <c:pt idx="549">
                <c:v>-212.41111300208797</c:v>
              </c:pt>
              <c:pt idx="550">
                <c:v>-172.07005842035227</c:v>
              </c:pt>
              <c:pt idx="551">
                <c:v>-211.28998194756227</c:v>
              </c:pt>
              <c:pt idx="552">
                <c:v>-250.17361915786083</c:v>
              </c:pt>
              <c:pt idx="553">
                <c:v>-205.58445707817452</c:v>
              </c:pt>
              <c:pt idx="554">
                <c:v>-173.70609392373268</c:v>
              </c:pt>
              <c:pt idx="555">
                <c:v>-220.50921486637452</c:v>
              </c:pt>
              <c:pt idx="556">
                <c:v>-177.6194421369119</c:v>
              </c:pt>
              <c:pt idx="557">
                <c:v>-172.11958959177218</c:v>
              </c:pt>
              <c:pt idx="558">
                <c:v>-92.68631373095732</c:v>
              </c:pt>
              <c:pt idx="559">
                <c:v>-155.68797172378322</c:v>
              </c:pt>
              <c:pt idx="560">
                <c:v>-33.681903443604945</c:v>
              </c:pt>
              <c:pt idx="561">
                <c:v>-79.02075509113828</c:v>
              </c:pt>
              <c:pt idx="562">
                <c:v>-230.2138585094264</c:v>
              </c:pt>
              <c:pt idx="563">
                <c:v>-152.02033273641197</c:v>
              </c:pt>
              <c:pt idx="564">
                <c:v>-88.49669157734559</c:v>
              </c:pt>
              <c:pt idx="565">
                <c:v>-93.69182054174031</c:v>
              </c:pt>
              <c:pt idx="566">
                <c:v>-156.6676931154443</c:v>
              </c:pt>
              <c:pt idx="567">
                <c:v>-178.64044028294262</c:v>
              </c:pt>
              <c:pt idx="568">
                <c:v>-174.25418838602502</c:v>
              </c:pt>
              <c:pt idx="569">
                <c:v>-93.89182892575153</c:v>
              </c:pt>
              <c:pt idx="570">
                <c:v>-32.318585758591674</c:v>
              </c:pt>
              <c:pt idx="571">
                <c:v>-179.7464533447819</c:v>
              </c:pt>
              <c:pt idx="572">
                <c:v>-75.08958231471254</c:v>
              </c:pt>
              <c:pt idx="573">
                <c:v>-32.379683368120595</c:v>
              </c:pt>
              <c:pt idx="574">
                <c:v>-156.49862872186938</c:v>
              </c:pt>
              <c:pt idx="575">
                <c:v>-235.45978151866703</c:v>
              </c:pt>
              <c:pt idx="576">
                <c:v>-161.3257039817376</c:v>
              </c:pt>
              <c:pt idx="577">
                <c:v>-89.28227893768776</c:v>
              </c:pt>
              <c:pt idx="578">
                <c:v>-124.61379536561842</c:v>
              </c:pt>
              <c:pt idx="579">
                <c:v>-180.15419530216138</c:v>
              </c:pt>
              <c:pt idx="580">
                <c:v>-257.88057050630505</c:v>
              </c:pt>
              <c:pt idx="581">
                <c:v>-77.82095027002018</c:v>
              </c:pt>
              <c:pt idx="582">
                <c:v>-264.5092753005977</c:v>
              </c:pt>
              <c:pt idx="583">
                <c:v>-224.73042680331955</c:v>
              </c:pt>
              <c:pt idx="584">
                <c:v>-252.90987021288845</c:v>
              </c:pt>
              <c:pt idx="585">
                <c:v>-106.75528314181312</c:v>
              </c:pt>
              <c:pt idx="586">
                <c:v>-205.53916173257497</c:v>
              </c:pt>
              <c:pt idx="587">
                <c:v>-197.4853818489702</c:v>
              </c:pt>
              <c:pt idx="588">
                <c:v>-89.22520144418598</c:v>
              </c:pt>
              <c:pt idx="589">
                <c:v>-154.23234390619803</c:v>
              </c:pt>
              <c:pt idx="590">
                <c:v>-248.86318862309435</c:v>
              </c:pt>
              <c:pt idx="591">
                <c:v>-176.8274572796937</c:v>
              </c:pt>
              <c:pt idx="592">
                <c:v>-240.51787719684302</c:v>
              </c:pt>
              <c:pt idx="593">
                <c:v>-263.667581409596</c:v>
              </c:pt>
              <c:pt idx="594">
                <c:v>-47.55390466662405</c:v>
              </c:pt>
              <c:pt idx="595">
                <c:v>-60.763118664630866</c:v>
              </c:pt>
              <c:pt idx="596">
                <c:v>-178.02475004678445</c:v>
              </c:pt>
              <c:pt idx="597">
                <c:v>-132.55022742203516</c:v>
              </c:pt>
              <c:pt idx="598">
                <c:v>-149.35650080368617</c:v>
              </c:pt>
              <c:pt idx="599">
                <c:v>-231.54753684496367</c:v>
              </c:pt>
              <c:pt idx="600">
                <c:v>-106.65541327867669</c:v>
              </c:pt>
              <c:pt idx="601">
                <c:v>-221.95739872374432</c:v>
              </c:pt>
              <c:pt idx="602">
                <c:v>-77.45578180400616</c:v>
              </c:pt>
              <c:pt idx="603">
                <c:v>-48.408077322046495</c:v>
              </c:pt>
              <c:pt idx="604">
                <c:v>-41.25330635652962</c:v>
              </c:pt>
              <c:pt idx="605">
                <c:v>-74.12510724028618</c:v>
              </c:pt>
              <c:pt idx="606">
                <c:v>-227.44196299640336</c:v>
              </c:pt>
              <c:pt idx="607">
                <c:v>-131.64664726461922</c:v>
              </c:pt>
              <c:pt idx="608">
                <c:v>-143.7955152894138</c:v>
              </c:pt>
              <c:pt idx="609">
                <c:v>-174.75528112934646</c:v>
              </c:pt>
              <c:pt idx="610">
                <c:v>-223.17102601426691</c:v>
              </c:pt>
              <c:pt idx="611">
                <c:v>-150.30155201596233</c:v>
              </c:pt>
              <c:pt idx="612">
                <c:v>-160.22613029093583</c:v>
              </c:pt>
              <c:pt idx="613">
                <c:v>-126.28727918587057</c:v>
              </c:pt>
              <c:pt idx="614">
                <c:v>-204.1861922035496</c:v>
              </c:pt>
              <c:pt idx="615">
                <c:v>-181.84541027710225</c:v>
              </c:pt>
              <c:pt idx="616">
                <c:v>-85.03485124414968</c:v>
              </c:pt>
              <c:pt idx="617">
                <c:v>-146.82428058753572</c:v>
              </c:pt>
              <c:pt idx="618">
                <c:v>-82.2458536733983</c:v>
              </c:pt>
              <c:pt idx="619">
                <c:v>-249.00596715884754</c:v>
              </c:pt>
              <c:pt idx="620">
                <c:v>-55.3814623262078</c:v>
              </c:pt>
              <c:pt idx="621">
                <c:v>-97.09713244993175</c:v>
              </c:pt>
              <c:pt idx="622">
                <c:v>-164.99218686237094</c:v>
              </c:pt>
              <c:pt idx="623">
                <c:v>-257.7774045719309</c:v>
              </c:pt>
              <c:pt idx="624">
                <c:v>-103.36347530198687</c:v>
              </c:pt>
              <c:pt idx="625">
                <c:v>-128.74673824719747</c:v>
              </c:pt>
              <c:pt idx="626">
                <c:v>-25.46063126365074</c:v>
              </c:pt>
              <c:pt idx="627">
                <c:v>-138.6872328511356</c:v>
              </c:pt>
              <c:pt idx="628">
                <c:v>-238.1303429583658</c:v>
              </c:pt>
              <c:pt idx="629">
                <c:v>-217.45541467336656</c:v>
              </c:pt>
              <c:pt idx="630">
                <c:v>-158.07815939586118</c:v>
              </c:pt>
              <c:pt idx="631">
                <c:v>-70.00448643880782</c:v>
              </c:pt>
              <c:pt idx="632">
                <c:v>-158.76213977404376</c:v>
              </c:pt>
              <c:pt idx="633">
                <c:v>-218.76831155192576</c:v>
              </c:pt>
              <c:pt idx="634">
                <c:v>-167.2662736203265</c:v>
              </c:pt>
              <c:pt idx="635">
                <c:v>-111.59105167452378</c:v>
              </c:pt>
              <c:pt idx="636">
                <c:v>-209.19814139488798</c:v>
              </c:pt>
              <c:pt idx="637">
                <c:v>-106.83145221455348</c:v>
              </c:pt>
              <c:pt idx="638">
                <c:v>-96.78797378189387</c:v>
              </c:pt>
              <c:pt idx="639">
                <c:v>-246.90059685617837</c:v>
              </c:pt>
              <c:pt idx="640">
                <c:v>-207.1484618739174</c:v>
              </c:pt>
              <c:pt idx="641">
                <c:v>-203.9176696776916</c:v>
              </c:pt>
              <c:pt idx="642">
                <c:v>-58.006795843313775</c:v>
              </c:pt>
              <c:pt idx="643">
                <c:v>-134.02090062347244</c:v>
              </c:pt>
              <c:pt idx="644">
                <c:v>-74.7354151743697</c:v>
              </c:pt>
              <c:pt idx="645">
                <c:v>-149.79668737481612</c:v>
              </c:pt>
              <c:pt idx="646">
                <c:v>-232.982058700605</c:v>
              </c:pt>
              <c:pt idx="647">
                <c:v>-245.6760122202649</c:v>
              </c:pt>
              <c:pt idx="648">
                <c:v>-95.86433218428101</c:v>
              </c:pt>
              <c:pt idx="649">
                <c:v>-166.92543362829835</c:v>
              </c:pt>
              <c:pt idx="650">
                <c:v>-199.2629524646488</c:v>
              </c:pt>
              <c:pt idx="651">
                <c:v>-57.65401891830373</c:v>
              </c:pt>
              <c:pt idx="652">
                <c:v>-79.15789882674225</c:v>
              </c:pt>
              <c:pt idx="653">
                <c:v>-61.8402478103612</c:v>
              </c:pt>
              <c:pt idx="654">
                <c:v>-171.92960743995366</c:v>
              </c:pt>
              <c:pt idx="655">
                <c:v>-148.71581363094154</c:v>
              </c:pt>
              <c:pt idx="656">
                <c:v>-249.80231941485806</c:v>
              </c:pt>
              <c:pt idx="657">
                <c:v>-154.97176521135376</c:v>
              </c:pt>
              <c:pt idx="658">
                <c:v>-140.20038770720873</c:v>
              </c:pt>
              <c:pt idx="659">
                <c:v>-168.0688355661756</c:v>
              </c:pt>
              <c:pt idx="660">
                <c:v>-41.05217410807686</c:v>
              </c:pt>
              <c:pt idx="661">
                <c:v>-207.5302117101505</c:v>
              </c:pt>
              <c:pt idx="662">
                <c:v>-123.19540278325412</c:v>
              </c:pt>
              <c:pt idx="663">
                <c:v>-81.15768887039634</c:v>
              </c:pt>
              <c:pt idx="664">
                <c:v>-204.87726107823906</c:v>
              </c:pt>
              <c:pt idx="665">
                <c:v>-145.51395117563433</c:v>
              </c:pt>
              <c:pt idx="666">
                <c:v>-66.85745184788752</c:v>
              </c:pt>
              <c:pt idx="667">
                <c:v>-148.75960688498031</c:v>
              </c:pt>
              <c:pt idx="668">
                <c:v>-209.61534442465975</c:v>
              </c:pt>
              <c:pt idx="669">
                <c:v>-201.02094618836105</c:v>
              </c:pt>
              <c:pt idx="670">
                <c:v>-201.44805448794386</c:v>
              </c:pt>
              <c:pt idx="671">
                <c:v>-222.29718075509797</c:v>
              </c:pt>
              <c:pt idx="672">
                <c:v>-108.95938100713579</c:v>
              </c:pt>
              <c:pt idx="673">
                <c:v>-222.41939806857488</c:v>
              </c:pt>
              <c:pt idx="674">
                <c:v>-107.34554478064118</c:v>
              </c:pt>
              <c:pt idx="675">
                <c:v>-189.64955728454075</c:v>
              </c:pt>
              <c:pt idx="676">
                <c:v>-170.83441925412052</c:v>
              </c:pt>
              <c:pt idx="677">
                <c:v>-171.88936983164334</c:v>
              </c:pt>
              <c:pt idx="678">
                <c:v>-94.3487043660026</c:v>
              </c:pt>
              <c:pt idx="679">
                <c:v>-154.5643296905243</c:v>
              </c:pt>
              <c:pt idx="680">
                <c:v>-240.55747736670048</c:v>
              </c:pt>
              <c:pt idx="681">
                <c:v>-100.96385533869622</c:v>
              </c:pt>
              <c:pt idx="682">
                <c:v>-247.47612160731364</c:v>
              </c:pt>
              <c:pt idx="683">
                <c:v>-55.25159031088267</c:v>
              </c:pt>
              <c:pt idx="684">
                <c:v>-226.03330820697587</c:v>
              </c:pt>
              <c:pt idx="685">
                <c:v>-67.72000343509477</c:v>
              </c:pt>
              <c:pt idx="686">
                <c:v>-117.28515144891769</c:v>
              </c:pt>
              <c:pt idx="687">
                <c:v>-202.31370449335043</c:v>
              </c:pt>
              <c:pt idx="688">
                <c:v>-199.0273082079163</c:v>
              </c:pt>
              <c:pt idx="689">
                <c:v>-155.84182579870375</c:v>
              </c:pt>
              <c:pt idx="690">
                <c:v>-232.32712560673627</c:v>
              </c:pt>
              <c:pt idx="691">
                <c:v>-181.10292919029456</c:v>
              </c:pt>
              <c:pt idx="692">
                <c:v>-150.87358584633017</c:v>
              </c:pt>
              <c:pt idx="693">
                <c:v>-168.9399738917328</c:v>
              </c:pt>
              <c:pt idx="694">
                <c:v>-98.5496602064887</c:v>
              </c:pt>
              <c:pt idx="695">
                <c:v>-193.35769848243092</c:v>
              </c:pt>
              <c:pt idx="696">
                <c:v>-55.611408723416844</c:v>
              </c:pt>
              <c:pt idx="697">
                <c:v>-135.2918243686304</c:v>
              </c:pt>
              <c:pt idx="698">
                <c:v>-250.06701503116528</c:v>
              </c:pt>
              <c:pt idx="699">
                <c:v>-77.6485223929755</c:v>
              </c:pt>
              <c:pt idx="700">
                <c:v>-155.97654452454412</c:v>
              </c:pt>
              <c:pt idx="701">
                <c:v>-260.6278736651316</c:v>
              </c:pt>
              <c:pt idx="702">
                <c:v>-162.3427464542961</c:v>
              </c:pt>
              <c:pt idx="703">
                <c:v>-224.62707240987964</c:v>
              </c:pt>
              <c:pt idx="704">
                <c:v>-77.33236546378076</c:v>
              </c:pt>
              <c:pt idx="705">
                <c:v>-136.71451675657488</c:v>
              </c:pt>
              <c:pt idx="706">
                <c:v>-227.01886167403677</c:v>
              </c:pt>
              <c:pt idx="707">
                <c:v>-144.9512081554387</c:v>
              </c:pt>
              <c:pt idx="708">
                <c:v>-136.21063232425038</c:v>
              </c:pt>
              <c:pt idx="709">
                <c:v>-43.21190598352695</c:v>
              </c:pt>
              <c:pt idx="710">
                <c:v>-166.8827974257021</c:v>
              </c:pt>
              <c:pt idx="711">
                <c:v>-98.48292270037817</c:v>
              </c:pt>
              <c:pt idx="712">
                <c:v>-109.68119104657771</c:v>
              </c:pt>
              <c:pt idx="713">
                <c:v>-94.38878842390042</c:v>
              </c:pt>
              <c:pt idx="714">
                <c:v>-101.12365977582556</c:v>
              </c:pt>
              <c:pt idx="715">
                <c:v>-182.06965903228246</c:v>
              </c:pt>
              <c:pt idx="716">
                <c:v>-100.26483899282036</c:v>
              </c:pt>
              <c:pt idx="717">
                <c:v>-147.5441030714858</c:v>
              </c:pt>
              <c:pt idx="718">
                <c:v>-92.55624372104742</c:v>
              </c:pt>
              <c:pt idx="719">
                <c:v>-208.75844437301367</c:v>
              </c:pt>
              <c:pt idx="720">
                <c:v>-196.79526278358952</c:v>
              </c:pt>
              <c:pt idx="721">
                <c:v>-183.79014024771067</c:v>
              </c:pt>
              <c:pt idx="722">
                <c:v>-28.069371860817768</c:v>
              </c:pt>
              <c:pt idx="723">
                <c:v>-237.61617315723095</c:v>
              </c:pt>
              <c:pt idx="724">
                <c:v>-183.49449182814962</c:v>
              </c:pt>
              <c:pt idx="725">
                <c:v>-221.58604952466342</c:v>
              </c:pt>
              <c:pt idx="726">
                <c:v>-104.83744635691866</c:v>
              </c:pt>
              <c:pt idx="727">
                <c:v>-207.4382470653587</c:v>
              </c:pt>
              <c:pt idx="728">
                <c:v>-67.9046971785316</c:v>
              </c:pt>
              <c:pt idx="729">
                <c:v>-136.03439912497618</c:v>
              </c:pt>
              <c:pt idx="730">
                <c:v>-197.90852479592388</c:v>
              </c:pt>
              <c:pt idx="731">
                <c:v>-122.73392607759297</c:v>
              </c:pt>
              <c:pt idx="732">
                <c:v>-47.55147277805406</c:v>
              </c:pt>
              <c:pt idx="733">
                <c:v>-137.47184834642334</c:v>
              </c:pt>
              <c:pt idx="734">
                <c:v>-176.58416009814027</c:v>
              </c:pt>
              <c:pt idx="735">
                <c:v>-31.542494940976844</c:v>
              </c:pt>
              <c:pt idx="736">
                <c:v>-39.60846444564562</c:v>
              </c:pt>
              <c:pt idx="737">
                <c:v>-111.43990376713093</c:v>
              </c:pt>
              <c:pt idx="738">
                <c:v>-152.40450796226912</c:v>
              </c:pt>
              <c:pt idx="739">
                <c:v>-132.175528571295</c:v>
              </c:pt>
              <c:pt idx="740">
                <c:v>-150.99053158845553</c:v>
              </c:pt>
              <c:pt idx="741">
                <c:v>-28.88536381973084</c:v>
              </c:pt>
              <c:pt idx="742">
                <c:v>-218.8490559291656</c:v>
              </c:pt>
              <c:pt idx="743">
                <c:v>-195.68380660483223</c:v>
              </c:pt>
              <c:pt idx="744">
                <c:v>-147.7345876249979</c:v>
              </c:pt>
              <c:pt idx="745">
                <c:v>-97.48790253776647</c:v>
              </c:pt>
              <c:pt idx="746">
                <c:v>-119.35271735246798</c:v>
              </c:pt>
              <c:pt idx="747">
                <c:v>-169.546820634737</c:v>
              </c:pt>
              <c:pt idx="748">
                <c:v>-33.63460780732868</c:v>
              </c:pt>
              <c:pt idx="749">
                <c:v>-51.003770521364665</c:v>
              </c:pt>
              <c:pt idx="750">
                <c:v>-150.35265299774028</c:v>
              </c:pt>
              <c:pt idx="751">
                <c:v>-224.18856462194375</c:v>
              </c:pt>
              <c:pt idx="752">
                <c:v>-209.59761583816936</c:v>
              </c:pt>
              <c:pt idx="753">
                <c:v>-143.16769629661638</c:v>
              </c:pt>
              <c:pt idx="754">
                <c:v>-142.81303411773644</c:v>
              </c:pt>
              <c:pt idx="755">
                <c:v>-45.54173700384014</c:v>
              </c:pt>
              <c:pt idx="756">
                <c:v>-42.45533029419884</c:v>
              </c:pt>
              <c:pt idx="757">
                <c:v>-203.2128066130828</c:v>
              </c:pt>
              <c:pt idx="758">
                <c:v>-190.32494350180352</c:v>
              </c:pt>
              <c:pt idx="759">
                <c:v>-76.4075190172358</c:v>
              </c:pt>
              <c:pt idx="760">
                <c:v>-123.05585416386637</c:v>
              </c:pt>
              <c:pt idx="761">
                <c:v>-148.03240136716343</c:v>
              </c:pt>
              <c:pt idx="762">
                <c:v>-240.25056763448612</c:v>
              </c:pt>
              <c:pt idx="763">
                <c:v>-252.6605741968225</c:v>
              </c:pt>
              <c:pt idx="764">
                <c:v>-46.46516432999222</c:v>
              </c:pt>
              <c:pt idx="765">
                <c:v>-121.89801868918653</c:v>
              </c:pt>
              <c:pt idx="766">
                <c:v>-120.49160320085355</c:v>
              </c:pt>
              <c:pt idx="767">
                <c:v>-76.35263561433628</c:v>
              </c:pt>
              <c:pt idx="768">
                <c:v>-210.26409575521487</c:v>
              </c:pt>
              <c:pt idx="769">
                <c:v>-208.7606600141259</c:v>
              </c:pt>
              <c:pt idx="770">
                <c:v>-158.06044213410746</c:v>
              </c:pt>
              <c:pt idx="771">
                <c:v>-44.97344033228972</c:v>
              </c:pt>
              <c:pt idx="772">
                <c:v>-100.70959675451492</c:v>
              </c:pt>
              <c:pt idx="773">
                <c:v>-215.10199542267114</c:v>
              </c:pt>
              <c:pt idx="774">
                <c:v>-66.34017388361573</c:v>
              </c:pt>
              <c:pt idx="775">
                <c:v>-92.37004133265143</c:v>
              </c:pt>
              <c:pt idx="776">
                <c:v>-210.30470048478642</c:v>
              </c:pt>
              <c:pt idx="777">
                <c:v>-174.25179977903758</c:v>
              </c:pt>
              <c:pt idx="778">
                <c:v>-104.30271579876438</c:v>
              </c:pt>
              <c:pt idx="779">
                <c:v>-192.2082489629973</c:v>
              </c:pt>
              <c:pt idx="780">
                <c:v>-210.82669071911448</c:v>
              </c:pt>
              <c:pt idx="781">
                <c:v>-225.9764905677446</c:v>
              </c:pt>
              <c:pt idx="782">
                <c:v>-83.28862163669862</c:v>
              </c:pt>
              <c:pt idx="783">
                <c:v>-164.8272522661331</c:v>
              </c:pt>
              <c:pt idx="784">
                <c:v>-62.19020347094679</c:v>
              </c:pt>
              <c:pt idx="785">
                <c:v>-182.74281425905218</c:v>
              </c:pt>
              <c:pt idx="786">
                <c:v>-113.45681390217621</c:v>
              </c:pt>
              <c:pt idx="787">
                <c:v>-197.81442377431244</c:v>
              </c:pt>
              <c:pt idx="788">
                <c:v>-241.7678924882225</c:v>
              </c:pt>
              <c:pt idx="789">
                <c:v>-82.25018655588599</c:v>
              </c:pt>
              <c:pt idx="790">
                <c:v>-155.46868657184774</c:v>
              </c:pt>
              <c:pt idx="791">
                <c:v>-89.01825364352372</c:v>
              </c:pt>
              <c:pt idx="792">
                <c:v>-58.96773596775933</c:v>
              </c:pt>
              <c:pt idx="793">
                <c:v>-194.80078919496535</c:v>
              </c:pt>
              <c:pt idx="794">
                <c:v>-24.703774375283608</c:v>
              </c:pt>
              <c:pt idx="795">
                <c:v>-200.130056057546</c:v>
              </c:pt>
              <c:pt idx="796">
                <c:v>-122.4828155643618</c:v>
              </c:pt>
              <c:pt idx="797">
                <c:v>-181.71938480714198</c:v>
              </c:pt>
              <c:pt idx="798">
                <c:v>-135.003813319975</c:v>
              </c:pt>
              <c:pt idx="799">
                <c:v>-236.24741101327086</c:v>
              </c:pt>
              <c:pt idx="800">
                <c:v>-135.02123013197462</c:v>
              </c:pt>
              <c:pt idx="801">
                <c:v>-203.13237185296578</c:v>
              </c:pt>
              <c:pt idx="802">
                <c:v>-219.91439671677827</c:v>
              </c:pt>
              <c:pt idx="803">
                <c:v>-248.33196444592224</c:v>
              </c:pt>
              <c:pt idx="804">
                <c:v>-87.54542921497358</c:v>
              </c:pt>
              <c:pt idx="805">
                <c:v>-106.36134508279852</c:v>
              </c:pt>
              <c:pt idx="806">
                <c:v>-122.37440828095376</c:v>
              </c:pt>
              <c:pt idx="807">
                <c:v>-113.51642951038919</c:v>
              </c:pt>
              <c:pt idx="808">
                <c:v>-144.85654050103764</c:v>
              </c:pt>
              <c:pt idx="809">
                <c:v>-241.5756103123564</c:v>
              </c:pt>
              <c:pt idx="810">
                <c:v>-98.23165900870617</c:v>
              </c:pt>
              <c:pt idx="811">
                <c:v>-219.29820937100345</c:v>
              </c:pt>
              <c:pt idx="812">
                <c:v>-92.34884171499917</c:v>
              </c:pt>
              <c:pt idx="813">
                <c:v>-166.2237546392588</c:v>
              </c:pt>
              <c:pt idx="814">
                <c:v>-133.930353652449</c:v>
              </c:pt>
              <c:pt idx="815">
                <c:v>-43.94899126794074</c:v>
              </c:pt>
              <c:pt idx="816">
                <c:v>-200.58379352919687</c:v>
              </c:pt>
              <c:pt idx="817">
                <c:v>-111.72963697297732</c:v>
              </c:pt>
              <c:pt idx="818">
                <c:v>-163.2186792778844</c:v>
              </c:pt>
              <c:pt idx="819">
                <c:v>-33.640774099731956</c:v>
              </c:pt>
              <c:pt idx="820">
                <c:v>-190.87692548354687</c:v>
              </c:pt>
              <c:pt idx="821">
                <c:v>-231.12370579572274</c:v>
              </c:pt>
              <c:pt idx="822">
                <c:v>-245.64542697200085</c:v>
              </c:pt>
              <c:pt idx="823">
                <c:v>-59.046889740128</c:v>
              </c:pt>
              <c:pt idx="824">
                <c:v>-74.56114153330695</c:v>
              </c:pt>
              <c:pt idx="825">
                <c:v>-52.53455701732476</c:v>
              </c:pt>
              <c:pt idx="826">
                <c:v>-172.07720254322038</c:v>
              </c:pt>
              <c:pt idx="827">
                <c:v>-184.65034416394707</c:v>
              </c:pt>
              <c:pt idx="828">
                <c:v>-131.46831287965233</c:v>
              </c:pt>
              <c:pt idx="829">
                <c:v>-102.60993751874518</c:v>
              </c:pt>
              <c:pt idx="830">
                <c:v>-116.2428983024218</c:v>
              </c:pt>
              <c:pt idx="831">
                <c:v>-45.46361022788218</c:v>
              </c:pt>
              <c:pt idx="832">
                <c:v>-243.95154123027925</c:v>
              </c:pt>
              <c:pt idx="833">
                <c:v>-119.18890166121061</c:v>
              </c:pt>
              <c:pt idx="834">
                <c:v>-92.46940149672335</c:v>
              </c:pt>
              <c:pt idx="835">
                <c:v>-78.51310114048454</c:v>
              </c:pt>
              <c:pt idx="836">
                <c:v>-232.6327244421069</c:v>
              </c:pt>
              <c:pt idx="837">
                <c:v>-52.36415701575441</c:v>
              </c:pt>
              <c:pt idx="838">
                <c:v>-23.25388991016071</c:v>
              </c:pt>
              <c:pt idx="839">
                <c:v>-115.71096306508693</c:v>
              </c:pt>
              <c:pt idx="840">
                <c:v>-31.74274613185044</c:v>
              </c:pt>
              <c:pt idx="841">
                <c:v>-186.0403308232413</c:v>
              </c:pt>
              <c:pt idx="842">
                <c:v>-155.70227231896217</c:v>
              </c:pt>
              <c:pt idx="843">
                <c:v>-39.04428408794815</c:v>
              </c:pt>
              <c:pt idx="844">
                <c:v>-116.70506975620799</c:v>
              </c:pt>
              <c:pt idx="845">
                <c:v>-190.9392865712399</c:v>
              </c:pt>
              <c:pt idx="846">
                <c:v>-213.4561882576792</c:v>
              </c:pt>
              <c:pt idx="847">
                <c:v>-55.75077971890019</c:v>
              </c:pt>
              <c:pt idx="848">
                <c:v>-56.438869199606806</c:v>
              </c:pt>
              <c:pt idx="849">
                <c:v>-226.40524101238123</c:v>
              </c:pt>
              <c:pt idx="850">
                <c:v>-202.62731718215886</c:v>
              </c:pt>
              <c:pt idx="851">
                <c:v>-39.59350380629597</c:v>
              </c:pt>
              <c:pt idx="852">
                <c:v>-55.70828167778748</c:v>
              </c:pt>
              <c:pt idx="853">
                <c:v>-144.20692432554478</c:v>
              </c:pt>
              <c:pt idx="854">
                <c:v>-158.29748247368468</c:v>
              </c:pt>
              <c:pt idx="855">
                <c:v>-169.43535177544098</c:v>
              </c:pt>
              <c:pt idx="856">
                <c:v>-173.42632382423022</c:v>
              </c:pt>
              <c:pt idx="857">
                <c:v>-203.27711816574242</c:v>
              </c:pt>
              <c:pt idx="858">
                <c:v>-222.64007782788514</c:v>
              </c:pt>
              <c:pt idx="859">
                <c:v>-21.688308036166873</c:v>
              </c:pt>
              <c:pt idx="860">
                <c:v>-199.96493353186716</c:v>
              </c:pt>
              <c:pt idx="861">
                <c:v>-163.19493419936884</c:v>
              </c:pt>
              <c:pt idx="862">
                <c:v>-212.0076343673001</c:v>
              </c:pt>
              <c:pt idx="863">
                <c:v>-232.6163618782731</c:v>
              </c:pt>
              <c:pt idx="864">
                <c:v>-76.6995121941998</c:v>
              </c:pt>
              <c:pt idx="865">
                <c:v>-235.48462340221977</c:v>
              </c:pt>
              <c:pt idx="866">
                <c:v>-127.58452238345342</c:v>
              </c:pt>
              <c:pt idx="867">
                <c:v>-83.21332792585308</c:v>
              </c:pt>
              <c:pt idx="868">
                <c:v>-204.4696018421938</c:v>
              </c:pt>
              <c:pt idx="869">
                <c:v>-256.0059260448927</c:v>
              </c:pt>
              <c:pt idx="870">
                <c:v>-113.54248185766693</c:v>
              </c:pt>
              <c:pt idx="871">
                <c:v>-117.75117132558618</c:v>
              </c:pt>
              <c:pt idx="872">
                <c:v>-155.99256452112365</c:v>
              </c:pt>
              <c:pt idx="873">
                <c:v>-187.5370475918986</c:v>
              </c:pt>
              <c:pt idx="874">
                <c:v>-35.583724629781614</c:v>
              </c:pt>
              <c:pt idx="875">
                <c:v>-77.32645330293883</c:v>
              </c:pt>
              <c:pt idx="876">
                <c:v>-80.73283829566053</c:v>
              </c:pt>
              <c:pt idx="877">
                <c:v>-75.6169668371006</c:v>
              </c:pt>
              <c:pt idx="878">
                <c:v>-179.67404317272988</c:v>
              </c:pt>
              <c:pt idx="879">
                <c:v>-138.0098842369652</c:v>
              </c:pt>
              <c:pt idx="880">
                <c:v>-224.04611486358675</c:v>
              </c:pt>
              <c:pt idx="881">
                <c:v>-223.64658329292257</c:v>
              </c:pt>
              <c:pt idx="882">
                <c:v>-220.35229076103795</c:v>
              </c:pt>
              <c:pt idx="883">
                <c:v>-215.64160015547318</c:v>
              </c:pt>
              <c:pt idx="884">
                <c:v>-143.93418375291725</c:v>
              </c:pt>
              <c:pt idx="885">
                <c:v>-150.91589531237145</c:v>
              </c:pt>
              <c:pt idx="886">
                <c:v>-170.7647359996319</c:v>
              </c:pt>
              <c:pt idx="887">
                <c:v>-158.62773128734693</c:v>
              </c:pt>
              <c:pt idx="888">
                <c:v>-158.12355370138314</c:v>
              </c:pt>
              <c:pt idx="889">
                <c:v>-88.62402682080716</c:v>
              </c:pt>
              <c:pt idx="890">
                <c:v>-88.55147544403357</c:v>
              </c:pt>
              <c:pt idx="891">
                <c:v>-195.67490884032802</c:v>
              </c:pt>
              <c:pt idx="892">
                <c:v>-194.8145938451107</c:v>
              </c:pt>
              <c:pt idx="893">
                <c:v>-124.55751293130508</c:v>
              </c:pt>
              <c:pt idx="894">
                <c:v>-77.16981181242754</c:v>
              </c:pt>
              <c:pt idx="895">
                <c:v>-67.32889702330688</c:v>
              </c:pt>
              <c:pt idx="896">
                <c:v>-108.57692394221354</c:v>
              </c:pt>
              <c:pt idx="897">
                <c:v>-185.32397993812424</c:v>
              </c:pt>
              <c:pt idx="898">
                <c:v>-83.72080449620887</c:v>
              </c:pt>
              <c:pt idx="899">
                <c:v>-249.97254309972607</c:v>
              </c:pt>
              <c:pt idx="900">
                <c:v>-101.08964584698215</c:v>
              </c:pt>
              <c:pt idx="901">
                <c:v>-127.80123009323859</c:v>
              </c:pt>
              <c:pt idx="902">
                <c:v>-57.00035473117447</c:v>
              </c:pt>
              <c:pt idx="903">
                <c:v>-191.58921473067537</c:v>
              </c:pt>
              <c:pt idx="904">
                <c:v>-197.79143382567656</c:v>
              </c:pt>
              <c:pt idx="905">
                <c:v>-95.40994258896396</c:v>
              </c:pt>
              <c:pt idx="906">
                <c:v>-46.42016824004692</c:v>
              </c:pt>
              <c:pt idx="907">
                <c:v>-159.1220123775302</c:v>
              </c:pt>
              <c:pt idx="908">
                <c:v>-74.74145641869467</c:v>
              </c:pt>
              <c:pt idx="909">
                <c:v>-204.87993335211635</c:v>
              </c:pt>
              <c:pt idx="910">
                <c:v>-133.7882599288867</c:v>
              </c:pt>
              <c:pt idx="911">
                <c:v>-102.85507205370436</c:v>
              </c:pt>
              <c:pt idx="912">
                <c:v>-116.52593281604004</c:v>
              </c:pt>
              <c:pt idx="913">
                <c:v>-211.95408258588424</c:v>
              </c:pt>
              <c:pt idx="914">
                <c:v>-191.19301841506734</c:v>
              </c:pt>
              <c:pt idx="915">
                <c:v>-102.44625802142556</c:v>
              </c:pt>
              <c:pt idx="916">
                <c:v>-223.89298968590117</c:v>
              </c:pt>
              <c:pt idx="917">
                <c:v>-102.48922952900412</c:v>
              </c:pt>
              <c:pt idx="918">
                <c:v>-214.45511190527128</c:v>
              </c:pt>
              <c:pt idx="919">
                <c:v>-62.37146467819153</c:v>
              </c:pt>
              <c:pt idx="920">
                <c:v>-51.72534303851902</c:v>
              </c:pt>
              <c:pt idx="921">
                <c:v>-138.2908931768048</c:v>
              </c:pt>
              <c:pt idx="922">
                <c:v>-152.9099185485398</c:v>
              </c:pt>
              <c:pt idx="923">
                <c:v>-114.3059065314053</c:v>
              </c:pt>
              <c:pt idx="924">
                <c:v>-168.97901960603997</c:v>
              </c:pt>
              <c:pt idx="925">
                <c:v>-209.2970555123138</c:v>
              </c:pt>
              <c:pt idx="926">
                <c:v>-164.69812004027688</c:v>
              </c:pt>
              <c:pt idx="927">
                <c:v>-135.26033408455874</c:v>
              </c:pt>
              <c:pt idx="928">
                <c:v>-170.25377877639056</c:v>
              </c:pt>
              <c:pt idx="929">
                <c:v>-136.4339669701682</c:v>
              </c:pt>
              <c:pt idx="930">
                <c:v>-203.6005979992013</c:v>
              </c:pt>
              <c:pt idx="931">
                <c:v>-116.37219727319903</c:v>
              </c:pt>
              <c:pt idx="932">
                <c:v>-245.72748127077256</c:v>
              </c:pt>
              <c:pt idx="933">
                <c:v>-97.44586492869124</c:v>
              </c:pt>
              <c:pt idx="934">
                <c:v>-214.17077081680128</c:v>
              </c:pt>
              <c:pt idx="935">
                <c:v>-194.5807606256275</c:v>
              </c:pt>
              <c:pt idx="936">
                <c:v>-68.7293299831899</c:v>
              </c:pt>
              <c:pt idx="937">
                <c:v>-36.793216678752145</c:v>
              </c:pt>
              <c:pt idx="938">
                <c:v>-160.37637615832568</c:v>
              </c:pt>
              <c:pt idx="939">
                <c:v>-59.519512151952874</c:v>
              </c:pt>
              <c:pt idx="940">
                <c:v>-133.35895326732634</c:v>
              </c:pt>
              <c:pt idx="941">
                <c:v>-143.19091949698654</c:v>
              </c:pt>
              <c:pt idx="942">
                <c:v>-62.564253673014846</c:v>
              </c:pt>
              <c:pt idx="943">
                <c:v>-193.1992593719935</c:v>
              </c:pt>
              <c:pt idx="944">
                <c:v>-78.70818994063418</c:v>
              </c:pt>
              <c:pt idx="945">
                <c:v>-126.60120076663996</c:v>
              </c:pt>
              <c:pt idx="946">
                <c:v>-118.35000092032473</c:v>
              </c:pt>
              <c:pt idx="947">
                <c:v>-86.7064274575315</c:v>
              </c:pt>
              <c:pt idx="948">
                <c:v>-177.34769826217112</c:v>
              </c:pt>
              <c:pt idx="949">
                <c:v>-161.89167277689052</c:v>
              </c:pt>
              <c:pt idx="950">
                <c:v>-232.7417808965532</c:v>
              </c:pt>
              <c:pt idx="951">
                <c:v>-170.6069757678423</c:v>
              </c:pt>
              <c:pt idx="952">
                <c:v>-183.98511939910654</c:v>
              </c:pt>
              <c:pt idx="953">
                <c:v>-87.25592983341498</c:v>
              </c:pt>
              <c:pt idx="954">
                <c:v>-139.9571697896704</c:v>
              </c:pt>
              <c:pt idx="955">
                <c:v>-116.5673393935852</c:v>
              </c:pt>
              <c:pt idx="956">
                <c:v>-97.36843085327718</c:v>
              </c:pt>
              <c:pt idx="957">
                <c:v>-162.0204573353821</c:v>
              </c:pt>
              <c:pt idx="958">
                <c:v>-86.28035093601002</c:v>
              </c:pt>
              <c:pt idx="959">
                <c:v>-172.61148511132774</c:v>
              </c:pt>
              <c:pt idx="960">
                <c:v>-253.09664892224464</c:v>
              </c:pt>
              <c:pt idx="961">
                <c:v>-204.24599639015116</c:v>
              </c:pt>
              <c:pt idx="962">
                <c:v>-136.32100081807613</c:v>
              </c:pt>
              <c:pt idx="963">
                <c:v>-223.22572487542388</c:v>
              </c:pt>
              <c:pt idx="964">
                <c:v>-206.12567029464606</c:v>
              </c:pt>
              <c:pt idx="965">
                <c:v>-164.50647610464665</c:v>
              </c:pt>
              <c:pt idx="966">
                <c:v>-91.2179298458355</c:v>
              </c:pt>
              <c:pt idx="967">
                <c:v>-213.3257285006537</c:v>
              </c:pt>
              <c:pt idx="968">
                <c:v>-218.7119805476483</c:v>
              </c:pt>
              <c:pt idx="969">
                <c:v>-182.46228319682848</c:v>
              </c:pt>
              <c:pt idx="970">
                <c:v>-107.59722995877566</c:v>
              </c:pt>
              <c:pt idx="971">
                <c:v>-82.66160721459205</c:v>
              </c:pt>
              <c:pt idx="972">
                <c:v>-212.7219171408652</c:v>
              </c:pt>
              <c:pt idx="973">
                <c:v>-226.3747286908089</c:v>
              </c:pt>
              <c:pt idx="974">
                <c:v>-67.16352041806465</c:v>
              </c:pt>
              <c:pt idx="975">
                <c:v>-96.00926762892124</c:v>
              </c:pt>
              <c:pt idx="976">
                <c:v>-199.44522742299117</c:v>
              </c:pt>
              <c:pt idx="977">
                <c:v>-72.03638756770769</c:v>
              </c:pt>
              <c:pt idx="978">
                <c:v>-230.10517868999997</c:v>
              </c:pt>
              <c:pt idx="979">
                <c:v>-126.22392830748092</c:v>
              </c:pt>
              <c:pt idx="980">
                <c:v>-257.9107857130243</c:v>
              </c:pt>
              <c:pt idx="981">
                <c:v>-249.0559977368967</c:v>
              </c:pt>
              <c:pt idx="982">
                <c:v>-209.8495357872901</c:v>
              </c:pt>
              <c:pt idx="983">
                <c:v>-159.6755448185445</c:v>
              </c:pt>
              <c:pt idx="984">
                <c:v>-248.32830412908595</c:v>
              </c:pt>
              <c:pt idx="985">
                <c:v>-207.09358526000864</c:v>
              </c:pt>
              <c:pt idx="986">
                <c:v>-30.516398059178286</c:v>
              </c:pt>
              <c:pt idx="987">
                <c:v>-205.7530377919308</c:v>
              </c:pt>
              <c:pt idx="988">
                <c:v>-48.79160900346795</c:v>
              </c:pt>
              <c:pt idx="989">
                <c:v>-136.0601917173854</c:v>
              </c:pt>
              <c:pt idx="990">
                <c:v>-91.66175007563388</c:v>
              </c:pt>
              <c:pt idx="991">
                <c:v>-159.8397564880023</c:v>
              </c:pt>
              <c:pt idx="992">
                <c:v>-150.4258334860112</c:v>
              </c:pt>
              <c:pt idx="993">
                <c:v>-74.12199418430828</c:v>
              </c:pt>
              <c:pt idx="994">
                <c:v>-77.74598192825982</c:v>
              </c:pt>
              <c:pt idx="995">
                <c:v>-126.79499142876438</c:v>
              </c:pt>
              <c:pt idx="996">
                <c:v>-177.9065555102165</c:v>
              </c:pt>
              <c:pt idx="997">
                <c:v>-123.62488830560272</c:v>
              </c:pt>
              <c:pt idx="998">
                <c:v>-260.24119393369347</c:v>
              </c:pt>
              <c:pt idx="999">
                <c:v>-85.41650666141608</c:v>
              </c:pt>
              <c:pt idx="1000">
                <c:v>-233.8645068355647</c:v>
              </c:pt>
              <c:pt idx="1001">
                <c:v>-177.22904367219044</c:v>
              </c:pt>
              <c:pt idx="1002">
                <c:v>-81.36838459165055</c:v>
              </c:pt>
              <c:pt idx="1003">
                <c:v>-129.51493025377536</c:v>
              </c:pt>
              <c:pt idx="1004">
                <c:v>-248.89328081012607</c:v>
              </c:pt>
              <c:pt idx="1005">
                <c:v>-103.00740265767462</c:v>
              </c:pt>
              <c:pt idx="1006">
                <c:v>-73.58941905342765</c:v>
              </c:pt>
              <c:pt idx="1007">
                <c:v>-56.22571101517607</c:v>
              </c:pt>
              <c:pt idx="1008">
                <c:v>-170.46789528046568</c:v>
              </c:pt>
              <c:pt idx="1009">
                <c:v>-72.31178294323988</c:v>
              </c:pt>
              <c:pt idx="1010">
                <c:v>-104.21216057180158</c:v>
              </c:pt>
              <c:pt idx="1011">
                <c:v>-28.12196428604831</c:v>
              </c:pt>
              <c:pt idx="1012">
                <c:v>-66.30683867572122</c:v>
              </c:pt>
              <c:pt idx="1013">
                <c:v>-189.45328173797856</c:v>
              </c:pt>
              <c:pt idx="1014">
                <c:v>-96.0573985942452</c:v>
              </c:pt>
              <c:pt idx="1015">
                <c:v>-231.66324949794165</c:v>
              </c:pt>
              <c:pt idx="1016">
                <c:v>-177.38057528028077</c:v>
              </c:pt>
              <c:pt idx="1017">
                <c:v>-59.83621916741274</c:v>
              </c:pt>
              <c:pt idx="1018">
                <c:v>-138.56210318009306</c:v>
              </c:pt>
              <c:pt idx="1019">
                <c:v>-149.98939958965076</c:v>
              </c:pt>
              <c:pt idx="1020">
                <c:v>-140.70541039142063</c:v>
              </c:pt>
              <c:pt idx="1021">
                <c:v>-106.92399507578557</c:v>
              </c:pt>
              <c:pt idx="1022">
                <c:v>-207.04520100413845</c:v>
              </c:pt>
              <c:pt idx="1023">
                <c:v>-203.52891130484699</c:v>
              </c:pt>
              <c:pt idx="1024">
                <c:v>-139.3414978164319</c:v>
              </c:pt>
              <c:pt idx="1025">
                <c:v>-250.35410995428134</c:v>
              </c:pt>
              <c:pt idx="1026">
                <c:v>-150.90971351610526</c:v>
              </c:pt>
              <c:pt idx="1027">
                <c:v>-49.004437691921694</c:v>
              </c:pt>
              <c:pt idx="1028">
                <c:v>-41.57407745242583</c:v>
              </c:pt>
              <c:pt idx="1029">
                <c:v>-175.50327751768344</c:v>
              </c:pt>
              <c:pt idx="1030">
                <c:v>-94.25575720015485</c:v>
              </c:pt>
              <c:pt idx="1031">
                <c:v>-103.79330757280108</c:v>
              </c:pt>
              <c:pt idx="1032">
                <c:v>-159.47831042626024</c:v>
              </c:pt>
              <c:pt idx="1033">
                <c:v>-161.11507638485352</c:v>
              </c:pt>
              <c:pt idx="1034">
                <c:v>-138.0675552477357</c:v>
              </c:pt>
              <c:pt idx="1035">
                <c:v>-110.72483726479292</c:v>
              </c:pt>
              <c:pt idx="1036">
                <c:v>-77.40064057792412</c:v>
              </c:pt>
              <c:pt idx="1037">
                <c:v>-63.09843270061854</c:v>
              </c:pt>
              <c:pt idx="1038">
                <c:v>-247.85350155527584</c:v>
              </c:pt>
              <c:pt idx="1039">
                <c:v>-165.98369878179778</c:v>
              </c:pt>
              <c:pt idx="1040">
                <c:v>-159.89729434457215</c:v>
              </c:pt>
              <c:pt idx="1041">
                <c:v>-45.17445607150259</c:v>
              </c:pt>
              <c:pt idx="1042">
                <c:v>-43.04907063515148</c:v>
              </c:pt>
              <c:pt idx="1043">
                <c:v>-144.76001137698785</c:v>
              </c:pt>
              <c:pt idx="1044">
                <c:v>-245.65084283344405</c:v>
              </c:pt>
              <c:pt idx="1045">
                <c:v>-73.31405161111196</c:v>
              </c:pt>
              <c:pt idx="1046">
                <c:v>-104.1602774974592</c:v>
              </c:pt>
              <c:pt idx="1047">
                <c:v>-207.0364628515354</c:v>
              </c:pt>
              <c:pt idx="1048">
                <c:v>-215.17503727152916</c:v>
              </c:pt>
              <c:pt idx="1049">
                <c:v>-86.05056081813515</c:v>
              </c:pt>
              <c:pt idx="1050">
                <c:v>-97.64890209506969</c:v>
              </c:pt>
              <c:pt idx="1051">
                <c:v>-259.95648182278467</c:v>
              </c:pt>
              <c:pt idx="1052">
                <c:v>-208.43776704662642</c:v>
              </c:pt>
              <c:pt idx="1053">
                <c:v>-100.5679023075064</c:v>
              </c:pt>
              <c:pt idx="1054">
                <c:v>-168.85758893140058</c:v>
              </c:pt>
              <c:pt idx="1055">
                <c:v>-62.786911437651355</c:v>
              </c:pt>
              <c:pt idx="1056">
                <c:v>-41.81072338398685</c:v>
              </c:pt>
              <c:pt idx="1057">
                <c:v>-155.22928195701957</c:v>
              </c:pt>
              <c:pt idx="1058">
                <c:v>-208.64198292943863</c:v>
              </c:pt>
              <c:pt idx="1059">
                <c:v>-208.97375543800337</c:v>
              </c:pt>
              <c:pt idx="1060">
                <c:v>-200.5857664002464</c:v>
              </c:pt>
              <c:pt idx="1061">
                <c:v>-134.64588770882708</c:v>
              </c:pt>
              <c:pt idx="1062">
                <c:v>-51.802034039868474</c:v>
              </c:pt>
              <c:pt idx="1063">
                <c:v>-64.8210021879555</c:v>
              </c:pt>
              <c:pt idx="1064">
                <c:v>-79.3889443335494</c:v>
              </c:pt>
              <c:pt idx="1065">
                <c:v>-86.21505955128897</c:v>
              </c:pt>
              <c:pt idx="1066">
                <c:v>-76.82251717456685</c:v>
              </c:pt>
              <c:pt idx="1067">
                <c:v>-104.46604173059802</c:v>
              </c:pt>
              <c:pt idx="1068">
                <c:v>-256.1599986710603</c:v>
              </c:pt>
              <c:pt idx="1069">
                <c:v>-78.64210774417806</c:v>
              </c:pt>
              <c:pt idx="1070">
                <c:v>-33.97508494521742</c:v>
              </c:pt>
              <c:pt idx="1071">
                <c:v>-95.64525925333103</c:v>
              </c:pt>
              <c:pt idx="1072">
                <c:v>-211.4228425635181</c:v>
              </c:pt>
              <c:pt idx="1073">
                <c:v>-257.8338964296254</c:v>
              </c:pt>
              <c:pt idx="1074">
                <c:v>-159.5320631285665</c:v>
              </c:pt>
              <c:pt idx="1075">
                <c:v>-151.8765008719397</c:v>
              </c:pt>
              <c:pt idx="1076">
                <c:v>-21.55602472676356</c:v>
              </c:pt>
              <c:pt idx="1077">
                <c:v>-78.92974208648859</c:v>
              </c:pt>
              <c:pt idx="1078">
                <c:v>-231.77171971227258</c:v>
              </c:pt>
              <c:pt idx="1079">
                <c:v>-128.25854826400914</c:v>
              </c:pt>
              <c:pt idx="1080">
                <c:v>-147.28210562282783</c:v>
              </c:pt>
              <c:pt idx="1081">
                <c:v>-161.57117188716524</c:v>
              </c:pt>
              <c:pt idx="1082">
                <c:v>-116.2408729551774</c:v>
              </c:pt>
              <c:pt idx="1083">
                <c:v>-131.64561945450765</c:v>
              </c:pt>
              <c:pt idx="1084">
                <c:v>-196.34300096788897</c:v>
              </c:pt>
              <c:pt idx="1085">
                <c:v>-164.30386584457602</c:v>
              </c:pt>
              <c:pt idx="1086">
                <c:v>-195.56876221032778</c:v>
              </c:pt>
              <c:pt idx="1087">
                <c:v>-148.59401802664087</c:v>
              </c:pt>
              <c:pt idx="1088">
                <c:v>-147.20808096007516</c:v>
              </c:pt>
              <c:pt idx="1089">
                <c:v>-91.50253650840854</c:v>
              </c:pt>
              <c:pt idx="1090">
                <c:v>-236.35884750285783</c:v>
              </c:pt>
              <c:pt idx="1091">
                <c:v>-44.961513303138496</c:v>
              </c:pt>
              <c:pt idx="1092">
                <c:v>-69.62835973802642</c:v>
              </c:pt>
              <c:pt idx="1093">
                <c:v>-94.44319372472292</c:v>
              </c:pt>
              <c:pt idx="1094">
                <c:v>-205.47162123298585</c:v>
              </c:pt>
              <c:pt idx="1095">
                <c:v>-55.61296545056725</c:v>
              </c:pt>
              <c:pt idx="1096">
                <c:v>-92.52310692494909</c:v>
              </c:pt>
              <c:pt idx="1097">
                <c:v>-33.04072066883439</c:v>
              </c:pt>
              <c:pt idx="1098">
                <c:v>-55.32435998297294</c:v>
              </c:pt>
              <c:pt idx="1099">
                <c:v>-149.41405357480923</c:v>
              </c:pt>
              <c:pt idx="1100">
                <c:v>-196.38726357846508</c:v>
              </c:pt>
              <c:pt idx="1101">
                <c:v>-81.61080920249805</c:v>
              </c:pt>
              <c:pt idx="1102">
                <c:v>-218.8974851671649</c:v>
              </c:pt>
              <c:pt idx="1103">
                <c:v>-248.7733067295505</c:v>
              </c:pt>
              <c:pt idx="1104">
                <c:v>-74.825825425407</c:v>
              </c:pt>
              <c:pt idx="1105">
                <c:v>-135.6925214115115</c:v>
              </c:pt>
              <c:pt idx="1106">
                <c:v>-141.7555431401457</c:v>
              </c:pt>
              <c:pt idx="1107">
                <c:v>-57.65549862469538</c:v>
              </c:pt>
              <c:pt idx="1108">
                <c:v>-53.758402709811115</c:v>
              </c:pt>
              <c:pt idx="1109">
                <c:v>-254.89185612522812</c:v>
              </c:pt>
              <c:pt idx="1110">
                <c:v>-64.06005847446588</c:v>
              </c:pt>
              <c:pt idx="1111">
                <c:v>-135.96159864940145</c:v>
              </c:pt>
              <c:pt idx="1112">
                <c:v>-54.93222323862268</c:v>
              </c:pt>
              <c:pt idx="1113">
                <c:v>-58.625738970967376</c:v>
              </c:pt>
              <c:pt idx="1114">
                <c:v>-71.81849114398344</c:v>
              </c:pt>
              <c:pt idx="1115">
                <c:v>-208.9623117456466</c:v>
              </c:pt>
              <c:pt idx="1116">
                <c:v>-53.55226420881715</c:v>
              </c:pt>
              <c:pt idx="1117">
                <c:v>-215.77298736325508</c:v>
              </c:pt>
              <c:pt idx="1118">
                <c:v>-265.2168637170727</c:v>
              </c:pt>
              <c:pt idx="1119">
                <c:v>-220.42959354277644</c:v>
              </c:pt>
              <c:pt idx="1120">
                <c:v>-215.23756288024512</c:v>
              </c:pt>
              <c:pt idx="1121">
                <c:v>-260.8138417202038</c:v>
              </c:pt>
              <c:pt idx="1122">
                <c:v>-150.59796159120708</c:v>
              </c:pt>
              <c:pt idx="1123">
                <c:v>-104.1448571574702</c:v>
              </c:pt>
              <c:pt idx="1124">
                <c:v>-157.71700191150785</c:v>
              </c:pt>
              <c:pt idx="1125">
                <c:v>-205.8203784037724</c:v>
              </c:pt>
              <c:pt idx="1126">
                <c:v>-126.84401477518361</c:v>
              </c:pt>
              <c:pt idx="1127">
                <c:v>-141.71505746939852</c:v>
              </c:pt>
              <c:pt idx="1128">
                <c:v>-89.10646686861992</c:v>
              </c:pt>
              <c:pt idx="1129">
                <c:v>-134.90055112615167</c:v>
              </c:pt>
              <c:pt idx="1130">
                <c:v>-243.78925356865037</c:v>
              </c:pt>
              <c:pt idx="1131">
                <c:v>-185.96026327497628</c:v>
              </c:pt>
              <c:pt idx="1132">
                <c:v>-45.6488236523365</c:v>
              </c:pt>
              <c:pt idx="1133">
                <c:v>-99.8120984162374</c:v>
              </c:pt>
              <c:pt idx="1134">
                <c:v>-85.06458628985315</c:v>
              </c:pt>
              <c:pt idx="1135">
                <c:v>-32.17533159183683</c:v>
              </c:pt>
              <c:pt idx="1136">
                <c:v>-128.78688746958724</c:v>
              </c:pt>
              <c:pt idx="1137">
                <c:v>-202.10041743139718</c:v>
              </c:pt>
              <c:pt idx="1138">
                <c:v>-228.40997268907324</c:v>
              </c:pt>
              <c:pt idx="1139">
                <c:v>-24.657308709907568</c:v>
              </c:pt>
              <c:pt idx="1140">
                <c:v>-170.84865830439344</c:v>
              </c:pt>
              <c:pt idx="1141">
                <c:v>-165.05119186391852</c:v>
              </c:pt>
              <c:pt idx="1142">
                <c:v>-89.78132024272334</c:v>
              </c:pt>
              <c:pt idx="1143">
                <c:v>-163.2565422680414</c:v>
              </c:pt>
              <c:pt idx="1144">
                <c:v>-186.91659005525742</c:v>
              </c:pt>
              <c:pt idx="1145">
                <c:v>-72.340465985993</c:v>
              </c:pt>
              <c:pt idx="1146">
                <c:v>-156.1821783205848</c:v>
              </c:pt>
              <c:pt idx="1147">
                <c:v>-74.64699188997686</c:v>
              </c:pt>
              <c:pt idx="1148">
                <c:v>-228.25597657538978</c:v>
              </c:pt>
              <c:pt idx="1149">
                <c:v>-66.57878000185401</c:v>
              </c:pt>
              <c:pt idx="1150">
                <c:v>-156.62753982084712</c:v>
              </c:pt>
              <c:pt idx="1151">
                <c:v>-81.37809545290217</c:v>
              </c:pt>
              <c:pt idx="1152">
                <c:v>-234.26936948640795</c:v>
              </c:pt>
              <c:pt idx="1153">
                <c:v>-191.96500186953892</c:v>
              </c:pt>
              <c:pt idx="1154">
                <c:v>-191.34268726599564</c:v>
              </c:pt>
              <c:pt idx="1155">
                <c:v>-74.20223520473644</c:v>
              </c:pt>
              <c:pt idx="1156">
                <c:v>-142.71584694612704</c:v>
              </c:pt>
              <c:pt idx="1157">
                <c:v>-39.172123588202155</c:v>
              </c:pt>
              <c:pt idx="1158">
                <c:v>-71.76479984377791</c:v>
              </c:pt>
              <c:pt idx="1159">
                <c:v>-174.03101989642028</c:v>
              </c:pt>
              <c:pt idx="1160">
                <c:v>-61.20402859186473</c:v>
              </c:pt>
              <c:pt idx="1161">
                <c:v>-117.21245319872294</c:v>
              </c:pt>
              <c:pt idx="1162">
                <c:v>-191.16762441529008</c:v>
              </c:pt>
              <c:pt idx="1163">
                <c:v>-217.7366047876442</c:v>
              </c:pt>
              <c:pt idx="1164">
                <c:v>-99.10571784343551</c:v>
              </c:pt>
              <c:pt idx="1165">
                <c:v>-209.09136212638</c:v>
              </c:pt>
              <c:pt idx="1166">
                <c:v>-181.02837003246333</c:v>
              </c:pt>
              <c:pt idx="1167">
                <c:v>-158.92713480017585</c:v>
              </c:pt>
              <c:pt idx="1168">
                <c:v>-118.87452788710114</c:v>
              </c:pt>
              <c:pt idx="1169">
                <c:v>-257.4244852671477</c:v>
              </c:pt>
              <c:pt idx="1170">
                <c:v>-177.98286365663233</c:v>
              </c:pt>
              <c:pt idx="1171">
                <c:v>-45.49356060639036</c:v>
              </c:pt>
              <c:pt idx="1172">
                <c:v>-106.16683749086539</c:v>
              </c:pt>
              <c:pt idx="1173">
                <c:v>-146.10013826385938</c:v>
              </c:pt>
              <c:pt idx="1174">
                <c:v>-71.82662642890645</c:v>
              </c:pt>
              <c:pt idx="1175">
                <c:v>-207.79820296036303</c:v>
              </c:pt>
              <c:pt idx="1176">
                <c:v>-50.49103449386591</c:v>
              </c:pt>
              <c:pt idx="1177">
                <c:v>-48.80204891170804</c:v>
              </c:pt>
              <c:pt idx="1178">
                <c:v>-145.28173012242334</c:v>
              </c:pt>
              <c:pt idx="1179">
                <c:v>-138.89423008100707</c:v>
              </c:pt>
              <c:pt idx="1180">
                <c:v>-125.68530395879773</c:v>
              </c:pt>
              <c:pt idx="1181">
                <c:v>-162.4673401638762</c:v>
              </c:pt>
              <c:pt idx="1182">
                <c:v>-59.82623354165457</c:v>
              </c:pt>
              <c:pt idx="1183">
                <c:v>-144.23080866395912</c:v>
              </c:pt>
              <c:pt idx="1184">
                <c:v>-124.91339664851162</c:v>
              </c:pt>
              <c:pt idx="1185">
                <c:v>-176.8512412129549</c:v>
              </c:pt>
              <c:pt idx="1186">
                <c:v>-261.06803365547626</c:v>
              </c:pt>
              <c:pt idx="1187">
                <c:v>-183.16939186465174</c:v>
              </c:pt>
              <c:pt idx="1188">
                <c:v>-230.44710143838336</c:v>
              </c:pt>
              <c:pt idx="1189">
                <c:v>-185.17807495519708</c:v>
              </c:pt>
              <c:pt idx="1190">
                <c:v>-49.46306989177246</c:v>
              </c:pt>
              <c:pt idx="1191">
                <c:v>-168.39916559928656</c:v>
              </c:pt>
              <c:pt idx="1192">
                <c:v>-256.225852936557</c:v>
              </c:pt>
              <c:pt idx="1193">
                <c:v>-63.063693577991124</c:v>
              </c:pt>
              <c:pt idx="1194">
                <c:v>-87.40732392409862</c:v>
              </c:pt>
              <c:pt idx="1195">
                <c:v>-83.28405582948723</c:v>
              </c:pt>
              <c:pt idx="1196">
                <c:v>-203.34928992309884</c:v>
              </c:pt>
              <c:pt idx="1197">
                <c:v>-158.62344858987422</c:v>
              </c:pt>
              <c:pt idx="1198">
                <c:v>-108.99072179412113</c:v>
              </c:pt>
              <c:pt idx="1199">
                <c:v>-39.21874582058638</c:v>
              </c:pt>
              <c:pt idx="1200">
                <c:v>-199.96189375482385</c:v>
              </c:pt>
              <c:pt idx="1201">
                <c:v>-53.691571681799346</c:v>
              </c:pt>
              <c:pt idx="1202">
                <c:v>-55.235720648828405</c:v>
              </c:pt>
              <c:pt idx="1203">
                <c:v>-118.48176285942607</c:v>
              </c:pt>
              <c:pt idx="1204">
                <c:v>-94.99676521418468</c:v>
              </c:pt>
              <c:pt idx="1205">
                <c:v>-238.45603695077472</c:v>
              </c:pt>
              <c:pt idx="1206">
                <c:v>-183.33410211395596</c:v>
              </c:pt>
              <c:pt idx="1207">
                <c:v>-197.85809543665408</c:v>
              </c:pt>
              <c:pt idx="1208">
                <c:v>-120.93722780081154</c:v>
              </c:pt>
              <c:pt idx="1209">
                <c:v>-126.74703708917203</c:v>
              </c:pt>
              <c:pt idx="1210">
                <c:v>-60.01493841247912</c:v>
              </c:pt>
              <c:pt idx="1211">
                <c:v>-245.92732877574</c:v>
              </c:pt>
              <c:pt idx="1212">
                <c:v>-57.180651681454606</c:v>
              </c:pt>
              <c:pt idx="1213">
                <c:v>-79.70508003081308</c:v>
              </c:pt>
              <c:pt idx="1214">
                <c:v>-114.89620470123693</c:v>
              </c:pt>
              <c:pt idx="1215">
                <c:v>-71.86113051766806</c:v>
              </c:pt>
              <c:pt idx="1216">
                <c:v>-181.02973858518942</c:v>
              </c:pt>
              <c:pt idx="1217">
                <c:v>-102.57319544950485</c:v>
              </c:pt>
              <c:pt idx="1218">
                <c:v>-47.95395787286587</c:v>
              </c:pt>
              <c:pt idx="1219">
                <c:v>-253.0448944379496</c:v>
              </c:pt>
              <c:pt idx="1220">
                <c:v>-261.6842967505356</c:v>
              </c:pt>
              <c:pt idx="1221">
                <c:v>-217.2931410814005</c:v>
              </c:pt>
              <c:pt idx="1222">
                <c:v>-74.84307295097163</c:v>
              </c:pt>
              <c:pt idx="1223">
                <c:v>-73.45817758618885</c:v>
              </c:pt>
              <c:pt idx="1224">
                <c:v>-227.98839058219642</c:v>
              </c:pt>
              <c:pt idx="1225">
                <c:v>-203.59070207004496</c:v>
              </c:pt>
              <c:pt idx="1226">
                <c:v>-209.18302606636504</c:v>
              </c:pt>
              <c:pt idx="1227">
                <c:v>-69.85234061750135</c:v>
              </c:pt>
              <c:pt idx="1228">
                <c:v>-140.38826010289398</c:v>
              </c:pt>
              <c:pt idx="1229">
                <c:v>-95.11051664843502</c:v>
              </c:pt>
              <c:pt idx="1230">
                <c:v>-134.17828185795196</c:v>
              </c:pt>
              <c:pt idx="1231">
                <c:v>-143.221911390444</c:v>
              </c:pt>
              <c:pt idx="1232">
                <c:v>-199.837211385031</c:v>
              </c:pt>
              <c:pt idx="1233">
                <c:v>-197.91842908077692</c:v>
              </c:pt>
              <c:pt idx="1234">
                <c:v>-244.11544860100824</c:v>
              </c:pt>
              <c:pt idx="1235">
                <c:v>-196.79355071950036</c:v>
              </c:pt>
              <c:pt idx="1236">
                <c:v>-211.35726319060305</c:v>
              </c:pt>
              <c:pt idx="1237">
                <c:v>-42.266304672770524</c:v>
              </c:pt>
              <c:pt idx="1238">
                <c:v>-20.52433212880021</c:v>
              </c:pt>
              <c:pt idx="1239">
                <c:v>-129.23908448405626</c:v>
              </c:pt>
              <c:pt idx="1240">
                <c:v>-82.89440911989699</c:v>
              </c:pt>
              <c:pt idx="1241">
                <c:v>-156.58621745817118</c:v>
              </c:pt>
              <c:pt idx="1242">
                <c:v>-45.20688701262972</c:v>
              </c:pt>
              <c:pt idx="1243">
                <c:v>-133.6284118580717</c:v>
              </c:pt>
              <c:pt idx="1244">
                <c:v>-220.93491681074346</c:v>
              </c:pt>
              <c:pt idx="1245">
                <c:v>-180.80514832316672</c:v>
              </c:pt>
              <c:pt idx="1246">
                <c:v>-243.64954151441617</c:v>
              </c:pt>
              <c:pt idx="1247">
                <c:v>-86.89414093876806</c:v>
              </c:pt>
              <c:pt idx="1248">
                <c:v>-96.46473952185147</c:v>
              </c:pt>
              <c:pt idx="1249">
                <c:v>-150.42482552243047</c:v>
              </c:pt>
              <c:pt idx="1250">
                <c:v>-199.57904378525095</c:v>
              </c:pt>
              <c:pt idx="1251">
                <c:v>-168.27981429699332</c:v>
              </c:pt>
              <c:pt idx="1252">
                <c:v>-118.12392207796556</c:v>
              </c:pt>
              <c:pt idx="1253">
                <c:v>-159.14950409609008</c:v>
              </c:pt>
              <c:pt idx="1254">
                <c:v>-138.31025972066874</c:v>
              </c:pt>
              <c:pt idx="1255">
                <c:v>-117.33497563291995</c:v>
              </c:pt>
              <c:pt idx="1256">
                <c:v>-53.82373535664148</c:v>
              </c:pt>
              <c:pt idx="1257">
                <c:v>-59.109264308394444</c:v>
              </c:pt>
              <c:pt idx="1258">
                <c:v>-223.32441783706346</c:v>
              </c:pt>
              <c:pt idx="1259">
                <c:v>-50.74258663728746</c:v>
              </c:pt>
              <c:pt idx="1260">
                <c:v>-114.83122921918707</c:v>
              </c:pt>
              <c:pt idx="1261">
                <c:v>-226.3338495927625</c:v>
              </c:pt>
              <c:pt idx="1262">
                <c:v>-153.12153370213673</c:v>
              </c:pt>
              <c:pt idx="1263">
                <c:v>-167.51224964964308</c:v>
              </c:pt>
              <c:pt idx="1264">
                <c:v>-169.0473440471775</c:v>
              </c:pt>
              <c:pt idx="1265">
                <c:v>-74.55027688779548</c:v>
              </c:pt>
              <c:pt idx="1266">
                <c:v>-134.05796807229888</c:v>
              </c:pt>
              <c:pt idx="1267">
                <c:v>-183.57522771459878</c:v>
              </c:pt>
              <c:pt idx="1268">
                <c:v>-174.81156498389754</c:v>
              </c:pt>
              <c:pt idx="1269">
                <c:v>-98.09867090236874</c:v>
              </c:pt>
              <c:pt idx="1270">
                <c:v>-258.83896454312867</c:v>
              </c:pt>
              <c:pt idx="1271">
                <c:v>-79.63525724184849</c:v>
              </c:pt>
              <c:pt idx="1272">
                <c:v>-138.38250553584334</c:v>
              </c:pt>
              <c:pt idx="1273">
                <c:v>-175.6053799184495</c:v>
              </c:pt>
              <c:pt idx="1274">
                <c:v>-107.89502584249568</c:v>
              </c:pt>
              <c:pt idx="1275">
                <c:v>-252.11442988945348</c:v>
              </c:pt>
              <c:pt idx="1276">
                <c:v>-219.09164303594017</c:v>
              </c:pt>
              <c:pt idx="1277">
                <c:v>-147.59787055557078</c:v>
              </c:pt>
              <c:pt idx="1278">
                <c:v>-104.87982580886322</c:v>
              </c:pt>
              <c:pt idx="1279">
                <c:v>-256.44074010026486</c:v>
              </c:pt>
              <c:pt idx="1280">
                <c:v>-113.59880773658446</c:v>
              </c:pt>
              <c:pt idx="1281">
                <c:v>-70.74950248975813</c:v>
              </c:pt>
              <c:pt idx="1282">
                <c:v>-257.5133532953158</c:v>
              </c:pt>
              <c:pt idx="1283">
                <c:v>-262.95012297435426</c:v>
              </c:pt>
              <c:pt idx="1284">
                <c:v>-89.51714174632771</c:v>
              </c:pt>
              <c:pt idx="1285">
                <c:v>-102.82135784357453</c:v>
              </c:pt>
              <c:pt idx="1286">
                <c:v>-100.47962319243052</c:v>
              </c:pt>
              <c:pt idx="1287">
                <c:v>-67.27004661110514</c:v>
              </c:pt>
              <c:pt idx="1288">
                <c:v>-155.0663515035092</c:v>
              </c:pt>
              <c:pt idx="1289">
                <c:v>-151.3437264255511</c:v>
              </c:pt>
              <c:pt idx="1290">
                <c:v>-155.6275755031374</c:v>
              </c:pt>
              <c:pt idx="1291">
                <c:v>-96.61268563685282</c:v>
              </c:pt>
              <c:pt idx="1292">
                <c:v>-193.68349627826052</c:v>
              </c:pt>
              <c:pt idx="1293">
                <c:v>-117.56810948951414</c:v>
              </c:pt>
              <c:pt idx="1294">
                <c:v>-62.75764302565504</c:v>
              </c:pt>
              <c:pt idx="1295">
                <c:v>-175.75582844028028</c:v>
              </c:pt>
              <c:pt idx="1296">
                <c:v>-154.31427453843773</c:v>
              </c:pt>
              <c:pt idx="1297">
                <c:v>-69.74057007285876</c:v>
              </c:pt>
              <c:pt idx="1298">
                <c:v>-209.95676034129954</c:v>
              </c:pt>
              <c:pt idx="1299">
                <c:v>-249.32158649151708</c:v>
              </c:pt>
              <c:pt idx="1300">
                <c:v>-215.21121562960616</c:v>
              </c:pt>
              <c:pt idx="1301">
                <c:v>-106.44912458329202</c:v>
              </c:pt>
              <c:pt idx="1302">
                <c:v>-143.16001138563422</c:v>
              </c:pt>
              <c:pt idx="1303">
                <c:v>-205.7804543096315</c:v>
              </c:pt>
              <c:pt idx="1304">
                <c:v>-234.5866330534502</c:v>
              </c:pt>
              <c:pt idx="1305">
                <c:v>-81.76505324505857</c:v>
              </c:pt>
              <c:pt idx="1306">
                <c:v>-171.0303389316967</c:v>
              </c:pt>
              <c:pt idx="1307">
                <c:v>-76.5431293770488</c:v>
              </c:pt>
              <c:pt idx="1308">
                <c:v>-51.672797232726026</c:v>
              </c:pt>
              <c:pt idx="1309">
                <c:v>-251.1917170508508</c:v>
              </c:pt>
              <c:pt idx="1310">
                <c:v>-105.89990601639127</c:v>
              </c:pt>
              <c:pt idx="1311">
                <c:v>-197.86494889076195</c:v>
              </c:pt>
              <c:pt idx="1312">
                <c:v>-223.047194523113</c:v>
              </c:pt>
              <c:pt idx="1313">
                <c:v>-147.38867528998793</c:v>
              </c:pt>
              <c:pt idx="1314">
                <c:v>-85.57920525947029</c:v>
              </c:pt>
              <c:pt idx="1315">
                <c:v>-194.04566397105702</c:v>
              </c:pt>
              <c:pt idx="1316">
                <c:v>-186.58780807016157</c:v>
              </c:pt>
              <c:pt idx="1317">
                <c:v>-103.42162151238404</c:v>
              </c:pt>
              <c:pt idx="1318">
                <c:v>-113.39789864618575</c:v>
              </c:pt>
              <c:pt idx="1319">
                <c:v>-124.22960739441973</c:v>
              </c:pt>
              <c:pt idx="1320">
                <c:v>-223.6345211894264</c:v>
              </c:pt>
              <c:pt idx="1321">
                <c:v>-158.36979813489802</c:v>
              </c:pt>
              <c:pt idx="1322">
                <c:v>-146.32264016890778</c:v>
              </c:pt>
              <c:pt idx="1323">
                <c:v>-143.4353085379313</c:v>
              </c:pt>
              <c:pt idx="1324">
                <c:v>-148.21838189709888</c:v>
              </c:pt>
              <c:pt idx="1325">
                <c:v>-218.07849118109854</c:v>
              </c:pt>
              <c:pt idx="1326">
                <c:v>-70.90222140364054</c:v>
              </c:pt>
              <c:pt idx="1327">
                <c:v>-48.51775689709792</c:v>
              </c:pt>
              <c:pt idx="1328">
                <c:v>-170.4494686552692</c:v>
              </c:pt>
              <c:pt idx="1329">
                <c:v>-249.03541120467017</c:v>
              </c:pt>
              <c:pt idx="1330">
                <c:v>-194.72989075758315</c:v>
              </c:pt>
              <c:pt idx="1331">
                <c:v>-30.03579201133455</c:v>
              </c:pt>
              <c:pt idx="1332">
                <c:v>-208.37215723993722</c:v>
              </c:pt>
              <c:pt idx="1333">
                <c:v>-146.02895426610792</c:v>
              </c:pt>
              <c:pt idx="1334">
                <c:v>-177.0638840726399</c:v>
              </c:pt>
              <c:pt idx="1335">
                <c:v>-84.43050793791724</c:v>
              </c:pt>
              <c:pt idx="1336">
                <c:v>-176.8039408356716</c:v>
              </c:pt>
              <c:pt idx="1337">
                <c:v>-256.59156241291305</c:v>
              </c:pt>
              <c:pt idx="1338">
                <c:v>-209.40320885473133</c:v>
              </c:pt>
              <c:pt idx="1339">
                <c:v>-97.21186436447556</c:v>
              </c:pt>
              <c:pt idx="1340">
                <c:v>-120.86680147449844</c:v>
              </c:pt>
              <c:pt idx="1341">
                <c:v>-93.51066193618452</c:v>
              </c:pt>
              <c:pt idx="1342">
                <c:v>-168.30553554980858</c:v>
              </c:pt>
              <c:pt idx="1343">
                <c:v>-86.19240491812182</c:v>
              </c:pt>
              <c:pt idx="1344">
                <c:v>-159.01344806031676</c:v>
              </c:pt>
              <c:pt idx="1345">
                <c:v>-84.28720143820037</c:v>
              </c:pt>
              <c:pt idx="1346">
                <c:v>-81.94200921415924</c:v>
              </c:pt>
              <c:pt idx="1347">
                <c:v>-101.61495283088132</c:v>
              </c:pt>
              <c:pt idx="1348">
                <c:v>-195.24649620145647</c:v>
              </c:pt>
              <c:pt idx="1349">
                <c:v>-175.58851281450842</c:v>
              </c:pt>
              <c:pt idx="1350">
                <c:v>-212.88230964157398</c:v>
              </c:pt>
              <c:pt idx="1351">
                <c:v>-119.6341902727084</c:v>
              </c:pt>
              <c:pt idx="1352">
                <c:v>-156.54914121695805</c:v>
              </c:pt>
              <c:pt idx="1353">
                <c:v>-32.34664784300372</c:v>
              </c:pt>
              <c:pt idx="1354">
                <c:v>-204.12568899689896</c:v>
              </c:pt>
              <c:pt idx="1355">
                <c:v>-193.4829561685008</c:v>
              </c:pt>
              <c:pt idx="1356">
                <c:v>-128.70089834558098</c:v>
              </c:pt>
              <c:pt idx="1357">
                <c:v>-221.4360846719654</c:v>
              </c:pt>
              <c:pt idx="1358">
                <c:v>-126.92165950485565</c:v>
              </c:pt>
              <c:pt idx="1359">
                <c:v>-162.3732054982255</c:v>
              </c:pt>
              <c:pt idx="1360">
                <c:v>-133.73868336156562</c:v>
              </c:pt>
              <c:pt idx="1361">
                <c:v>-169.88368357709808</c:v>
              </c:pt>
              <c:pt idx="1362">
                <c:v>-103.31005670933251</c:v>
              </c:pt>
              <c:pt idx="1363">
                <c:v>-219.53589769655568</c:v>
              </c:pt>
              <c:pt idx="1364">
                <c:v>-69.63861949394779</c:v>
              </c:pt>
              <c:pt idx="1365">
                <c:v>-147.5090484116712</c:v>
              </c:pt>
              <c:pt idx="1366">
                <c:v>-102.54893516227868</c:v>
              </c:pt>
              <c:pt idx="1367">
                <c:v>-72.05183612267318</c:v>
              </c:pt>
              <c:pt idx="1368">
                <c:v>-212.44813904351503</c:v>
              </c:pt>
              <c:pt idx="1369">
                <c:v>-196.09478249975763</c:v>
              </c:pt>
              <c:pt idx="1370">
                <c:v>-132.95487253948562</c:v>
              </c:pt>
              <c:pt idx="1371">
                <c:v>-241.30902767477852</c:v>
              </c:pt>
              <c:pt idx="1372">
                <c:v>-205.0563864389915</c:v>
              </c:pt>
              <c:pt idx="1373">
                <c:v>-54.663819249017855</c:v>
              </c:pt>
              <c:pt idx="1374">
                <c:v>-205.90496716679567</c:v>
              </c:pt>
              <c:pt idx="1375">
                <c:v>-114.74998154498732</c:v>
              </c:pt>
              <c:pt idx="1376">
                <c:v>-231.41050984319588</c:v>
              </c:pt>
              <c:pt idx="1377">
                <c:v>-42.15293985409542</c:v>
              </c:pt>
              <c:pt idx="1378">
                <c:v>-91.45187364832552</c:v>
              </c:pt>
              <c:pt idx="1379">
                <c:v>-100.96517491143926</c:v>
              </c:pt>
              <c:pt idx="1380">
                <c:v>-57.5992660285315</c:v>
              </c:pt>
              <c:pt idx="1381">
                <c:v>-171.92087363779862</c:v>
              </c:pt>
              <c:pt idx="1382">
                <c:v>-97.16788925810161</c:v>
              </c:pt>
              <c:pt idx="1383">
                <c:v>-59.01367902014794</c:v>
              </c:pt>
              <c:pt idx="1384">
                <c:v>-172.93254078973513</c:v>
              </c:pt>
              <c:pt idx="1385">
                <c:v>-182.20256702972998</c:v>
              </c:pt>
              <c:pt idx="1386">
                <c:v>-253.74899975242877</c:v>
              </c:pt>
              <c:pt idx="1387">
                <c:v>-200.9550856011254</c:v>
              </c:pt>
              <c:pt idx="1388">
                <c:v>-150.8404287557894</c:v>
              </c:pt>
              <c:pt idx="1389">
                <c:v>-102.16146534325614</c:v>
              </c:pt>
              <c:pt idx="1390">
                <c:v>-111.44734264355554</c:v>
              </c:pt>
              <c:pt idx="1391">
                <c:v>-150.73937634061514</c:v>
              </c:pt>
              <c:pt idx="1392">
                <c:v>-100.41455521897257</c:v>
              </c:pt>
              <c:pt idx="1393">
                <c:v>-41.906740316973696</c:v>
              </c:pt>
              <c:pt idx="1394">
                <c:v>-66.44877992416686</c:v>
              </c:pt>
              <c:pt idx="1395">
                <c:v>-176.3317199014225</c:v>
              </c:pt>
              <c:pt idx="1396">
                <c:v>-83.31645960388241</c:v>
              </c:pt>
              <c:pt idx="1397">
                <c:v>-253.17500521339954</c:v>
              </c:pt>
              <c:pt idx="1398">
                <c:v>-259.83909062559474</c:v>
              </c:pt>
              <c:pt idx="1399">
                <c:v>-43.33018798591287</c:v>
              </c:pt>
              <c:pt idx="1400">
                <c:v>-173.59096053092202</c:v>
              </c:pt>
              <c:pt idx="1401">
                <c:v>-207.88077894416824</c:v>
              </c:pt>
              <c:pt idx="1402">
                <c:v>-29.67690640291049</c:v>
              </c:pt>
              <c:pt idx="1403">
                <c:v>-215.91303813949276</c:v>
              </c:pt>
              <c:pt idx="1404">
                <c:v>-86.36118404086824</c:v>
              </c:pt>
              <c:pt idx="1405">
                <c:v>-54.82609733053599</c:v>
              </c:pt>
              <c:pt idx="1406">
                <c:v>-253.0732264922524</c:v>
              </c:pt>
              <c:pt idx="1407">
                <c:v>-184.3443661382562</c:v>
              </c:pt>
              <c:pt idx="1408">
                <c:v>-241.492813526259</c:v>
              </c:pt>
              <c:pt idx="1409">
                <c:v>-229.69934292618044</c:v>
              </c:pt>
              <c:pt idx="1410">
                <c:v>-222.03361698741313</c:v>
              </c:pt>
              <c:pt idx="1411">
                <c:v>-102.71851294377947</c:v>
              </c:pt>
              <c:pt idx="1412">
                <c:v>-88.31766493487441</c:v>
              </c:pt>
              <c:pt idx="1413">
                <c:v>-209.76982762430293</c:v>
              </c:pt>
              <c:pt idx="1414">
                <c:v>-197.92493402813272</c:v>
              </c:pt>
              <c:pt idx="1415">
                <c:v>-57.66799261554935</c:v>
              </c:pt>
              <c:pt idx="1416">
                <c:v>-182.28959776819698</c:v>
              </c:pt>
              <c:pt idx="1417">
                <c:v>-136.43736181541914</c:v>
              </c:pt>
              <c:pt idx="1418">
                <c:v>-213.6170945320052</c:v>
              </c:pt>
              <c:pt idx="1419">
                <c:v>-214.15357382451253</c:v>
              </c:pt>
              <c:pt idx="1420">
                <c:v>-210.6530377692433</c:v>
              </c:pt>
              <c:pt idx="1421">
                <c:v>-234.01079855367928</c:v>
              </c:pt>
              <c:pt idx="1422">
                <c:v>-225.36662648874602</c:v>
              </c:pt>
              <c:pt idx="1423">
                <c:v>-140.62335754273448</c:v>
              </c:pt>
              <c:pt idx="1424">
                <c:v>-187.81310858475555</c:v>
              </c:pt>
              <c:pt idx="1425">
                <c:v>-150.1005400848996</c:v>
              </c:pt>
              <c:pt idx="1426">
                <c:v>-201.02020125777497</c:v>
              </c:pt>
              <c:pt idx="1427">
                <c:v>-163.7152547803395</c:v>
              </c:pt>
              <c:pt idx="1428">
                <c:v>-129.3683302977829</c:v>
              </c:pt>
              <c:pt idx="1429">
                <c:v>-129.00128388683623</c:v>
              </c:pt>
              <c:pt idx="1430">
                <c:v>-53.482184656437404</c:v>
              </c:pt>
              <c:pt idx="1431">
                <c:v>-156.85070858443333</c:v>
              </c:pt>
              <c:pt idx="1432">
                <c:v>-177.18721479933976</c:v>
              </c:pt>
              <c:pt idx="1433">
                <c:v>-120.27197069994268</c:v>
              </c:pt>
              <c:pt idx="1434">
                <c:v>-140.8408001747306</c:v>
              </c:pt>
              <c:pt idx="1435">
                <c:v>-31.5152859713885</c:v>
              </c:pt>
              <c:pt idx="1436">
                <c:v>-62.704049431667684</c:v>
              </c:pt>
              <c:pt idx="1437">
                <c:v>-184.57259691427686</c:v>
              </c:pt>
              <c:pt idx="1438">
                <c:v>-209.47011008105642</c:v>
              </c:pt>
              <c:pt idx="1439">
                <c:v>-219.31168543697837</c:v>
              </c:pt>
              <c:pt idx="1440">
                <c:v>-68.96461171194159</c:v>
              </c:pt>
              <c:pt idx="1441">
                <c:v>-239.47010956502785</c:v>
              </c:pt>
              <c:pt idx="1442">
                <c:v>-58.477814766462544</c:v>
              </c:pt>
              <c:pt idx="1443">
                <c:v>-45.644927510045534</c:v>
              </c:pt>
              <c:pt idx="1444">
                <c:v>-46.27101366900352</c:v>
              </c:pt>
              <c:pt idx="1445">
                <c:v>-207.12461265560952</c:v>
              </c:pt>
              <c:pt idx="1446">
                <c:v>-222.03725274343233</c:v>
              </c:pt>
              <c:pt idx="1447">
                <c:v>-208.3946710943844</c:v>
              </c:pt>
              <c:pt idx="1448">
                <c:v>-115.02712621987348</c:v>
              </c:pt>
              <c:pt idx="1449">
                <c:v>-225.53769981215152</c:v>
              </c:pt>
              <c:pt idx="1450">
                <c:v>-175.0320496330442</c:v>
              </c:pt>
              <c:pt idx="1451">
                <c:v>-215.81496860836847</c:v>
              </c:pt>
              <c:pt idx="1452">
                <c:v>-154.69685398175272</c:v>
              </c:pt>
              <c:pt idx="1453">
                <c:v>-65.78214928121295</c:v>
              </c:pt>
              <c:pt idx="1454">
                <c:v>-168.099106262492</c:v>
              </c:pt>
              <c:pt idx="1455">
                <c:v>-112.2544324102088</c:v>
              </c:pt>
              <c:pt idx="1456">
                <c:v>-230.8270404168136</c:v>
              </c:pt>
              <c:pt idx="1457">
                <c:v>-70.7232690933147</c:v>
              </c:pt>
              <c:pt idx="1458">
                <c:v>-201.0839788049059</c:v>
              </c:pt>
              <c:pt idx="1459">
                <c:v>-260.2090044211045</c:v>
              </c:pt>
              <c:pt idx="1460">
                <c:v>-92.28189985492236</c:v>
              </c:pt>
              <c:pt idx="1461">
                <c:v>-226.224238313164</c:v>
              </c:pt>
              <c:pt idx="1462">
                <c:v>-83.29924325169809</c:v>
              </c:pt>
              <c:pt idx="1463">
                <c:v>-57.535558330090744</c:v>
              </c:pt>
              <c:pt idx="1464">
                <c:v>-47.4444334408071</c:v>
              </c:pt>
              <c:pt idx="1465">
                <c:v>-131.48583689391154</c:v>
              </c:pt>
              <c:pt idx="1466">
                <c:v>-101.98966206932369</c:v>
              </c:pt>
              <c:pt idx="1467">
                <c:v>-33.387137783106986</c:v>
              </c:pt>
              <c:pt idx="1468">
                <c:v>-96.48321255007781</c:v>
              </c:pt>
              <c:pt idx="1469">
                <c:v>-68.15554898844734</c:v>
              </c:pt>
              <c:pt idx="1470">
                <c:v>-194.8072115394469</c:v>
              </c:pt>
              <c:pt idx="1471">
                <c:v>-256.0809644908554</c:v>
              </c:pt>
              <c:pt idx="1472">
                <c:v>-138.08179222349304</c:v>
              </c:pt>
              <c:pt idx="1473">
                <c:v>-183.16155876649358</c:v>
              </c:pt>
              <c:pt idx="1474">
                <c:v>-130.53756222160652</c:v>
              </c:pt>
              <c:pt idx="1475">
                <c:v>-128.73907943996755</c:v>
              </c:pt>
              <c:pt idx="1476">
                <c:v>-132.2995177465597</c:v>
              </c:pt>
              <c:pt idx="1477">
                <c:v>-119.32241619945816</c:v>
              </c:pt>
              <c:pt idx="1478">
                <c:v>-113.2343700821273</c:v>
              </c:pt>
              <c:pt idx="1479">
                <c:v>-224.146422028602</c:v>
              </c:pt>
              <c:pt idx="1480">
                <c:v>-191.56368491510347</c:v>
              </c:pt>
              <c:pt idx="1481">
                <c:v>-228.5529206824086</c:v>
              </c:pt>
              <c:pt idx="1482">
                <c:v>-250.3016811681423</c:v>
              </c:pt>
              <c:pt idx="1483">
                <c:v>-61.19603772881864</c:v>
              </c:pt>
              <c:pt idx="1484">
                <c:v>-150.9388864148686</c:v>
              </c:pt>
              <c:pt idx="1485">
                <c:v>-193.28595398380378</c:v>
              </c:pt>
              <c:pt idx="1486">
                <c:v>-107.00031032062196</c:v>
              </c:pt>
              <c:pt idx="1487">
                <c:v>-253.2906709281694</c:v>
              </c:pt>
              <c:pt idx="1488">
                <c:v>-232.80439370845926</c:v>
              </c:pt>
              <c:pt idx="1489">
                <c:v>-224.08419305377566</c:v>
              </c:pt>
              <c:pt idx="1490">
                <c:v>-110.05666251828723</c:v>
              </c:pt>
              <c:pt idx="1491">
                <c:v>-37.627456621904756</c:v>
              </c:pt>
              <c:pt idx="1492">
                <c:v>-65.557366430391</c:v>
              </c:pt>
              <c:pt idx="1493">
                <c:v>-152.5286476778378</c:v>
              </c:pt>
              <c:pt idx="1494">
                <c:v>-243.45480137848833</c:v>
              </c:pt>
              <c:pt idx="1495">
                <c:v>-85.70653136359005</c:v>
              </c:pt>
              <c:pt idx="1496">
                <c:v>-94.49844020385846</c:v>
              </c:pt>
              <c:pt idx="1497">
                <c:v>-241.34144246500713</c:v>
              </c:pt>
              <c:pt idx="1498">
                <c:v>-236.25015966170193</c:v>
              </c:pt>
              <c:pt idx="1499">
                <c:v>-246.56283296163272</c:v>
              </c:pt>
              <c:pt idx="1500">
                <c:v>-101.02148347040172</c:v>
              </c:pt>
              <c:pt idx="1501">
                <c:v>-112.64406964990484</c:v>
              </c:pt>
              <c:pt idx="1502">
                <c:v>-237.7702981388251</c:v>
              </c:pt>
              <c:pt idx="1503">
                <c:v>-155.89001563277478</c:v>
              </c:pt>
              <c:pt idx="1504">
                <c:v>-152.05716398349074</c:v>
              </c:pt>
              <c:pt idx="1505">
                <c:v>-48.52476753482252</c:v>
              </c:pt>
              <c:pt idx="1506">
                <c:v>-253.94574786932205</c:v>
              </c:pt>
              <c:pt idx="1507">
                <c:v>-203.0612318663859</c:v>
              </c:pt>
              <c:pt idx="1508">
                <c:v>-154.56189012779382</c:v>
              </c:pt>
              <c:pt idx="1509">
                <c:v>-264.9031047230589</c:v>
              </c:pt>
              <c:pt idx="1510">
                <c:v>-231.17090792592865</c:v>
              </c:pt>
              <c:pt idx="1511">
                <c:v>-199.54420890824866</c:v>
              </c:pt>
              <c:pt idx="1512">
                <c:v>-186.79622239716412</c:v>
              </c:pt>
              <c:pt idx="1513">
                <c:v>-161.88369317471927</c:v>
              </c:pt>
              <c:pt idx="1514">
                <c:v>-166.79140063291732</c:v>
              </c:pt>
              <c:pt idx="1515">
                <c:v>-209.40167765580412</c:v>
              </c:pt>
              <c:pt idx="1516">
                <c:v>-260.3442289037866</c:v>
              </c:pt>
              <c:pt idx="1517">
                <c:v>-181.64903721419404</c:v>
              </c:pt>
              <c:pt idx="1518">
                <c:v>-187.62293264806777</c:v>
              </c:pt>
              <c:pt idx="1519">
                <c:v>-188.41670565934965</c:v>
              </c:pt>
              <c:pt idx="1520">
                <c:v>-159.96405424616796</c:v>
              </c:pt>
              <c:pt idx="1521">
                <c:v>-116.52840435590095</c:v>
              </c:pt>
              <c:pt idx="1522">
                <c:v>-110.11441770453962</c:v>
              </c:pt>
              <c:pt idx="1523">
                <c:v>-72.69367904310266</c:v>
              </c:pt>
              <c:pt idx="1524">
                <c:v>-194.91165395716007</c:v>
              </c:pt>
              <c:pt idx="1525">
                <c:v>-90.64934100457685</c:v>
              </c:pt>
              <c:pt idx="1526">
                <c:v>-234.9323417462992</c:v>
              </c:pt>
              <c:pt idx="1527">
                <c:v>-161.50273084802578</c:v>
              </c:pt>
              <c:pt idx="1528">
                <c:v>-173.55484793004896</c:v>
              </c:pt>
              <c:pt idx="1529">
                <c:v>-143.53442145832918</c:v>
              </c:pt>
              <c:pt idx="1530">
                <c:v>-148.0060810905431</c:v>
              </c:pt>
              <c:pt idx="1531">
                <c:v>-99.0665001089136</c:v>
              </c:pt>
              <c:pt idx="1532">
                <c:v>-93.28239273077622</c:v>
              </c:pt>
              <c:pt idx="1533">
                <c:v>-16.91154127012674</c:v>
              </c:pt>
              <c:pt idx="1534">
                <c:v>-118.42618749855194</c:v>
              </c:pt>
              <c:pt idx="1535">
                <c:v>-141.8661565618458</c:v>
              </c:pt>
              <c:pt idx="1536">
                <c:v>-93.61121603124322</c:v>
              </c:pt>
              <c:pt idx="1537">
                <c:v>-126.10896174422354</c:v>
              </c:pt>
              <c:pt idx="1538">
                <c:v>-103.14354355874542</c:v>
              </c:pt>
              <c:pt idx="1539">
                <c:v>-44.91224439504444</c:v>
              </c:pt>
              <c:pt idx="1540">
                <c:v>-103.27116913543816</c:v>
              </c:pt>
              <c:pt idx="1541">
                <c:v>-78.67572395106367</c:v>
              </c:pt>
              <c:pt idx="1542">
                <c:v>-62.06619664454928</c:v>
              </c:pt>
              <c:pt idx="1543">
                <c:v>-122.86902176050893</c:v>
              </c:pt>
              <c:pt idx="1544">
                <c:v>-82.03929900669749</c:v>
              </c:pt>
              <c:pt idx="1545">
                <c:v>-81.54667386942648</c:v>
              </c:pt>
              <c:pt idx="1546">
                <c:v>-207.05800549838398</c:v>
              </c:pt>
              <c:pt idx="1547">
                <c:v>-50.12518518665969</c:v>
              </c:pt>
              <c:pt idx="1548">
                <c:v>-57.07730527793383</c:v>
              </c:pt>
              <c:pt idx="1549">
                <c:v>-112.33451896024735</c:v>
              </c:pt>
              <c:pt idx="1550">
                <c:v>-34.89201904747689</c:v>
              </c:pt>
              <c:pt idx="1551">
                <c:v>-74.07639941951354</c:v>
              </c:pt>
              <c:pt idx="1552">
                <c:v>-226.00952264459406</c:v>
              </c:pt>
              <c:pt idx="1553">
                <c:v>-104.68024172857369</c:v>
              </c:pt>
              <c:pt idx="1554">
                <c:v>-171.93367017481472</c:v>
              </c:pt>
              <c:pt idx="1555">
                <c:v>-136.34272009566604</c:v>
              </c:pt>
              <c:pt idx="1556">
                <c:v>-83.80417597080721</c:v>
              </c:pt>
              <c:pt idx="1557">
                <c:v>-21.67400804355748</c:v>
              </c:pt>
              <c:pt idx="1558">
                <c:v>-234.85920638064587</c:v>
              </c:pt>
              <c:pt idx="1559">
                <c:v>-166.23231622987424</c:v>
              </c:pt>
              <c:pt idx="1560">
                <c:v>-224.54829841048505</c:v>
              </c:pt>
              <c:pt idx="1561">
                <c:v>-54.04412967625523</c:v>
              </c:pt>
              <c:pt idx="1562">
                <c:v>-251.77259382776055</c:v>
              </c:pt>
              <c:pt idx="1563">
                <c:v>-66.46233216230262</c:v>
              </c:pt>
              <c:pt idx="1564">
                <c:v>-109.75407616754438</c:v>
              </c:pt>
              <c:pt idx="1565">
                <c:v>-31.224608102336667</c:v>
              </c:pt>
              <c:pt idx="1566">
                <c:v>-97.64423149948175</c:v>
              </c:pt>
              <c:pt idx="1567">
                <c:v>-67.30028986276193</c:v>
              </c:pt>
              <c:pt idx="1568">
                <c:v>-177.0402243473184</c:v>
              </c:pt>
              <c:pt idx="1569">
                <c:v>-180.07074145919256</c:v>
              </c:pt>
              <c:pt idx="1570">
                <c:v>-42.779783719439195</c:v>
              </c:pt>
              <c:pt idx="1571">
                <c:v>-156.6825841187748</c:v>
              </c:pt>
              <c:pt idx="1572">
                <c:v>-65.08282299665974</c:v>
              </c:pt>
              <c:pt idx="1573">
                <c:v>-77.09127704460728</c:v>
              </c:pt>
              <c:pt idx="1574">
                <c:v>-57.67336354712233</c:v>
              </c:pt>
              <c:pt idx="1575">
                <c:v>-246.0122561995194</c:v>
              </c:pt>
              <c:pt idx="1576">
                <c:v>-113.44594105733611</c:v>
              </c:pt>
              <c:pt idx="1577">
                <c:v>-59.81758597298659</c:v>
              </c:pt>
              <c:pt idx="1578">
                <c:v>-144.33383003893238</c:v>
              </c:pt>
              <c:pt idx="1579">
                <c:v>-113.88625379418738</c:v>
              </c:pt>
              <c:pt idx="1580">
                <c:v>-179.01030216802815</c:v>
              </c:pt>
              <c:pt idx="1581">
                <c:v>-45.458917342707196</c:v>
              </c:pt>
              <c:pt idx="1582">
                <c:v>-248.33492439166395</c:v>
              </c:pt>
              <c:pt idx="1583">
                <c:v>-175.8254604953976</c:v>
              </c:pt>
              <c:pt idx="1584">
                <c:v>-149.69745787216624</c:v>
              </c:pt>
              <c:pt idx="1585">
                <c:v>-121.76035692247154</c:v>
              </c:pt>
              <c:pt idx="1586">
                <c:v>-46.59170342098392</c:v>
              </c:pt>
              <c:pt idx="1587">
                <c:v>-47.97144694379692</c:v>
              </c:pt>
              <c:pt idx="1588">
                <c:v>-235.14144722474933</c:v>
              </c:pt>
              <c:pt idx="1589">
                <c:v>-181.29988217728493</c:v>
              </c:pt>
              <c:pt idx="1590">
                <c:v>-243.98961750058328</c:v>
              </c:pt>
              <c:pt idx="1591">
                <c:v>-187.91399050821587</c:v>
              </c:pt>
              <c:pt idx="1592">
                <c:v>-201.60567952085466</c:v>
              </c:pt>
              <c:pt idx="1593">
                <c:v>-50.94004613923924</c:v>
              </c:pt>
              <c:pt idx="1594">
                <c:v>-56.51878747847519</c:v>
              </c:pt>
              <c:pt idx="1595">
                <c:v>-212.74423451540855</c:v>
              </c:pt>
              <c:pt idx="1596">
                <c:v>-73.68838274345293</c:v>
              </c:pt>
              <c:pt idx="1597">
                <c:v>-242.30083372179004</c:v>
              </c:pt>
              <c:pt idx="1598">
                <c:v>-163.17683660039242</c:v>
              </c:pt>
              <c:pt idx="1599">
                <c:v>-199.6827287518724</c:v>
              </c:pt>
              <c:pt idx="1600">
                <c:v>-250.39565289872195</c:v>
              </c:pt>
              <c:pt idx="1601">
                <c:v>-205.0086762683806</c:v>
              </c:pt>
              <c:pt idx="1602">
                <c:v>-52.94634978552253</c:v>
              </c:pt>
              <c:pt idx="1603">
                <c:v>-142.95659919630737</c:v>
              </c:pt>
              <c:pt idx="1604">
                <c:v>-103.46606588472869</c:v>
              </c:pt>
              <c:pt idx="1605">
                <c:v>-233.20330794717404</c:v>
              </c:pt>
              <c:pt idx="1606">
                <c:v>-168.14991599012478</c:v>
              </c:pt>
              <c:pt idx="1607">
                <c:v>-56.69728901694921</c:v>
              </c:pt>
              <c:pt idx="1608">
                <c:v>-63.385419566369166</c:v>
              </c:pt>
              <c:pt idx="1609">
                <c:v>-34.93457640766738</c:v>
              </c:pt>
              <c:pt idx="1610">
                <c:v>-160.3700437130008</c:v>
              </c:pt>
              <c:pt idx="1611">
                <c:v>-228.63113769541718</c:v>
              </c:pt>
              <c:pt idx="1612">
                <c:v>-224.44617201943055</c:v>
              </c:pt>
              <c:pt idx="1613">
                <c:v>-36.203044318483556</c:v>
              </c:pt>
              <c:pt idx="1614">
                <c:v>-205.67693224321118</c:v>
              </c:pt>
              <c:pt idx="1615">
                <c:v>-138.00793818081482</c:v>
              </c:pt>
              <c:pt idx="1616">
                <c:v>-223.1697345807226</c:v>
              </c:pt>
              <c:pt idx="1617">
                <c:v>-244.08559541285507</c:v>
              </c:pt>
              <c:pt idx="1618">
                <c:v>-124.75572411725449</c:v>
              </c:pt>
              <c:pt idx="1619">
                <c:v>-102.46097176660048</c:v>
              </c:pt>
              <c:pt idx="1620">
                <c:v>-68.76649783436517</c:v>
              </c:pt>
              <c:pt idx="1621">
                <c:v>-84.88710687189118</c:v>
              </c:pt>
              <c:pt idx="1622">
                <c:v>-226.6808029862967</c:v>
              </c:pt>
              <c:pt idx="1623">
                <c:v>-236.87168557410428</c:v>
              </c:pt>
              <c:pt idx="1624">
                <c:v>-95.11515358527444</c:v>
              </c:pt>
              <c:pt idx="1625">
                <c:v>-36.80219082850538</c:v>
              </c:pt>
              <c:pt idx="1626">
                <c:v>-82.01440504219224</c:v>
              </c:pt>
              <c:pt idx="1627">
                <c:v>-234.5388113498325</c:v>
              </c:pt>
              <c:pt idx="1628">
                <c:v>-249.27225527719008</c:v>
              </c:pt>
              <c:pt idx="1629">
                <c:v>-52.81595284352592</c:v>
              </c:pt>
              <c:pt idx="1630">
                <c:v>-231.6397048480438</c:v>
              </c:pt>
              <c:pt idx="1631">
                <c:v>-244.01767993168818</c:v>
              </c:pt>
              <c:pt idx="1632">
                <c:v>-54.85799487292151</c:v>
              </c:pt>
              <c:pt idx="1633">
                <c:v>-110.84738633770401</c:v>
              </c:pt>
              <c:pt idx="1634">
                <c:v>-104.27842601163962</c:v>
              </c:pt>
              <c:pt idx="1635">
                <c:v>-198.50255826815504</c:v>
              </c:pt>
              <c:pt idx="1636">
                <c:v>-123.44728198820081</c:v>
              </c:pt>
              <c:pt idx="1637">
                <c:v>-44.56529509590446</c:v>
              </c:pt>
              <c:pt idx="1638">
                <c:v>-208.17012426958323</c:v>
              </c:pt>
              <c:pt idx="1639">
                <c:v>-74.14696423899083</c:v>
              </c:pt>
              <c:pt idx="1640">
                <c:v>-215.92013008224913</c:v>
              </c:pt>
              <c:pt idx="1641">
                <c:v>-159.53808032772633</c:v>
              </c:pt>
              <c:pt idx="1642">
                <c:v>-52.461385922115255</c:v>
              </c:pt>
              <c:pt idx="1643">
                <c:v>-208.77181072261584</c:v>
              </c:pt>
              <c:pt idx="1644">
                <c:v>-179.11102787672826</c:v>
              </c:pt>
              <c:pt idx="1645">
                <c:v>-246.9406180054565</c:v>
              </c:pt>
              <c:pt idx="1646">
                <c:v>-153.06067324242423</c:v>
              </c:pt>
              <c:pt idx="1647">
                <c:v>-55.07516777174145</c:v>
              </c:pt>
              <c:pt idx="1648">
                <c:v>-168.43374281354272</c:v>
              </c:pt>
              <c:pt idx="1649">
                <c:v>-59.050712027806235</c:v>
              </c:pt>
              <c:pt idx="1650">
                <c:v>-104.13245213815186</c:v>
              </c:pt>
              <c:pt idx="1651">
                <c:v>-165.49940373356088</c:v>
              </c:pt>
              <c:pt idx="1652">
                <c:v>-96.56728248850817</c:v>
              </c:pt>
              <c:pt idx="1653">
                <c:v>-126.9480598913286</c:v>
              </c:pt>
              <c:pt idx="1654">
                <c:v>-211.39254279202996</c:v>
              </c:pt>
              <c:pt idx="1655">
                <c:v>-79.90878869282476</c:v>
              </c:pt>
              <c:pt idx="1656">
                <c:v>-182.1558175424925</c:v>
              </c:pt>
              <c:pt idx="1657">
                <c:v>-156.17215418072223</c:v>
              </c:pt>
              <c:pt idx="1658">
                <c:v>-198.924154821024</c:v>
              </c:pt>
              <c:pt idx="1659">
                <c:v>-142.81712265994634</c:v>
              </c:pt>
              <c:pt idx="1660">
                <c:v>-145.28714524130845</c:v>
              </c:pt>
              <c:pt idx="1661">
                <c:v>-202.31399887520104</c:v>
              </c:pt>
              <c:pt idx="1662">
                <c:v>-182.0380130863407</c:v>
              </c:pt>
              <c:pt idx="1663">
                <c:v>-56.26762396437695</c:v>
              </c:pt>
              <c:pt idx="1664">
                <c:v>-65.78624826238966</c:v>
              </c:pt>
              <c:pt idx="1665">
                <c:v>-148.82103632600447</c:v>
              </c:pt>
              <c:pt idx="1666">
                <c:v>-61.4806182258948</c:v>
              </c:pt>
              <c:pt idx="1667">
                <c:v>-67.10022555507463</c:v>
              </c:pt>
              <c:pt idx="1668">
                <c:v>-185.07275049159313</c:v>
              </c:pt>
              <c:pt idx="1669">
                <c:v>-176.57781790560182</c:v>
              </c:pt>
              <c:pt idx="1670">
                <c:v>-116.95029520225737</c:v>
              </c:pt>
              <c:pt idx="1671">
                <c:v>-214.38704393865757</c:v>
              </c:pt>
              <c:pt idx="1672">
                <c:v>-72.14996917168101</c:v>
              </c:pt>
              <c:pt idx="1673">
                <c:v>-196.66661879923595</c:v>
              </c:pt>
              <c:pt idx="1674">
                <c:v>-36.22119324552405</c:v>
              </c:pt>
              <c:pt idx="1675">
                <c:v>-57.998874665754585</c:v>
              </c:pt>
              <c:pt idx="1676">
                <c:v>-156.67334225487772</c:v>
              </c:pt>
              <c:pt idx="1677">
                <c:v>-183.12779449578093</c:v>
              </c:pt>
              <c:pt idx="1678">
                <c:v>-140.98902898032253</c:v>
              </c:pt>
              <c:pt idx="1679">
                <c:v>-162.04132451233522</c:v>
              </c:pt>
              <c:pt idx="1680">
                <c:v>-127.37724259119747</c:v>
              </c:pt>
              <c:pt idx="1681">
                <c:v>-214.43287737814111</c:v>
              </c:pt>
              <c:pt idx="1682">
                <c:v>-59.28083137476279</c:v>
              </c:pt>
              <c:pt idx="1683">
                <c:v>-195.2698764162944</c:v>
              </c:pt>
              <c:pt idx="1684">
                <c:v>-223.15162979323554</c:v>
              </c:pt>
              <c:pt idx="1685">
                <c:v>-174.8775354484426</c:v>
              </c:pt>
              <c:pt idx="1686">
                <c:v>-178.3298085908246</c:v>
              </c:pt>
              <c:pt idx="1687">
                <c:v>-63.92948105853326</c:v>
              </c:pt>
              <c:pt idx="1688">
                <c:v>-203.00756225068204</c:v>
              </c:pt>
              <c:pt idx="1689">
                <c:v>-197.2073212233423</c:v>
              </c:pt>
              <c:pt idx="1690">
                <c:v>-83.93183470605628</c:v>
              </c:pt>
              <c:pt idx="1691">
                <c:v>-205.67421042530955</c:v>
              </c:pt>
              <c:pt idx="1692">
                <c:v>-74.05301976478266</c:v>
              </c:pt>
              <c:pt idx="1693">
                <c:v>-152.13222021634544</c:v>
              </c:pt>
              <c:pt idx="1694">
                <c:v>-153.68647081079865</c:v>
              </c:pt>
              <c:pt idx="1695">
                <c:v>-246.63754930390795</c:v>
              </c:pt>
              <c:pt idx="1696">
                <c:v>-202.2928882239953</c:v>
              </c:pt>
              <c:pt idx="1697">
                <c:v>-135.4718575534795</c:v>
              </c:pt>
              <c:pt idx="1698">
                <c:v>-197.91329044959232</c:v>
              </c:pt>
              <c:pt idx="1699">
                <c:v>-209.58046637057066</c:v>
              </c:pt>
              <c:pt idx="1700">
                <c:v>-245.50372394783864</c:v>
              </c:pt>
              <c:pt idx="1701">
                <c:v>-231.14266884953847</c:v>
              </c:pt>
              <c:pt idx="1702">
                <c:v>-119.34022790978487</c:v>
              </c:pt>
              <c:pt idx="1703">
                <c:v>-65.55700378669609</c:v>
              </c:pt>
              <c:pt idx="1704">
                <c:v>-158.60309181290637</c:v>
              </c:pt>
              <c:pt idx="1705">
                <c:v>-96.8121872445621</c:v>
              </c:pt>
              <c:pt idx="1706">
                <c:v>-62.81353414369388</c:v>
              </c:pt>
              <c:pt idx="1707">
                <c:v>-149.26024419231504</c:v>
              </c:pt>
              <c:pt idx="1708">
                <c:v>-66.63579997638027</c:v>
              </c:pt>
              <c:pt idx="1709">
                <c:v>-123.9011138785406</c:v>
              </c:pt>
              <c:pt idx="1710">
                <c:v>-236.14178127757842</c:v>
              </c:pt>
              <c:pt idx="1711">
                <c:v>-147.71692449798215</c:v>
              </c:pt>
              <c:pt idx="1712">
                <c:v>-100.22437434213877</c:v>
              </c:pt>
              <c:pt idx="1713">
                <c:v>-47.3844375338322</c:v>
              </c:pt>
              <c:pt idx="1714">
                <c:v>-58.13608592356837</c:v>
              </c:pt>
              <c:pt idx="1715">
                <c:v>-231.9512442428613</c:v>
              </c:pt>
              <c:pt idx="1716">
                <c:v>-117.99812263832231</c:v>
              </c:pt>
              <c:pt idx="1717">
                <c:v>-180.90435503443808</c:v>
              </c:pt>
              <c:pt idx="1718">
                <c:v>-200.64584779531845</c:v>
              </c:pt>
              <c:pt idx="1719">
                <c:v>-211.26658844683294</c:v>
              </c:pt>
              <c:pt idx="1720">
                <c:v>-141.56256687699266</c:v>
              </c:pt>
              <c:pt idx="1721">
                <c:v>-33.57381261396038</c:v>
              </c:pt>
              <c:pt idx="1722">
                <c:v>-236.1296089093915</c:v>
              </c:pt>
              <c:pt idx="1723">
                <c:v>-187.65505607341146</c:v>
              </c:pt>
              <c:pt idx="1724">
                <c:v>-44.145160500871164</c:v>
              </c:pt>
              <c:pt idx="1725">
                <c:v>-102.04483879754864</c:v>
              </c:pt>
              <c:pt idx="1726">
                <c:v>-257.0927769577886</c:v>
              </c:pt>
              <c:pt idx="1727">
                <c:v>-221.73576532559494</c:v>
              </c:pt>
              <c:pt idx="1728">
                <c:v>-126.05885618001498</c:v>
              </c:pt>
              <c:pt idx="1729">
                <c:v>-29.403031928626078</c:v>
              </c:pt>
              <c:pt idx="1730">
                <c:v>-240.3133157915839</c:v>
              </c:pt>
              <c:pt idx="1731">
                <c:v>-167.78136986987232</c:v>
              </c:pt>
              <c:pt idx="1732">
                <c:v>-44.896696328418486</c:v>
              </c:pt>
              <c:pt idx="1733">
                <c:v>-40.49208826129512</c:v>
              </c:pt>
              <c:pt idx="1734">
                <c:v>-140.58074358935636</c:v>
              </c:pt>
              <c:pt idx="1735">
                <c:v>-87.9916656661028</c:v>
              </c:pt>
              <c:pt idx="1736">
                <c:v>-211.33791853360242</c:v>
              </c:pt>
              <c:pt idx="1737">
                <c:v>-120.84797359796934</c:v>
              </c:pt>
              <c:pt idx="1738">
                <c:v>-43.22268921593244</c:v>
              </c:pt>
              <c:pt idx="1739">
                <c:v>-154.49034037230302</c:v>
              </c:pt>
              <c:pt idx="1740">
                <c:v>-39.37925965236114</c:v>
              </c:pt>
              <c:pt idx="1741">
                <c:v>-168.95963739949812</c:v>
              </c:pt>
              <c:pt idx="1742">
                <c:v>-56.00525980193236</c:v>
              </c:pt>
              <c:pt idx="1743">
                <c:v>-95.45822000539358</c:v>
              </c:pt>
              <c:pt idx="1744">
                <c:v>-177.45051126416107</c:v>
              </c:pt>
              <c:pt idx="1745">
                <c:v>-214.06115468131836</c:v>
              </c:pt>
              <c:pt idx="1746">
                <c:v>-154.48965626760338</c:v>
              </c:pt>
              <c:pt idx="1747">
                <c:v>-54.86802228828461</c:v>
              </c:pt>
              <c:pt idx="1748">
                <c:v>-99.3214425501491</c:v>
              </c:pt>
              <c:pt idx="1749">
                <c:v>-174.74429275126326</c:v>
              </c:pt>
              <c:pt idx="1750">
                <c:v>-188.4422090414031</c:v>
              </c:pt>
              <c:pt idx="1751">
                <c:v>-160.08248832072172</c:v>
              </c:pt>
              <c:pt idx="1752">
                <c:v>-115.74268997639086</c:v>
              </c:pt>
              <c:pt idx="1753">
                <c:v>-259.83948904705613</c:v>
              </c:pt>
              <c:pt idx="1754">
                <c:v>-86.98807887801416</c:v>
              </c:pt>
              <c:pt idx="1755">
                <c:v>-90.701958099276</c:v>
              </c:pt>
              <c:pt idx="1756">
                <c:v>-123.41032091955327</c:v>
              </c:pt>
              <c:pt idx="1757">
                <c:v>-94.92948268778999</c:v>
              </c:pt>
              <c:pt idx="1758">
                <c:v>-83.51324113268188</c:v>
              </c:pt>
              <c:pt idx="1759">
                <c:v>-184.74940588754154</c:v>
              </c:pt>
              <c:pt idx="1760">
                <c:v>-106.20686438649545</c:v>
              </c:pt>
              <c:pt idx="1761">
                <c:v>-255.7102559679386</c:v>
              </c:pt>
              <c:pt idx="1762">
                <c:v>-105.02473737694979</c:v>
              </c:pt>
              <c:pt idx="1763">
                <c:v>-127.36661606459145</c:v>
              </c:pt>
              <c:pt idx="1764">
                <c:v>-18.2256823464976</c:v>
              </c:pt>
              <c:pt idx="1765">
                <c:v>-160.10925765496705</c:v>
              </c:pt>
              <c:pt idx="1766">
                <c:v>-127.94304469738519</c:v>
              </c:pt>
              <c:pt idx="1767">
                <c:v>-230.04421298772206</c:v>
              </c:pt>
              <c:pt idx="1768">
                <c:v>-114.7417842830815</c:v>
              </c:pt>
              <c:pt idx="1769">
                <c:v>-223.38175531095658</c:v>
              </c:pt>
              <c:pt idx="1770">
                <c:v>-39.78022669738903</c:v>
              </c:pt>
              <c:pt idx="1771">
                <c:v>-60.012207536970834</c:v>
              </c:pt>
              <c:pt idx="1772">
                <c:v>-186.02747640249896</c:v>
              </c:pt>
              <c:pt idx="1773">
                <c:v>-40.584094818057004</c:v>
              </c:pt>
              <c:pt idx="1774">
                <c:v>-211.9511785594798</c:v>
              </c:pt>
              <c:pt idx="1775">
                <c:v>-83.02456797534319</c:v>
              </c:pt>
              <c:pt idx="1776">
                <c:v>-163.80281271422382</c:v>
              </c:pt>
              <c:pt idx="1777">
                <c:v>-125.10255105356123</c:v>
              </c:pt>
              <c:pt idx="1778">
                <c:v>-240.73467188845103</c:v>
              </c:pt>
              <c:pt idx="1779">
                <c:v>-242.23571421876076</c:v>
              </c:pt>
              <c:pt idx="1780">
                <c:v>-254.73788924495062</c:v>
              </c:pt>
              <c:pt idx="1781">
                <c:v>-222.00285399970554</c:v>
              </c:pt>
              <c:pt idx="1782">
                <c:v>-141.64538946971166</c:v>
              </c:pt>
              <c:pt idx="1783">
                <c:v>-47.1185125757208</c:v>
              </c:pt>
              <c:pt idx="1784">
                <c:v>-83.0380401362518</c:v>
              </c:pt>
              <c:pt idx="1785">
                <c:v>-222.60122056648314</c:v>
              </c:pt>
              <c:pt idx="1786">
                <c:v>-228.82625440198305</c:v>
              </c:pt>
              <c:pt idx="1787">
                <c:v>-178.98188577181136</c:v>
              </c:pt>
              <c:pt idx="1788">
                <c:v>-39.73585388677756</c:v>
              </c:pt>
              <c:pt idx="1789">
                <c:v>-123.34250318267203</c:v>
              </c:pt>
              <c:pt idx="1790">
                <c:v>-160.83995537345504</c:v>
              </c:pt>
              <c:pt idx="1791">
                <c:v>-207.98570926699844</c:v>
              </c:pt>
              <c:pt idx="1792">
                <c:v>-162.96852119093182</c:v>
              </c:pt>
              <c:pt idx="1793">
                <c:v>-98.80054091715542</c:v>
              </c:pt>
              <c:pt idx="1794">
                <c:v>-134.64884314485354</c:v>
              </c:pt>
              <c:pt idx="1795">
                <c:v>-171.05189535379043</c:v>
              </c:pt>
              <c:pt idx="1796">
                <c:v>-165.54462918850254</c:v>
              </c:pt>
              <c:pt idx="1797">
                <c:v>-136.62148300297275</c:v>
              </c:pt>
              <c:pt idx="1798">
                <c:v>-31.230093524853665</c:v>
              </c:pt>
              <c:pt idx="1799">
                <c:v>-142.9943196255049</c:v>
              </c:pt>
              <c:pt idx="1800">
                <c:v>-161.14766552479665</c:v>
              </c:pt>
              <c:pt idx="1801">
                <c:v>-79.0119603468648</c:v>
              </c:pt>
              <c:pt idx="1802">
                <c:v>-192.53164008824456</c:v>
              </c:pt>
              <c:pt idx="1803">
                <c:v>-73.6220906229981</c:v>
              </c:pt>
              <c:pt idx="1804">
                <c:v>-206.594888671137</c:v>
              </c:pt>
              <c:pt idx="1805">
                <c:v>-55.18749984377774</c:v>
              </c:pt>
              <c:pt idx="1806">
                <c:v>-86.27753689042208</c:v>
              </c:pt>
              <c:pt idx="1807">
                <c:v>-222.9915588489877</c:v>
              </c:pt>
              <c:pt idx="1808">
                <c:v>-41.18527636988192</c:v>
              </c:pt>
              <c:pt idx="1809">
                <c:v>-98.23540086422317</c:v>
              </c:pt>
              <c:pt idx="1810">
                <c:v>-199.68058245562597</c:v>
              </c:pt>
              <c:pt idx="1811">
                <c:v>-204.08381288612836</c:v>
              </c:pt>
              <c:pt idx="1812">
                <c:v>-204.9621206650847</c:v>
              </c:pt>
              <c:pt idx="1813">
                <c:v>-139.88372702131562</c:v>
              </c:pt>
              <c:pt idx="1814">
                <c:v>-156.43556503728422</c:v>
              </c:pt>
              <c:pt idx="1815">
                <c:v>-180.64095827149657</c:v>
              </c:pt>
              <c:pt idx="1816">
                <c:v>-170.80542789168018</c:v>
              </c:pt>
              <c:pt idx="1817">
                <c:v>-145.97684164520544</c:v>
              </c:pt>
              <c:pt idx="1818">
                <c:v>-171.34415941586565</c:v>
              </c:pt>
              <c:pt idx="1819">
                <c:v>-187.49143666166174</c:v>
              </c:pt>
              <c:pt idx="1820">
                <c:v>-59.00813400800378</c:v>
              </c:pt>
              <c:pt idx="1821">
                <c:v>-186.28285726839607</c:v>
              </c:pt>
              <c:pt idx="1822">
                <c:v>-112.82629244589577</c:v>
              </c:pt>
              <c:pt idx="1823">
                <c:v>-195.975180272115</c:v>
              </c:pt>
              <c:pt idx="1824">
                <c:v>-249.71066750114014</c:v>
              </c:pt>
              <c:pt idx="1825">
                <c:v>-58.58336592770469</c:v>
              </c:pt>
              <c:pt idx="1826">
                <c:v>-140.5449818409238</c:v>
              </c:pt>
              <c:pt idx="1827">
                <c:v>-212.62964379693324</c:v>
              </c:pt>
              <c:pt idx="1828">
                <c:v>-126.75525144046503</c:v>
              </c:pt>
              <c:pt idx="1829">
                <c:v>-62.128433187092845</c:v>
              </c:pt>
              <c:pt idx="1830">
                <c:v>-67.01806631193662</c:v>
              </c:pt>
              <c:pt idx="1831">
                <c:v>-50.50751986734578</c:v>
              </c:pt>
              <c:pt idx="1832">
                <c:v>-245.13049066315074</c:v>
              </c:pt>
              <c:pt idx="1833">
                <c:v>-156.72029917400013</c:v>
              </c:pt>
              <c:pt idx="1834">
                <c:v>-136.36605474199422</c:v>
              </c:pt>
              <c:pt idx="1835">
                <c:v>-142.2474215599994</c:v>
              </c:pt>
              <c:pt idx="1836">
                <c:v>-33.16134524477649</c:v>
              </c:pt>
              <c:pt idx="1837">
                <c:v>-233.24855530371642</c:v>
              </c:pt>
              <c:pt idx="1838">
                <c:v>-74.32426788376918</c:v>
              </c:pt>
              <c:pt idx="1839">
                <c:v>-168.30522381913846</c:v>
              </c:pt>
              <c:pt idx="1840">
                <c:v>-27.671536680012224</c:v>
              </c:pt>
              <c:pt idx="1841">
                <c:v>-206.89955950753102</c:v>
              </c:pt>
              <c:pt idx="1842">
                <c:v>-177.8214841943631</c:v>
              </c:pt>
              <c:pt idx="1843">
                <c:v>-54.73605778989096</c:v>
              </c:pt>
              <c:pt idx="1844">
                <c:v>-159.31175922803988</c:v>
              </c:pt>
              <c:pt idx="1845">
                <c:v>-68.49881558796346</c:v>
              </c:pt>
              <c:pt idx="1846">
                <c:v>-77.92523016062727</c:v>
              </c:pt>
              <c:pt idx="1847">
                <c:v>-180.91487349066932</c:v>
              </c:pt>
              <c:pt idx="1848">
                <c:v>-106.18703476028571</c:v>
              </c:pt>
              <c:pt idx="1849">
                <c:v>-156.1246943927104</c:v>
              </c:pt>
              <c:pt idx="1850">
                <c:v>-191.62432339311442</c:v>
              </c:pt>
              <c:pt idx="1851">
                <c:v>-237.95554111385357</c:v>
              </c:pt>
              <c:pt idx="1852">
                <c:v>-242.57950663877713</c:v>
              </c:pt>
              <c:pt idx="1853">
                <c:v>-81.2936237773678</c:v>
              </c:pt>
              <c:pt idx="1854">
                <c:v>-59.555879898890794</c:v>
              </c:pt>
              <c:pt idx="1855">
                <c:v>-215.85814370776478</c:v>
              </c:pt>
              <c:pt idx="1856">
                <c:v>-39.12867200180936</c:v>
              </c:pt>
              <c:pt idx="1857">
                <c:v>-19.137456744317298</c:v>
              </c:pt>
              <c:pt idx="1858">
                <c:v>-95.8960703495014</c:v>
              </c:pt>
              <c:pt idx="1859">
                <c:v>-127.8208900756209</c:v>
              </c:pt>
              <c:pt idx="1860">
                <c:v>-130.26364033568134</c:v>
              </c:pt>
              <c:pt idx="1861">
                <c:v>-214.65278309245966</c:v>
              </c:pt>
              <c:pt idx="1862">
                <c:v>-176.40396619185108</c:v>
              </c:pt>
              <c:pt idx="1863">
                <c:v>-192.53226999831733</c:v>
              </c:pt>
              <c:pt idx="1864">
                <c:v>-175.81843915888123</c:v>
              </c:pt>
              <c:pt idx="1865">
                <c:v>-201.900989688386</c:v>
              </c:pt>
              <c:pt idx="1866">
                <c:v>-107.33955453607336</c:v>
              </c:pt>
              <c:pt idx="1867">
                <c:v>-89.67367741848119</c:v>
              </c:pt>
              <c:pt idx="1868">
                <c:v>-40.49250713832306</c:v>
              </c:pt>
              <c:pt idx="1869">
                <c:v>-191.07054435554153</c:v>
              </c:pt>
            </c:numLit>
          </c:xVal>
          <c:yVal>
            <c:numLit>
              <c:formatCode>General</c:formatCode>
              <c:ptCount val="1870"/>
              <c:pt idx="0">
                <c:v>88.89552872383558</c:v>
              </c:pt>
              <c:pt idx="1">
                <c:v>-39.64040510056695</c:v>
              </c:pt>
              <c:pt idx="2">
                <c:v>40.99995388048221</c:v>
              </c:pt>
              <c:pt idx="3">
                <c:v>76.76937681502443</c:v>
              </c:pt>
              <c:pt idx="4">
                <c:v>41.87306691063016</c:v>
              </c:pt>
              <c:pt idx="5">
                <c:v>87.73919565344283</c:v>
              </c:pt>
              <c:pt idx="6">
                <c:v>154.7696339976491</c:v>
              </c:pt>
              <c:pt idx="7">
                <c:v>27.43465594743512</c:v>
              </c:pt>
              <c:pt idx="8">
                <c:v>100.8165376009698</c:v>
              </c:pt>
              <c:pt idx="9">
                <c:v>149.53529092369783</c:v>
              </c:pt>
              <c:pt idx="10">
                <c:v>56.96441059577134</c:v>
              </c:pt>
              <c:pt idx="11">
                <c:v>93.92710194716328</c:v>
              </c:pt>
              <c:pt idx="12">
                <c:v>167.90798028798807</c:v>
              </c:pt>
              <c:pt idx="13">
                <c:v>70.89311026260782</c:v>
              </c:pt>
              <c:pt idx="14">
                <c:v>140.11839703962846</c:v>
              </c:pt>
              <c:pt idx="15">
                <c:v>-40.67755894533033</c:v>
              </c:pt>
              <c:pt idx="16">
                <c:v>101.92370424458556</c:v>
              </c:pt>
              <c:pt idx="17">
                <c:v>21.829086329578292</c:v>
              </c:pt>
              <c:pt idx="18">
                <c:v>60.94358829491958</c:v>
              </c:pt>
              <c:pt idx="19">
                <c:v>-2.4294035994286567</c:v>
              </c:pt>
              <c:pt idx="20">
                <c:v>42.100212619319834</c:v>
              </c:pt>
              <c:pt idx="21">
                <c:v>2.0735827243076344</c:v>
              </c:pt>
              <c:pt idx="22">
                <c:v>-40.5835818848316</c:v>
              </c:pt>
              <c:pt idx="23">
                <c:v>125.25640991361176</c:v>
              </c:pt>
              <c:pt idx="24">
                <c:v>45.28769215970729</c:v>
              </c:pt>
              <c:pt idx="25">
                <c:v>126.10109729318476</c:v>
              </c:pt>
              <c:pt idx="26">
                <c:v>129.19458475792294</c:v>
              </c:pt>
              <c:pt idx="27">
                <c:v>91.09615478344814</c:v>
              </c:pt>
              <c:pt idx="28">
                <c:v>102.45317271537421</c:v>
              </c:pt>
              <c:pt idx="29">
                <c:v>20.061184765694403</c:v>
              </c:pt>
              <c:pt idx="30">
                <c:v>157.58908478251797</c:v>
              </c:pt>
              <c:pt idx="31">
                <c:v>123.97253159356858</c:v>
              </c:pt>
              <c:pt idx="32">
                <c:v>-12.441388832169531</c:v>
              </c:pt>
              <c:pt idx="33">
                <c:v>-27.062434610624642</c:v>
              </c:pt>
              <c:pt idx="34">
                <c:v>65.68565908207454</c:v>
              </c:pt>
              <c:pt idx="35">
                <c:v>150.67044460926073</c:v>
              </c:pt>
              <c:pt idx="36">
                <c:v>79.98090667477915</c:v>
              </c:pt>
              <c:pt idx="37">
                <c:v>32.187293206075125</c:v>
              </c:pt>
              <c:pt idx="38">
                <c:v>123.60714359726087</c:v>
              </c:pt>
              <c:pt idx="39">
                <c:v>-30.027621910524854</c:v>
              </c:pt>
              <c:pt idx="40">
                <c:v>34.145730145061165</c:v>
              </c:pt>
              <c:pt idx="41">
                <c:v>122.80533591637503</c:v>
              </c:pt>
              <c:pt idx="42">
                <c:v>66.6373384312696</c:v>
              </c:pt>
              <c:pt idx="43">
                <c:v>70.65740240023239</c:v>
              </c:pt>
              <c:pt idx="44">
                <c:v>173.4611029667822</c:v>
              </c:pt>
              <c:pt idx="45">
                <c:v>95.29807288859507</c:v>
              </c:pt>
              <c:pt idx="46">
                <c:v>71.73067103221771</c:v>
              </c:pt>
              <c:pt idx="47">
                <c:v>153.55785056976163</c:v>
              </c:pt>
              <c:pt idx="48">
                <c:v>67.41514215704349</c:v>
              </c:pt>
              <c:pt idx="49">
                <c:v>129.13726085090016</c:v>
              </c:pt>
              <c:pt idx="50">
                <c:v>52.63801135558589</c:v>
              </c:pt>
              <c:pt idx="51">
                <c:v>36.22347583804252</c:v>
              </c:pt>
              <c:pt idx="52">
                <c:v>133.43941490364455</c:v>
              </c:pt>
              <c:pt idx="53">
                <c:v>95.31733355568025</c:v>
              </c:pt>
              <c:pt idx="54">
                <c:v>82.17055389102089</c:v>
              </c:pt>
              <c:pt idx="55">
                <c:v>-20.145412863086303</c:v>
              </c:pt>
              <c:pt idx="56">
                <c:v>100.3970360639723</c:v>
              </c:pt>
              <c:pt idx="57">
                <c:v>-25.0992008798697</c:v>
              </c:pt>
              <c:pt idx="58">
                <c:v>-34.18266289330195</c:v>
              </c:pt>
              <c:pt idx="59">
                <c:v>98.79412875091342</c:v>
              </c:pt>
              <c:pt idx="60">
                <c:v>61.021483315843824</c:v>
              </c:pt>
              <c:pt idx="61">
                <c:v>174.72087637942474</c:v>
              </c:pt>
              <c:pt idx="62">
                <c:v>133.87343582779144</c:v>
              </c:pt>
              <c:pt idx="63">
                <c:v>169.121035580571</c:v>
              </c:pt>
              <c:pt idx="64">
                <c:v>11.987525643836182</c:v>
              </c:pt>
              <c:pt idx="65">
                <c:v>14.908320407145208</c:v>
              </c:pt>
              <c:pt idx="66">
                <c:v>156.18962641402922</c:v>
              </c:pt>
              <c:pt idx="67">
                <c:v>56.45055636900808</c:v>
              </c:pt>
              <c:pt idx="68">
                <c:v>-30.06846539644002</c:v>
              </c:pt>
              <c:pt idx="69">
                <c:v>157.79421690180357</c:v>
              </c:pt>
              <c:pt idx="70">
                <c:v>124.86815597622551</c:v>
              </c:pt>
              <c:pt idx="71">
                <c:v>99.31647538463065</c:v>
              </c:pt>
              <c:pt idx="72">
                <c:v>80.36426930853766</c:v>
              </c:pt>
              <c:pt idx="73">
                <c:v>27.11456821224459</c:v>
              </c:pt>
              <c:pt idx="74">
                <c:v>33.55001782704146</c:v>
              </c:pt>
              <c:pt idx="75">
                <c:v>60.546997542449304</c:v>
              </c:pt>
              <c:pt idx="76">
                <c:v>33.33042552888425</c:v>
              </c:pt>
              <c:pt idx="77">
                <c:v>152.55795865770628</c:v>
              </c:pt>
              <c:pt idx="78">
                <c:v>84.78686341245542</c:v>
              </c:pt>
              <c:pt idx="79">
                <c:v>49.65747863589685</c:v>
              </c:pt>
              <c:pt idx="80">
                <c:v>111.60548408548844</c:v>
              </c:pt>
              <c:pt idx="81">
                <c:v>94.5527435632986</c:v>
              </c:pt>
              <c:pt idx="82">
                <c:v>81.98564184430481</c:v>
              </c:pt>
              <c:pt idx="83">
                <c:v>173.2043370189114</c:v>
              </c:pt>
              <c:pt idx="84">
                <c:v>127.34068363276113</c:v>
              </c:pt>
              <c:pt idx="85">
                <c:v>-26.840846329009658</c:v>
              </c:pt>
              <c:pt idx="86">
                <c:v>24.54097798597545</c:v>
              </c:pt>
              <c:pt idx="87">
                <c:v>6.815955251667628</c:v>
              </c:pt>
              <c:pt idx="88">
                <c:v>107.13092064026797</c:v>
              </c:pt>
              <c:pt idx="89">
                <c:v>59.94414689100316</c:v>
              </c:pt>
              <c:pt idx="90">
                <c:v>177.27096822048028</c:v>
              </c:pt>
              <c:pt idx="91">
                <c:v>129.526656744766</c:v>
              </c:pt>
              <c:pt idx="92">
                <c:v>26.155469643464553</c:v>
              </c:pt>
              <c:pt idx="93">
                <c:v>120.33920372963884</c:v>
              </c:pt>
              <c:pt idx="94">
                <c:v>159.62336441440712</c:v>
              </c:pt>
              <c:pt idx="95">
                <c:v>106.29075784898079</c:v>
              </c:pt>
              <c:pt idx="96">
                <c:v>50.00321514609429</c:v>
              </c:pt>
              <c:pt idx="97">
                <c:v>14.152287514144593</c:v>
              </c:pt>
              <c:pt idx="98">
                <c:v>7.8843210719981265</c:v>
              </c:pt>
              <c:pt idx="99">
                <c:v>85.09955919773626</c:v>
              </c:pt>
              <c:pt idx="100">
                <c:v>34.10228627843611</c:v>
              </c:pt>
              <c:pt idx="101">
                <c:v>162.76947290062992</c:v>
              </c:pt>
              <c:pt idx="102">
                <c:v>159.63917297037003</c:v>
              </c:pt>
              <c:pt idx="103">
                <c:v>56.21781110128188</c:v>
              </c:pt>
              <c:pt idx="104">
                <c:v>-45.55736744493231</c:v>
              </c:pt>
              <c:pt idx="105">
                <c:v>101.09154429068744</c:v>
              </c:pt>
              <c:pt idx="106">
                <c:v>93.4627497557281</c:v>
              </c:pt>
              <c:pt idx="107">
                <c:v>151.2097052983842</c:v>
              </c:pt>
              <c:pt idx="108">
                <c:v>49.76466135095876</c:v>
              </c:pt>
              <c:pt idx="109">
                <c:v>2.8016896479585576</c:v>
              </c:pt>
              <c:pt idx="110">
                <c:v>152.88787824343936</c:v>
              </c:pt>
              <c:pt idx="111">
                <c:v>100.60479030898284</c:v>
              </c:pt>
              <c:pt idx="112">
                <c:v>7.151515576500913</c:v>
              </c:pt>
              <c:pt idx="113">
                <c:v>139.97010393602375</c:v>
              </c:pt>
              <c:pt idx="114">
                <c:v>-8.935392944846567</c:v>
              </c:pt>
              <c:pt idx="115">
                <c:v>166.64702964038352</c:v>
              </c:pt>
              <c:pt idx="116">
                <c:v>75.64646931486972</c:v>
              </c:pt>
              <c:pt idx="117">
                <c:v>16.866899606177416</c:v>
              </c:pt>
              <c:pt idx="118">
                <c:v>41.12540864973032</c:v>
              </c:pt>
              <c:pt idx="119">
                <c:v>65.14660867962422</c:v>
              </c:pt>
              <c:pt idx="120">
                <c:v>68.47156836904021</c:v>
              </c:pt>
              <c:pt idx="121">
                <c:v>7.5521271490360355</c:v>
              </c:pt>
              <c:pt idx="122">
                <c:v>34.716094728762926</c:v>
              </c:pt>
              <c:pt idx="123">
                <c:v>163.443916446116</c:v>
              </c:pt>
              <c:pt idx="124">
                <c:v>39.584511398636096</c:v>
              </c:pt>
              <c:pt idx="125">
                <c:v>48.58690979639073</c:v>
              </c:pt>
              <c:pt idx="126">
                <c:v>103.27990071452349</c:v>
              </c:pt>
              <c:pt idx="127">
                <c:v>44.173531569421954</c:v>
              </c:pt>
              <c:pt idx="128">
                <c:v>95.95333963081517</c:v>
              </c:pt>
              <c:pt idx="129">
                <c:v>33.07973853272752</c:v>
              </c:pt>
              <c:pt idx="130">
                <c:v>54.46855656313484</c:v>
              </c:pt>
              <c:pt idx="131">
                <c:v>12.453519067790584</c:v>
              </c:pt>
              <c:pt idx="132">
                <c:v>17.130578242142395</c:v>
              </c:pt>
              <c:pt idx="133">
                <c:v>81.53058634590938</c:v>
              </c:pt>
              <c:pt idx="134">
                <c:v>54.80587346217442</c:v>
              </c:pt>
              <c:pt idx="135">
                <c:v>169.63580828307815</c:v>
              </c:pt>
              <c:pt idx="136">
                <c:v>152.47851441506083</c:v>
              </c:pt>
              <c:pt idx="137">
                <c:v>79.02966886110967</c:v>
              </c:pt>
              <c:pt idx="138">
                <c:v>105.52228987013441</c:v>
              </c:pt>
              <c:pt idx="139">
                <c:v>60.177204548479395</c:v>
              </c:pt>
              <c:pt idx="140">
                <c:v>127.61461565293037</c:v>
              </c:pt>
              <c:pt idx="141">
                <c:v>171.62693055277353</c:v>
              </c:pt>
              <c:pt idx="142">
                <c:v>30.361859665676047</c:v>
              </c:pt>
              <c:pt idx="143">
                <c:v>113.50060058866514</c:v>
              </c:pt>
              <c:pt idx="144">
                <c:v>174.39461435012905</c:v>
              </c:pt>
              <c:pt idx="145">
                <c:v>44.95976951508679</c:v>
              </c:pt>
              <c:pt idx="146">
                <c:v>40.08959098051845</c:v>
              </c:pt>
              <c:pt idx="147">
                <c:v>-52.351391830317496</c:v>
              </c:pt>
              <c:pt idx="148">
                <c:v>-64.94619892332483</c:v>
              </c:pt>
              <c:pt idx="149">
                <c:v>38.20100302098001</c:v>
              </c:pt>
              <c:pt idx="150">
                <c:v>-34.71109405390473</c:v>
              </c:pt>
              <c:pt idx="151">
                <c:v>89.03013932849525</c:v>
              </c:pt>
              <c:pt idx="152">
                <c:v>99.22444768322357</c:v>
              </c:pt>
              <c:pt idx="153">
                <c:v>4.6076220341609435</c:v>
              </c:pt>
              <c:pt idx="154">
                <c:v>75.84160251784712</c:v>
              </c:pt>
              <c:pt idx="155">
                <c:v>-9.849004641681454</c:v>
              </c:pt>
              <c:pt idx="156">
                <c:v>28.553452494382864</c:v>
              </c:pt>
              <c:pt idx="157">
                <c:v>-19.865177186712742</c:v>
              </c:pt>
              <c:pt idx="158">
                <c:v>-40.352056709037214</c:v>
              </c:pt>
              <c:pt idx="159">
                <c:v>149.46418214251386</c:v>
              </c:pt>
              <c:pt idx="160">
                <c:v>112.81492496607483</c:v>
              </c:pt>
              <c:pt idx="161">
                <c:v>154.6875857707716</c:v>
              </c:pt>
              <c:pt idx="162">
                <c:v>-6.319067636775884</c:v>
              </c:pt>
              <c:pt idx="163">
                <c:v>107.38369829996581</c:v>
              </c:pt>
              <c:pt idx="164">
                <c:v>-24.326864393218898</c:v>
              </c:pt>
              <c:pt idx="165">
                <c:v>134.3585296375927</c:v>
              </c:pt>
              <c:pt idx="166">
                <c:v>21.63598549268981</c:v>
              </c:pt>
              <c:pt idx="167">
                <c:v>-42.52433799327173</c:v>
              </c:pt>
              <c:pt idx="168">
                <c:v>59.318759200348595</c:v>
              </c:pt>
              <c:pt idx="169">
                <c:v>107.77805252519387</c:v>
              </c:pt>
              <c:pt idx="170">
                <c:v>128.6432834646187</c:v>
              </c:pt>
              <c:pt idx="171">
                <c:v>7.837148327395816</c:v>
              </c:pt>
              <c:pt idx="172">
                <c:v>-34.023369386413755</c:v>
              </c:pt>
              <c:pt idx="173">
                <c:v>13.370638171076969</c:v>
              </c:pt>
              <c:pt idx="174">
                <c:v>68.00397496392561</c:v>
              </c:pt>
              <c:pt idx="175">
                <c:v>-0.16883106656312918</c:v>
              </c:pt>
              <c:pt idx="176">
                <c:v>94.8317442730776</c:v>
              </c:pt>
              <c:pt idx="177">
                <c:v>76.58984042807823</c:v>
              </c:pt>
              <c:pt idx="178">
                <c:v>108.4462477919514</c:v>
              </c:pt>
              <c:pt idx="179">
                <c:v>118.87147611936551</c:v>
              </c:pt>
              <c:pt idx="180">
                <c:v>91.89645616918463</c:v>
              </c:pt>
              <c:pt idx="181">
                <c:v>67.58606547637608</c:v>
              </c:pt>
              <c:pt idx="182">
                <c:v>101.22247691082389</c:v>
              </c:pt>
              <c:pt idx="183">
                <c:v>123.83097787006339</c:v>
              </c:pt>
              <c:pt idx="184">
                <c:v>2.065966250233945</c:v>
              </c:pt>
              <c:pt idx="185">
                <c:v>109.75187001238596</c:v>
              </c:pt>
              <c:pt idx="186">
                <c:v>145.6118073263619</c:v>
              </c:pt>
              <c:pt idx="187">
                <c:v>24.993301935862807</c:v>
              </c:pt>
              <c:pt idx="188">
                <c:v>146.48854177245676</c:v>
              </c:pt>
              <c:pt idx="189">
                <c:v>78.80724510764692</c:v>
              </c:pt>
              <c:pt idx="190">
                <c:v>55.75140081738547</c:v>
              </c:pt>
              <c:pt idx="191">
                <c:v>141.05736578752524</c:v>
              </c:pt>
              <c:pt idx="192">
                <c:v>172.7026177735617</c:v>
              </c:pt>
              <c:pt idx="193">
                <c:v>156.0042501391926</c:v>
              </c:pt>
              <c:pt idx="194">
                <c:v>86.63913697448461</c:v>
              </c:pt>
              <c:pt idx="195">
                <c:v>137.0005108260957</c:v>
              </c:pt>
              <c:pt idx="196">
                <c:v>40.44573691541575</c:v>
              </c:pt>
              <c:pt idx="197">
                <c:v>149.95876064243808</c:v>
              </c:pt>
              <c:pt idx="198">
                <c:v>12.333784973008633</c:v>
              </c:pt>
              <c:pt idx="199">
                <c:v>81.21528440352844</c:v>
              </c:pt>
              <c:pt idx="200">
                <c:v>115.57006857737001</c:v>
              </c:pt>
              <c:pt idx="201">
                <c:v>36.73824170879212</c:v>
              </c:pt>
              <c:pt idx="202">
                <c:v>43.18947300361954</c:v>
              </c:pt>
              <c:pt idx="203">
                <c:v>106.1899708652361</c:v>
              </c:pt>
              <c:pt idx="204">
                <c:v>85.61490986780842</c:v>
              </c:pt>
              <c:pt idx="205">
                <c:v>-64.98473989720964</c:v>
              </c:pt>
              <c:pt idx="206">
                <c:v>27.076227240524762</c:v>
              </c:pt>
              <c:pt idx="207">
                <c:v>83.52375121668808</c:v>
              </c:pt>
              <c:pt idx="208">
                <c:v>174.3569139923127</c:v>
              </c:pt>
              <c:pt idx="209">
                <c:v>110.28715583311252</c:v>
              </c:pt>
              <c:pt idx="210">
                <c:v>80.24130873066218</c:v>
              </c:pt>
              <c:pt idx="211">
                <c:v>69.99060084119864</c:v>
              </c:pt>
              <c:pt idx="212">
                <c:v>-46.92597748867469</c:v>
              </c:pt>
              <c:pt idx="213">
                <c:v>102.76660189819441</c:v>
              </c:pt>
              <c:pt idx="214">
                <c:v>89.50104138007224</c:v>
              </c:pt>
              <c:pt idx="215">
                <c:v>-46.68613525872556</c:v>
              </c:pt>
              <c:pt idx="216">
                <c:v>-33.252807281022</c:v>
              </c:pt>
              <c:pt idx="217">
                <c:v>76.98632769100277</c:v>
              </c:pt>
              <c:pt idx="218">
                <c:v>108.3251210400354</c:v>
              </c:pt>
              <c:pt idx="219">
                <c:v>155.18799032954036</c:v>
              </c:pt>
              <c:pt idx="220">
                <c:v>149.29475365047733</c:v>
              </c:pt>
              <c:pt idx="221">
                <c:v>6.115426390955545</c:v>
              </c:pt>
              <c:pt idx="222">
                <c:v>82.99088707857176</c:v>
              </c:pt>
              <c:pt idx="223">
                <c:v>68.61289922733833</c:v>
              </c:pt>
              <c:pt idx="224">
                <c:v>22.46258655052456</c:v>
              </c:pt>
              <c:pt idx="225">
                <c:v>34.322360302382066</c:v>
              </c:pt>
              <c:pt idx="226">
                <c:v>19.79403989267026</c:v>
              </c:pt>
              <c:pt idx="227">
                <c:v>47.699687108075864</c:v>
              </c:pt>
              <c:pt idx="228">
                <c:v>76.513748347556</c:v>
              </c:pt>
              <c:pt idx="229">
                <c:v>25.85745470385479</c:v>
              </c:pt>
              <c:pt idx="230">
                <c:v>152.33032101513015</c:v>
              </c:pt>
              <c:pt idx="231">
                <c:v>145.0467890676526</c:v>
              </c:pt>
              <c:pt idx="232">
                <c:v>130.82815321720244</c:v>
              </c:pt>
              <c:pt idx="233">
                <c:v>141.08304581691135</c:v>
              </c:pt>
              <c:pt idx="234">
                <c:v>13.197028132333084</c:v>
              </c:pt>
              <c:pt idx="235">
                <c:v>1.8773035572029464</c:v>
              </c:pt>
              <c:pt idx="236">
                <c:v>-22.425718503715412</c:v>
              </c:pt>
              <c:pt idx="237">
                <c:v>58.78911014225059</c:v>
              </c:pt>
              <c:pt idx="238">
                <c:v>152.31822479862123</c:v>
              </c:pt>
              <c:pt idx="239">
                <c:v>159.94366078419293</c:v>
              </c:pt>
              <c:pt idx="240">
                <c:v>93.67382234513504</c:v>
              </c:pt>
              <c:pt idx="241">
                <c:v>-11.893758180219425</c:v>
              </c:pt>
              <c:pt idx="242">
                <c:v>87.58175489853764</c:v>
              </c:pt>
              <c:pt idx="243">
                <c:v>-47.598023266183475</c:v>
              </c:pt>
              <c:pt idx="244">
                <c:v>68.21704289615148</c:v>
              </c:pt>
              <c:pt idx="245">
                <c:v>-8.625522251540477</c:v>
              </c:pt>
              <c:pt idx="246">
                <c:v>49.16494111959109</c:v>
              </c:pt>
              <c:pt idx="247">
                <c:v>56.00786702849483</c:v>
              </c:pt>
              <c:pt idx="248">
                <c:v>-32.16691369952713</c:v>
              </c:pt>
              <c:pt idx="249">
                <c:v>110.35133996503076</c:v>
              </c:pt>
              <c:pt idx="250">
                <c:v>164.7742952136894</c:v>
              </c:pt>
              <c:pt idx="251">
                <c:v>-38.33996042248648</c:v>
              </c:pt>
              <c:pt idx="252">
                <c:v>-31.12329375809807</c:v>
              </c:pt>
              <c:pt idx="253">
                <c:v>59.13622246105356</c:v>
              </c:pt>
              <c:pt idx="254">
                <c:v>24.137592296771505</c:v>
              </c:pt>
              <c:pt idx="255">
                <c:v>150.88200489330833</c:v>
              </c:pt>
              <c:pt idx="256">
                <c:v>-25.275347433889785</c:v>
              </c:pt>
              <c:pt idx="257">
                <c:v>63.7231846240478</c:v>
              </c:pt>
              <c:pt idx="258">
                <c:v>7.751856550347664</c:v>
              </c:pt>
              <c:pt idx="259">
                <c:v>147.9447086854903</c:v>
              </c:pt>
              <c:pt idx="260">
                <c:v>-27.44634982357791</c:v>
              </c:pt>
              <c:pt idx="261">
                <c:v>11.430676058630361</c:v>
              </c:pt>
              <c:pt idx="262">
                <c:v>-34.809997634913756</c:v>
              </c:pt>
              <c:pt idx="263">
                <c:v>15.798855935724017</c:v>
              </c:pt>
              <c:pt idx="264">
                <c:v>-59.86268878260974</c:v>
              </c:pt>
              <c:pt idx="265">
                <c:v>-26.021186033640674</c:v>
              </c:pt>
              <c:pt idx="266">
                <c:v>103.40026677826202</c:v>
              </c:pt>
              <c:pt idx="267">
                <c:v>141.33407129261033</c:v>
              </c:pt>
              <c:pt idx="268">
                <c:v>7.855489218242749</c:v>
              </c:pt>
              <c:pt idx="269">
                <c:v>19.099575246482058</c:v>
              </c:pt>
              <c:pt idx="270">
                <c:v>60.21610005994775</c:v>
              </c:pt>
              <c:pt idx="271">
                <c:v>178.04821179932216</c:v>
              </c:pt>
              <c:pt idx="272">
                <c:v>117.06267407127608</c:v>
              </c:pt>
              <c:pt idx="273">
                <c:v>117.1720031254414</c:v>
              </c:pt>
              <c:pt idx="274">
                <c:v>62.59314740424054</c:v>
              </c:pt>
              <c:pt idx="275">
                <c:v>87.7635338938636</c:v>
              </c:pt>
              <c:pt idx="276">
                <c:v>175.87777293327255</c:v>
              </c:pt>
              <c:pt idx="277">
                <c:v>97.18410858484172</c:v>
              </c:pt>
              <c:pt idx="278">
                <c:v>23.965307321631638</c:v>
              </c:pt>
              <c:pt idx="279">
                <c:v>65.64188823402368</c:v>
              </c:pt>
              <c:pt idx="280">
                <c:v>49.83797041125818</c:v>
              </c:pt>
              <c:pt idx="281">
                <c:v>5.833910645520152</c:v>
              </c:pt>
              <c:pt idx="282">
                <c:v>89.1925696796582</c:v>
              </c:pt>
              <c:pt idx="283">
                <c:v>32.23731896534963</c:v>
              </c:pt>
              <c:pt idx="284">
                <c:v>21.615888390573968</c:v>
              </c:pt>
              <c:pt idx="285">
                <c:v>132.58111559054916</c:v>
              </c:pt>
              <c:pt idx="286">
                <c:v>73.63197317989251</c:v>
              </c:pt>
              <c:pt idx="287">
                <c:v>84.47558688847427</c:v>
              </c:pt>
              <c:pt idx="288">
                <c:v>75.09602151676411</c:v>
              </c:pt>
              <c:pt idx="289">
                <c:v>22.378409384804083</c:v>
              </c:pt>
              <c:pt idx="290">
                <c:v>147.90246833549313</c:v>
              </c:pt>
              <c:pt idx="291">
                <c:v>6.6604871112635315</c:v>
              </c:pt>
              <c:pt idx="292">
                <c:v>71.78310033175971</c:v>
              </c:pt>
              <c:pt idx="293">
                <c:v>66.2638607461709</c:v>
              </c:pt>
              <c:pt idx="294">
                <c:v>-14.26429125087952</c:v>
              </c:pt>
              <c:pt idx="295">
                <c:v>-8.944333971900804</c:v>
              </c:pt>
              <c:pt idx="296">
                <c:v>102.63680727195108</c:v>
              </c:pt>
              <c:pt idx="297">
                <c:v>-13.30303320880218</c:v>
              </c:pt>
              <c:pt idx="298">
                <c:v>89.82179645791685</c:v>
              </c:pt>
              <c:pt idx="299">
                <c:v>112.24001814654208</c:v>
              </c:pt>
              <c:pt idx="300">
                <c:v>67.31626187011959</c:v>
              </c:pt>
              <c:pt idx="301">
                <c:v>143.9744004579446</c:v>
              </c:pt>
              <c:pt idx="302">
                <c:v>72.37532657878354</c:v>
              </c:pt>
              <c:pt idx="303">
                <c:v>-42.20972338673464</c:v>
              </c:pt>
              <c:pt idx="304">
                <c:v>89.38241864439942</c:v>
              </c:pt>
              <c:pt idx="305">
                <c:v>45.11049259297076</c:v>
              </c:pt>
              <c:pt idx="306">
                <c:v>18.696647145304343</c:v>
              </c:pt>
              <c:pt idx="307">
                <c:v>98.9587684756291</c:v>
              </c:pt>
              <c:pt idx="308">
                <c:v>-26.8655959977194</c:v>
              </c:pt>
              <c:pt idx="309">
                <c:v>-24.290150149927364</c:v>
              </c:pt>
              <c:pt idx="310">
                <c:v>93.72268491885097</c:v>
              </c:pt>
              <c:pt idx="311">
                <c:v>58.57507993337376</c:v>
              </c:pt>
              <c:pt idx="312">
                <c:v>37.95063025480469</c:v>
              </c:pt>
              <c:pt idx="313">
                <c:v>85.91838298689349</c:v>
              </c:pt>
              <c:pt idx="314">
                <c:v>93.43186142470937</c:v>
              </c:pt>
              <c:pt idx="315">
                <c:v>-33.79018426113093</c:v>
              </c:pt>
              <c:pt idx="316">
                <c:v>155.32749605828784</c:v>
              </c:pt>
              <c:pt idx="317">
                <c:v>150.23270443872028</c:v>
              </c:pt>
              <c:pt idx="318">
                <c:v>27.577984367420985</c:v>
              </c:pt>
              <c:pt idx="319">
                <c:v>156.91652137777484</c:v>
              </c:pt>
              <c:pt idx="320">
                <c:v>32.80240108046097</c:v>
              </c:pt>
              <c:pt idx="321">
                <c:v>114.55783082095864</c:v>
              </c:pt>
              <c:pt idx="322">
                <c:v>124.6082912959239</c:v>
              </c:pt>
              <c:pt idx="323">
                <c:v>-8.033061343693845</c:v>
              </c:pt>
              <c:pt idx="324">
                <c:v>137.5288353198641</c:v>
              </c:pt>
              <c:pt idx="325">
                <c:v>40.11466260646819</c:v>
              </c:pt>
              <c:pt idx="326">
                <c:v>71.31195503796738</c:v>
              </c:pt>
              <c:pt idx="327">
                <c:v>76.93953188652488</c:v>
              </c:pt>
              <c:pt idx="328">
                <c:v>149.42763523503342</c:v>
              </c:pt>
              <c:pt idx="329">
                <c:v>11.59125349884184</c:v>
              </c:pt>
              <c:pt idx="330">
                <c:v>9.272653169221396</c:v>
              </c:pt>
              <c:pt idx="331">
                <c:v>64.69337921207013</c:v>
              </c:pt>
              <c:pt idx="332">
                <c:v>86.80461519673456</c:v>
              </c:pt>
              <c:pt idx="333">
                <c:v>61.775802535132144</c:v>
              </c:pt>
              <c:pt idx="334">
                <c:v>91.2746142287761</c:v>
              </c:pt>
              <c:pt idx="335">
                <c:v>149.4730898788152</c:v>
              </c:pt>
              <c:pt idx="336">
                <c:v>68.32384657045577</c:v>
              </c:pt>
              <c:pt idx="337">
                <c:v>101.50747880065337</c:v>
              </c:pt>
              <c:pt idx="338">
                <c:v>39.27981130065285</c:v>
              </c:pt>
              <c:pt idx="339">
                <c:v>-34.10836585494643</c:v>
              </c:pt>
              <c:pt idx="340">
                <c:v>138.27542781065745</c:v>
              </c:pt>
              <c:pt idx="341">
                <c:v>150.14833418958597</c:v>
              </c:pt>
              <c:pt idx="342">
                <c:v>80.70051004813111</c:v>
              </c:pt>
              <c:pt idx="343">
                <c:v>102.50842972145324</c:v>
              </c:pt>
              <c:pt idx="344">
                <c:v>-56.63378877426997</c:v>
              </c:pt>
              <c:pt idx="345">
                <c:v>46.77603682795936</c:v>
              </c:pt>
              <c:pt idx="346">
                <c:v>77.44145171207089</c:v>
              </c:pt>
              <c:pt idx="347">
                <c:v>32.55662921592585</c:v>
              </c:pt>
              <c:pt idx="348">
                <c:v>96.50598619835915</c:v>
              </c:pt>
              <c:pt idx="349">
                <c:v>35.030888108849055</c:v>
              </c:pt>
              <c:pt idx="350">
                <c:v>148.6297422380143</c:v>
              </c:pt>
              <c:pt idx="351">
                <c:v>129.93084407463505</c:v>
              </c:pt>
              <c:pt idx="352">
                <c:v>88.51565492010373</c:v>
              </c:pt>
              <c:pt idx="353">
                <c:v>-27.20168978199515</c:v>
              </c:pt>
              <c:pt idx="354">
                <c:v>75.94842427269539</c:v>
              </c:pt>
              <c:pt idx="355">
                <c:v>104.04931629141608</c:v>
              </c:pt>
              <c:pt idx="356">
                <c:v>92.75672073631338</c:v>
              </c:pt>
              <c:pt idx="357">
                <c:v>80.35788361686846</c:v>
              </c:pt>
              <c:pt idx="358">
                <c:v>166.13041805517062</c:v>
              </c:pt>
              <c:pt idx="359">
                <c:v>152.25727582647275</c:v>
              </c:pt>
              <c:pt idx="360">
                <c:v>29.8208714554226</c:v>
              </c:pt>
              <c:pt idx="361">
                <c:v>85.48989486496349</c:v>
              </c:pt>
              <c:pt idx="362">
                <c:v>2.1580169339210897</c:v>
              </c:pt>
              <c:pt idx="363">
                <c:v>-8.111968434748173</c:v>
              </c:pt>
              <c:pt idx="364">
                <c:v>12.53852045055239</c:v>
              </c:pt>
              <c:pt idx="365">
                <c:v>158.06316958578574</c:v>
              </c:pt>
              <c:pt idx="366">
                <c:v>18.915811386818998</c:v>
              </c:pt>
              <c:pt idx="367">
                <c:v>164.92479877202703</c:v>
              </c:pt>
              <c:pt idx="368">
                <c:v>130.17746932396696</c:v>
              </c:pt>
              <c:pt idx="369">
                <c:v>40.74808192558166</c:v>
              </c:pt>
              <c:pt idx="370">
                <c:v>22.812719218335236</c:v>
              </c:pt>
              <c:pt idx="371">
                <c:v>67.74310538477401</c:v>
              </c:pt>
              <c:pt idx="372">
                <c:v>13.383032557555968</c:v>
              </c:pt>
              <c:pt idx="373">
                <c:v>60.126643019221035</c:v>
              </c:pt>
              <c:pt idx="374">
                <c:v>153.87416486319452</c:v>
              </c:pt>
              <c:pt idx="375">
                <c:v>121.81895207356173</c:v>
              </c:pt>
              <c:pt idx="376">
                <c:v>96.5081662310734</c:v>
              </c:pt>
              <c:pt idx="377">
                <c:v>97.82684772195323</c:v>
              </c:pt>
              <c:pt idx="378">
                <c:v>72.29747892711644</c:v>
              </c:pt>
              <c:pt idx="379">
                <c:v>30.22846573702719</c:v>
              </c:pt>
              <c:pt idx="380">
                <c:v>98.99945657173477</c:v>
              </c:pt>
              <c:pt idx="381">
                <c:v>13.967994722340837</c:v>
              </c:pt>
              <c:pt idx="382">
                <c:v>6.154249650549637</c:v>
              </c:pt>
              <c:pt idx="383">
                <c:v>54.748481924209145</c:v>
              </c:pt>
              <c:pt idx="384">
                <c:v>20.21467861020368</c:v>
              </c:pt>
              <c:pt idx="385">
                <c:v>42.869936972878904</c:v>
              </c:pt>
              <c:pt idx="386">
                <c:v>-30.172790638218082</c:v>
              </c:pt>
              <c:pt idx="387">
                <c:v>49.54468591979098</c:v>
              </c:pt>
              <c:pt idx="388">
                <c:v>69.51605895244028</c:v>
              </c:pt>
              <c:pt idx="389">
                <c:v>-24.919156121077364</c:v>
              </c:pt>
              <c:pt idx="390">
                <c:v>19.092042665207703</c:v>
              </c:pt>
              <c:pt idx="391">
                <c:v>63.426751421910055</c:v>
              </c:pt>
              <c:pt idx="392">
                <c:v>35.73810232267503</c:v>
              </c:pt>
              <c:pt idx="393">
                <c:v>84.39456172561685</c:v>
              </c:pt>
              <c:pt idx="394">
                <c:v>95.72302312262991</c:v>
              </c:pt>
              <c:pt idx="395">
                <c:v>163.46883897786697</c:v>
              </c:pt>
              <c:pt idx="396">
                <c:v>70.41080151754171</c:v>
              </c:pt>
              <c:pt idx="397">
                <c:v>147.17686016308306</c:v>
              </c:pt>
              <c:pt idx="398">
                <c:v>-2.9805593410316735</c:v>
              </c:pt>
              <c:pt idx="399">
                <c:v>-26.855144887625727</c:v>
              </c:pt>
              <c:pt idx="400">
                <c:v>121.85090994534444</c:v>
              </c:pt>
              <c:pt idx="401">
                <c:v>67.35043602338862</c:v>
              </c:pt>
              <c:pt idx="402">
                <c:v>14.945534114983683</c:v>
              </c:pt>
              <c:pt idx="403">
                <c:v>-3.7854014181477265</c:v>
              </c:pt>
              <c:pt idx="404">
                <c:v>-33.980643826394285</c:v>
              </c:pt>
              <c:pt idx="405">
                <c:v>32.3895809997002</c:v>
              </c:pt>
              <c:pt idx="406">
                <c:v>43.93454678326668</c:v>
              </c:pt>
              <c:pt idx="407">
                <c:v>56.95723282203882</c:v>
              </c:pt>
              <c:pt idx="408">
                <c:v>162.3827225941817</c:v>
              </c:pt>
              <c:pt idx="409">
                <c:v>7.1944566619017465</c:v>
              </c:pt>
              <c:pt idx="410">
                <c:v>13.870112344882113</c:v>
              </c:pt>
              <c:pt idx="411">
                <c:v>65.65040650769103</c:v>
              </c:pt>
              <c:pt idx="412">
                <c:v>140.39393516714628</c:v>
              </c:pt>
              <c:pt idx="413">
                <c:v>-47.62136338562075</c:v>
              </c:pt>
              <c:pt idx="414">
                <c:v>162.9969672803334</c:v>
              </c:pt>
              <c:pt idx="415">
                <c:v>163.25795730657748</c:v>
              </c:pt>
              <c:pt idx="416">
                <c:v>168.016154674003</c:v>
              </c:pt>
              <c:pt idx="417">
                <c:v>32.445626877885005</c:v>
              </c:pt>
              <c:pt idx="418">
                <c:v>28.277717992668</c:v>
              </c:pt>
              <c:pt idx="419">
                <c:v>121.91556992192359</c:v>
              </c:pt>
              <c:pt idx="420">
                <c:v>110.17528050308927</c:v>
              </c:pt>
              <c:pt idx="421">
                <c:v>-11.60259031631448</c:v>
              </c:pt>
              <c:pt idx="422">
                <c:v>85.76353657529344</c:v>
              </c:pt>
              <c:pt idx="423">
                <c:v>23.964031842020187</c:v>
              </c:pt>
              <c:pt idx="424">
                <c:v>72.6913964190115</c:v>
              </c:pt>
              <c:pt idx="425">
                <c:v>47.32278390645115</c:v>
              </c:pt>
              <c:pt idx="426">
                <c:v>59.511642562512975</c:v>
              </c:pt>
              <c:pt idx="427">
                <c:v>56.04549402801031</c:v>
              </c:pt>
              <c:pt idx="428">
                <c:v>110.34975458170167</c:v>
              </c:pt>
              <c:pt idx="429">
                <c:v>158.05396973203543</c:v>
              </c:pt>
              <c:pt idx="430">
                <c:v>72.36588305516081</c:v>
              </c:pt>
              <c:pt idx="431">
                <c:v>175.81096162679023</c:v>
              </c:pt>
              <c:pt idx="432">
                <c:v>167.3796077930164</c:v>
              </c:pt>
              <c:pt idx="433">
                <c:v>61.278190571567976</c:v>
              </c:pt>
              <c:pt idx="434">
                <c:v>175.95874890252526</c:v>
              </c:pt>
              <c:pt idx="435">
                <c:v>36.59856233014311</c:v>
              </c:pt>
              <c:pt idx="436">
                <c:v>172.75302378751974</c:v>
              </c:pt>
              <c:pt idx="437">
                <c:v>102.93698259460595</c:v>
              </c:pt>
              <c:pt idx="438">
                <c:v>82.73637673813475</c:v>
              </c:pt>
              <c:pt idx="439">
                <c:v>118.52705992688938</c:v>
              </c:pt>
              <c:pt idx="440">
                <c:v>23.120564270518532</c:v>
              </c:pt>
              <c:pt idx="441">
                <c:v>-27.077280667824834</c:v>
              </c:pt>
              <c:pt idx="442">
                <c:v>-26.040995698449148</c:v>
              </c:pt>
              <c:pt idx="443">
                <c:v>54.81447278076037</c:v>
              </c:pt>
              <c:pt idx="444">
                <c:v>76.79289287806509</c:v>
              </c:pt>
              <c:pt idx="445">
                <c:v>-38.00147946946578</c:v>
              </c:pt>
              <c:pt idx="446">
                <c:v>42.16622432288338</c:v>
              </c:pt>
              <c:pt idx="447">
                <c:v>20.36581954257817</c:v>
              </c:pt>
              <c:pt idx="448">
                <c:v>144.57431802191155</c:v>
              </c:pt>
              <c:pt idx="449">
                <c:v>33.418014411623005</c:v>
              </c:pt>
              <c:pt idx="450">
                <c:v>18.910321518571745</c:v>
              </c:pt>
              <c:pt idx="451">
                <c:v>147.2306128660384</c:v>
              </c:pt>
              <c:pt idx="452">
                <c:v>-16.53083016780194</c:v>
              </c:pt>
              <c:pt idx="453">
                <c:v>39.94827454566058</c:v>
              </c:pt>
              <c:pt idx="454">
                <c:v>81.25583069065337</c:v>
              </c:pt>
              <c:pt idx="455">
                <c:v>132.67561075840104</c:v>
              </c:pt>
              <c:pt idx="456">
                <c:v>100.58598989321311</c:v>
              </c:pt>
              <c:pt idx="457">
                <c:v>18.07216393670483</c:v>
              </c:pt>
              <c:pt idx="458">
                <c:v>100.23890871020532</c:v>
              </c:pt>
              <c:pt idx="459">
                <c:v>-6.109823286275375</c:v>
              </c:pt>
              <c:pt idx="460">
                <c:v>65.10048424086946</c:v>
              </c:pt>
              <c:pt idx="461">
                <c:v>-1.6140485816684773</c:v>
              </c:pt>
              <c:pt idx="462">
                <c:v>98.3280168949191</c:v>
              </c:pt>
              <c:pt idx="463">
                <c:v>59.792419898939386</c:v>
              </c:pt>
              <c:pt idx="464">
                <c:v>82.45307597423657</c:v>
              </c:pt>
              <c:pt idx="465">
                <c:v>156.72997567161175</c:v>
              </c:pt>
              <c:pt idx="466">
                <c:v>146.7894429003484</c:v>
              </c:pt>
              <c:pt idx="467">
                <c:v>140.4458757151997</c:v>
              </c:pt>
              <c:pt idx="468">
                <c:v>35.81557368423992</c:v>
              </c:pt>
              <c:pt idx="469">
                <c:v>89.00608526800589</c:v>
              </c:pt>
              <c:pt idx="470">
                <c:v>105.14697042355796</c:v>
              </c:pt>
              <c:pt idx="471">
                <c:v>88.87227805446354</c:v>
              </c:pt>
              <c:pt idx="472">
                <c:v>1.7945656792843678</c:v>
              </c:pt>
              <c:pt idx="473">
                <c:v>32.24704124178798</c:v>
              </c:pt>
              <c:pt idx="474">
                <c:v>63.84993802647442</c:v>
              </c:pt>
              <c:pt idx="475">
                <c:v>50.673249244101186</c:v>
              </c:pt>
              <c:pt idx="476">
                <c:v>68.38980045884588</c:v>
              </c:pt>
              <c:pt idx="477">
                <c:v>-15.91574642393169</c:v>
              </c:pt>
              <c:pt idx="478">
                <c:v>-7.9514979673778825</c:v>
              </c:pt>
              <c:pt idx="479">
                <c:v>103.68118972644545</c:v>
              </c:pt>
              <c:pt idx="480">
                <c:v>15.80289310948562</c:v>
              </c:pt>
              <c:pt idx="481">
                <c:v>107.72794056606801</c:v>
              </c:pt>
              <c:pt idx="482">
                <c:v>-38.07747836996521</c:v>
              </c:pt>
              <c:pt idx="483">
                <c:v>58.65575125468085</c:v>
              </c:pt>
              <c:pt idx="484">
                <c:v>-2.2715180011372738</c:v>
              </c:pt>
              <c:pt idx="485">
                <c:v>20.20959541416371</c:v>
              </c:pt>
              <c:pt idx="486">
                <c:v>105.6795178142838</c:v>
              </c:pt>
              <c:pt idx="487">
                <c:v>39.773575385574105</c:v>
              </c:pt>
              <c:pt idx="488">
                <c:v>93.42564393183935</c:v>
              </c:pt>
              <c:pt idx="489">
                <c:v>99.00474943283395</c:v>
              </c:pt>
              <c:pt idx="490">
                <c:v>-12.671492724576401</c:v>
              </c:pt>
              <c:pt idx="491">
                <c:v>122.33597507663355</c:v>
              </c:pt>
              <c:pt idx="492">
                <c:v>75.0392463162001</c:v>
              </c:pt>
              <c:pt idx="493">
                <c:v>43.87024268217412</c:v>
              </c:pt>
              <c:pt idx="494">
                <c:v>47.30479312471299</c:v>
              </c:pt>
              <c:pt idx="495">
                <c:v>108.6443926137341</c:v>
              </c:pt>
              <c:pt idx="496">
                <c:v>-7.76376298075561</c:v>
              </c:pt>
              <c:pt idx="497">
                <c:v>98.35672277094093</c:v>
              </c:pt>
              <c:pt idx="498">
                <c:v>109.44134833001507</c:v>
              </c:pt>
              <c:pt idx="499">
                <c:v>145.10556831946286</c:v>
              </c:pt>
              <c:pt idx="500">
                <c:v>-13.366801221360014</c:v>
              </c:pt>
              <c:pt idx="501">
                <c:v>178.70936213658842</c:v>
              </c:pt>
              <c:pt idx="502">
                <c:v>10.077607530489907</c:v>
              </c:pt>
              <c:pt idx="503">
                <c:v>40.48650620565218</c:v>
              </c:pt>
              <c:pt idx="504">
                <c:v>159.04561542334307</c:v>
              </c:pt>
              <c:pt idx="505">
                <c:v>-40.637866334356474</c:v>
              </c:pt>
              <c:pt idx="506">
                <c:v>-35.68846038529298</c:v>
              </c:pt>
              <c:pt idx="507">
                <c:v>-61.299467703529444</c:v>
              </c:pt>
              <c:pt idx="508">
                <c:v>25.784257617764435</c:v>
              </c:pt>
              <c:pt idx="509">
                <c:v>46.3168102610299</c:v>
              </c:pt>
              <c:pt idx="510">
                <c:v>67.84176108475879</c:v>
              </c:pt>
              <c:pt idx="511">
                <c:v>86.88772467624592</c:v>
              </c:pt>
              <c:pt idx="512">
                <c:v>132.07986231490761</c:v>
              </c:pt>
              <c:pt idx="513">
                <c:v>139.41211166625536</c:v>
              </c:pt>
              <c:pt idx="514">
                <c:v>-30.36696329303336</c:v>
              </c:pt>
              <c:pt idx="515">
                <c:v>159.78085393268154</c:v>
              </c:pt>
              <c:pt idx="516">
                <c:v>171.38631095090773</c:v>
              </c:pt>
              <c:pt idx="517">
                <c:v>119.58609565277594</c:v>
              </c:pt>
              <c:pt idx="518">
                <c:v>21.721013795579754</c:v>
              </c:pt>
              <c:pt idx="519">
                <c:v>21.748851701977596</c:v>
              </c:pt>
              <c:pt idx="520">
                <c:v>-7.967843787961364</c:v>
              </c:pt>
              <c:pt idx="521">
                <c:v>31.70493184707571</c:v>
              </c:pt>
              <c:pt idx="522">
                <c:v>77.44777570491011</c:v>
              </c:pt>
              <c:pt idx="523">
                <c:v>21.36060443817023</c:v>
              </c:pt>
              <c:pt idx="524">
                <c:v>91.92740601562505</c:v>
              </c:pt>
              <c:pt idx="525">
                <c:v>72.52380141349161</c:v>
              </c:pt>
              <c:pt idx="526">
                <c:v>53.01776840299593</c:v>
              </c:pt>
              <c:pt idx="527">
                <c:v>161.84209653581937</c:v>
              </c:pt>
              <c:pt idx="528">
                <c:v>144.364649115203</c:v>
              </c:pt>
              <c:pt idx="529">
                <c:v>-9.671621072922123</c:v>
              </c:pt>
              <c:pt idx="530">
                <c:v>28.223393624489002</c:v>
              </c:pt>
              <c:pt idx="531">
                <c:v>-24.65045099184176</c:v>
              </c:pt>
              <c:pt idx="532">
                <c:v>177.0641074340917</c:v>
              </c:pt>
              <c:pt idx="533">
                <c:v>158.40874896446383</c:v>
              </c:pt>
              <c:pt idx="534">
                <c:v>95.80747051583303</c:v>
              </c:pt>
              <c:pt idx="535">
                <c:v>-57.72673481513266</c:v>
              </c:pt>
              <c:pt idx="536">
                <c:v>20.274115393084696</c:v>
              </c:pt>
              <c:pt idx="537">
                <c:v>69.58287625948071</c:v>
              </c:pt>
              <c:pt idx="538">
                <c:v>71.87660626746302</c:v>
              </c:pt>
              <c:pt idx="539">
                <c:v>90.60242683616477</c:v>
              </c:pt>
              <c:pt idx="540">
                <c:v>-22.40680468763109</c:v>
              </c:pt>
              <c:pt idx="541">
                <c:v>-18.18285326898466</c:v>
              </c:pt>
              <c:pt idx="542">
                <c:v>157.07737966292424</c:v>
              </c:pt>
              <c:pt idx="543">
                <c:v>-29.61303888317115</c:v>
              </c:pt>
              <c:pt idx="544">
                <c:v>36.93373270083768</c:v>
              </c:pt>
              <c:pt idx="545">
                <c:v>74.69991843989403</c:v>
              </c:pt>
              <c:pt idx="546">
                <c:v>46.20712976050986</c:v>
              </c:pt>
              <c:pt idx="547">
                <c:v>44.593603519378945</c:v>
              </c:pt>
              <c:pt idx="548">
                <c:v>2.3526415293869505</c:v>
              </c:pt>
              <c:pt idx="549">
                <c:v>19.913182833949964</c:v>
              </c:pt>
              <c:pt idx="550">
                <c:v>71.23052647611983</c:v>
              </c:pt>
              <c:pt idx="551">
                <c:v>-0.6352608319706654</c:v>
              </c:pt>
              <c:pt idx="552">
                <c:v>30.4903942448751</c:v>
              </c:pt>
              <c:pt idx="553">
                <c:v>-43.79089969258443</c:v>
              </c:pt>
              <c:pt idx="554">
                <c:v>14.399459586228826</c:v>
              </c:pt>
              <c:pt idx="555">
                <c:v>-13.34636120391604</c:v>
              </c:pt>
              <c:pt idx="556">
                <c:v>78.18017703357843</c:v>
              </c:pt>
              <c:pt idx="557">
                <c:v>117.31588827615995</c:v>
              </c:pt>
              <c:pt idx="558">
                <c:v>137.49249767213144</c:v>
              </c:pt>
              <c:pt idx="559">
                <c:v>-39.14177093456692</c:v>
              </c:pt>
              <c:pt idx="560">
                <c:v>143.0749175494291</c:v>
              </c:pt>
              <c:pt idx="561">
                <c:v>154.04036163971554</c:v>
              </c:pt>
              <c:pt idx="562">
                <c:v>-24.373044077256978</c:v>
              </c:pt>
              <c:pt idx="563">
                <c:v>109.49760362528893</c:v>
              </c:pt>
              <c:pt idx="564">
                <c:v>11.100116798608575</c:v>
              </c:pt>
              <c:pt idx="565">
                <c:v>91.7832220306187</c:v>
              </c:pt>
              <c:pt idx="566">
                <c:v>26.78002077805584</c:v>
              </c:pt>
              <c:pt idx="567">
                <c:v>143.0583828878133</c:v>
              </c:pt>
              <c:pt idx="568">
                <c:v>125.91244513734692</c:v>
              </c:pt>
              <c:pt idx="569">
                <c:v>111.82355463335459</c:v>
              </c:pt>
              <c:pt idx="570">
                <c:v>157.74029352281624</c:v>
              </c:pt>
              <c:pt idx="571">
                <c:v>33.0784088660489</c:v>
              </c:pt>
              <c:pt idx="572">
                <c:v>109.38884272497144</c:v>
              </c:pt>
              <c:pt idx="573">
                <c:v>155.33066633973453</c:v>
              </c:pt>
              <c:pt idx="574">
                <c:v>74.27334985663603</c:v>
              </c:pt>
              <c:pt idx="575">
                <c:v>59.66862254232653</c:v>
              </c:pt>
              <c:pt idx="576">
                <c:v>2.287139201975613</c:v>
              </c:pt>
              <c:pt idx="577">
                <c:v>154.47957555424014</c:v>
              </c:pt>
              <c:pt idx="578">
                <c:v>-25.666824760984852</c:v>
              </c:pt>
              <c:pt idx="579">
                <c:v>86.29322200500368</c:v>
              </c:pt>
              <c:pt idx="580">
                <c:v>-65.1631843224561</c:v>
              </c:pt>
              <c:pt idx="581">
                <c:v>90.61435075359503</c:v>
              </c:pt>
              <c:pt idx="582">
                <c:v>4.550606925138425</c:v>
              </c:pt>
              <c:pt idx="583">
                <c:v>-41.73957691770558</c:v>
              </c:pt>
              <c:pt idx="584">
                <c:v>-21.06895023810117</c:v>
              </c:pt>
              <c:pt idx="585">
                <c:v>146.06389493177332</c:v>
              </c:pt>
              <c:pt idx="586">
                <c:v>-41.35001718210974</c:v>
              </c:pt>
              <c:pt idx="587">
                <c:v>47.17755009389117</c:v>
              </c:pt>
              <c:pt idx="588">
                <c:v>5.596278767713848</c:v>
              </c:pt>
              <c:pt idx="589">
                <c:v>-16.936258307776292</c:v>
              </c:pt>
              <c:pt idx="590">
                <c:v>8.372898914139537</c:v>
              </c:pt>
              <c:pt idx="591">
                <c:v>119.83800857318256</c:v>
              </c:pt>
              <c:pt idx="592">
                <c:v>59.81201871572637</c:v>
              </c:pt>
              <c:pt idx="593">
                <c:v>-14.66605923898539</c:v>
              </c:pt>
              <c:pt idx="594">
                <c:v>56.348683884600774</c:v>
              </c:pt>
              <c:pt idx="595">
                <c:v>53.16925260792931</c:v>
              </c:pt>
              <c:pt idx="596">
                <c:v>16.66571679313164</c:v>
              </c:pt>
              <c:pt idx="597">
                <c:v>86.35799117331527</c:v>
              </c:pt>
              <c:pt idx="598">
                <c:v>8.434235050896806</c:v>
              </c:pt>
              <c:pt idx="599">
                <c:v>-23.138913561909387</c:v>
              </c:pt>
              <c:pt idx="600">
                <c:v>148.0563153357755</c:v>
              </c:pt>
              <c:pt idx="601">
                <c:v>88.05672439232828</c:v>
              </c:pt>
              <c:pt idx="602">
                <c:v>100.38547883460657</c:v>
              </c:pt>
              <c:pt idx="603">
                <c:v>142.09151805924304</c:v>
              </c:pt>
              <c:pt idx="604">
                <c:v>128.4592596512609</c:v>
              </c:pt>
              <c:pt idx="605">
                <c:v>106.72491603108249</c:v>
              </c:pt>
              <c:pt idx="606">
                <c:v>6.581038456145613</c:v>
              </c:pt>
              <c:pt idx="607">
                <c:v>-8.945439924417464</c:v>
              </c:pt>
              <c:pt idx="608">
                <c:v>26.0719986738568</c:v>
              </c:pt>
              <c:pt idx="609">
                <c:v>134.11910472538938</c:v>
              </c:pt>
              <c:pt idx="610">
                <c:v>22.17432296295102</c:v>
              </c:pt>
              <c:pt idx="611">
                <c:v>-39.7716903319633</c:v>
              </c:pt>
              <c:pt idx="612">
                <c:v>97.14358713268032</c:v>
              </c:pt>
              <c:pt idx="613">
                <c:v>74.23504016465769</c:v>
              </c:pt>
              <c:pt idx="614">
                <c:v>-52.24194686917183</c:v>
              </c:pt>
              <c:pt idx="615">
                <c:v>8.295849608892432</c:v>
              </c:pt>
              <c:pt idx="616">
                <c:v>98.23053803116058</c:v>
              </c:pt>
              <c:pt idx="617">
                <c:v>-29.77629122244094</c:v>
              </c:pt>
              <c:pt idx="618">
                <c:v>174.554471671172</c:v>
              </c:pt>
              <c:pt idx="619">
                <c:v>-47.40449696164022</c:v>
              </c:pt>
              <c:pt idx="620">
                <c:v>32.771495374361606</c:v>
              </c:pt>
              <c:pt idx="621">
                <c:v>88.57679234675115</c:v>
              </c:pt>
              <c:pt idx="622">
                <c:v>5.9696235246344145</c:v>
              </c:pt>
              <c:pt idx="623">
                <c:v>-61.96705900429089</c:v>
              </c:pt>
              <c:pt idx="624">
                <c:v>61.77802602080054</c:v>
              </c:pt>
              <c:pt idx="625">
                <c:v>53.15367782031704</c:v>
              </c:pt>
              <c:pt idx="626">
                <c:v>162.98818652599155</c:v>
              </c:pt>
              <c:pt idx="627">
                <c:v>167.11485989310736</c:v>
              </c:pt>
              <c:pt idx="628">
                <c:v>77.0963678237706</c:v>
              </c:pt>
              <c:pt idx="629">
                <c:v>110.29847971018368</c:v>
              </c:pt>
              <c:pt idx="630">
                <c:v>8.64867466448542</c:v>
              </c:pt>
              <c:pt idx="631">
                <c:v>81.93988376390617</c:v>
              </c:pt>
              <c:pt idx="632">
                <c:v>-41.06703028671036</c:v>
              </c:pt>
              <c:pt idx="633">
                <c:v>-34.057631885115065</c:v>
              </c:pt>
              <c:pt idx="634">
                <c:v>-14.383655325137035</c:v>
              </c:pt>
              <c:pt idx="635">
                <c:v>0.13111645656592685</c:v>
              </c:pt>
              <c:pt idx="636">
                <c:v>12.47500359263202</c:v>
              </c:pt>
              <c:pt idx="637">
                <c:v>73.09603844047717</c:v>
              </c:pt>
              <c:pt idx="638">
                <c:v>79.89069342102728</c:v>
              </c:pt>
              <c:pt idx="639">
                <c:v>-0.35979526387919236</c:v>
              </c:pt>
              <c:pt idx="640">
                <c:v>-47.799792763962664</c:v>
              </c:pt>
              <c:pt idx="641">
                <c:v>99.41205415162254</c:v>
              </c:pt>
              <c:pt idx="642">
                <c:v>94.92781360135359</c:v>
              </c:pt>
              <c:pt idx="643">
                <c:v>-21.638016688602825</c:v>
              </c:pt>
              <c:pt idx="644">
                <c:v>158.51732783313008</c:v>
              </c:pt>
              <c:pt idx="645">
                <c:v>76.30733167490223</c:v>
              </c:pt>
              <c:pt idx="646">
                <c:v>58.5109523335947</c:v>
              </c:pt>
              <c:pt idx="647">
                <c:v>-40.94397208556355</c:v>
              </c:pt>
              <c:pt idx="648">
                <c:v>169.70523321165936</c:v>
              </c:pt>
              <c:pt idx="649">
                <c:v>148.97659201956154</c:v>
              </c:pt>
              <c:pt idx="650">
                <c:v>114.3664490603664</c:v>
              </c:pt>
              <c:pt idx="651">
                <c:v>69.23241098053337</c:v>
              </c:pt>
              <c:pt idx="652">
                <c:v>12.60016248269454</c:v>
              </c:pt>
              <c:pt idx="653">
                <c:v>143.81987013604</c:v>
              </c:pt>
              <c:pt idx="654">
                <c:v>122.70759183193296</c:v>
              </c:pt>
              <c:pt idx="655">
                <c:v>42.1849857705198</c:v>
              </c:pt>
              <c:pt idx="656">
                <c:v>-62.06418524869025</c:v>
              </c:pt>
              <c:pt idx="657">
                <c:v>9.70810602297048</c:v>
              </c:pt>
              <c:pt idx="658">
                <c:v>-15.870967152838029</c:v>
              </c:pt>
              <c:pt idx="659">
                <c:v>-15.605456272541074</c:v>
              </c:pt>
              <c:pt idx="660">
                <c:v>93.04330510317314</c:v>
              </c:pt>
              <c:pt idx="661">
                <c:v>83.8494395884331</c:v>
              </c:pt>
              <c:pt idx="662">
                <c:v>94.53902853097757</c:v>
              </c:pt>
              <c:pt idx="663">
                <c:v>118.991050540546</c:v>
              </c:pt>
              <c:pt idx="664">
                <c:v>89.00111894137582</c:v>
              </c:pt>
              <c:pt idx="665">
                <c:v>-35.281613992466255</c:v>
              </c:pt>
              <c:pt idx="666">
                <c:v>15.184767584804856</c:v>
              </c:pt>
              <c:pt idx="667">
                <c:v>106.63455727959311</c:v>
              </c:pt>
              <c:pt idx="668">
                <c:v>57.83684056496085</c:v>
              </c:pt>
              <c:pt idx="669">
                <c:v>-41.3809541933141</c:v>
              </c:pt>
              <c:pt idx="670">
                <c:v>106.15963086822971</c:v>
              </c:pt>
              <c:pt idx="671">
                <c:v>83.98544509575092</c:v>
              </c:pt>
              <c:pt idx="672">
                <c:v>-5.951163215518662</c:v>
              </c:pt>
              <c:pt idx="673">
                <c:v>26.86904077734152</c:v>
              </c:pt>
              <c:pt idx="674">
                <c:v>157.38025713704926</c:v>
              </c:pt>
              <c:pt idx="675">
                <c:v>69.07660689454707</c:v>
              </c:pt>
              <c:pt idx="676">
                <c:v>-14.33391692106586</c:v>
              </c:pt>
              <c:pt idx="677">
                <c:v>66.62807254977626</c:v>
              </c:pt>
              <c:pt idx="678">
                <c:v>173.18360871359022</c:v>
              </c:pt>
              <c:pt idx="679">
                <c:v>68.55636084830485</c:v>
              </c:pt>
              <c:pt idx="680">
                <c:v>-17.441129752329147</c:v>
              </c:pt>
              <c:pt idx="681">
                <c:v>140.62804647411934</c:v>
              </c:pt>
              <c:pt idx="682">
                <c:v>15.173742219486453</c:v>
              </c:pt>
              <c:pt idx="683">
                <c:v>107.80280204682556</c:v>
              </c:pt>
              <c:pt idx="684">
                <c:v>99.25169263030261</c:v>
              </c:pt>
              <c:pt idx="685">
                <c:v>118.48410495650243</c:v>
              </c:pt>
              <c:pt idx="686">
                <c:v>-23.505475868508867</c:v>
              </c:pt>
              <c:pt idx="687">
                <c:v>32.03821382152874</c:v>
              </c:pt>
              <c:pt idx="688">
                <c:v>92.96009772989095</c:v>
              </c:pt>
              <c:pt idx="689">
                <c:v>158.2269835305151</c:v>
              </c:pt>
              <c:pt idx="690">
                <c:v>75.88881010280114</c:v>
              </c:pt>
              <c:pt idx="691">
                <c:v>-9.12660965911623</c:v>
              </c:pt>
              <c:pt idx="692">
                <c:v>-34.62866557263685</c:v>
              </c:pt>
              <c:pt idx="693">
                <c:v>-15.11308379160388</c:v>
              </c:pt>
              <c:pt idx="694">
                <c:v>65.97208017614246</c:v>
              </c:pt>
              <c:pt idx="695">
                <c:v>60.30717674902428</c:v>
              </c:pt>
              <c:pt idx="696">
                <c:v>24.5836083415407</c:v>
              </c:pt>
              <c:pt idx="697">
                <c:v>155.37687087833677</c:v>
              </c:pt>
              <c:pt idx="698">
                <c:v>-33.34000028617311</c:v>
              </c:pt>
              <c:pt idx="699">
                <c:v>74.63527419650926</c:v>
              </c:pt>
              <c:pt idx="700">
                <c:v>100.2408289811914</c:v>
              </c:pt>
              <c:pt idx="701">
                <c:v>-47.573000763208526</c:v>
              </c:pt>
              <c:pt idx="702">
                <c:v>76.00088187002848</c:v>
              </c:pt>
              <c:pt idx="703">
                <c:v>-38.05967156725144</c:v>
              </c:pt>
              <c:pt idx="704">
                <c:v>86.94227147207164</c:v>
              </c:pt>
              <c:pt idx="705">
                <c:v>60.58195522909641</c:v>
              </c:pt>
              <c:pt idx="706">
                <c:v>-16.404821758307616</c:v>
              </c:pt>
              <c:pt idx="707">
                <c:v>56.09340705653611</c:v>
              </c:pt>
              <c:pt idx="708">
                <c:v>150.59785078007405</c:v>
              </c:pt>
              <c:pt idx="709">
                <c:v>138.41112383756996</c:v>
              </c:pt>
              <c:pt idx="710">
                <c:v>23.20059763200162</c:v>
              </c:pt>
              <c:pt idx="711">
                <c:v>175.15062951407822</c:v>
              </c:pt>
              <c:pt idx="712">
                <c:v>7.918437655776994</c:v>
              </c:pt>
              <c:pt idx="713">
                <c:v>72.20001179584843</c:v>
              </c:pt>
              <c:pt idx="714">
                <c:v>139.3907630294003</c:v>
              </c:pt>
              <c:pt idx="715">
                <c:v>1.4383209064058526</c:v>
              </c:pt>
              <c:pt idx="716">
                <c:v>164.7644418884054</c:v>
              </c:pt>
              <c:pt idx="717">
                <c:v>92.33678913152393</c:v>
              </c:pt>
              <c:pt idx="718">
                <c:v>33.05039389871244</c:v>
              </c:pt>
              <c:pt idx="719">
                <c:v>82.31831009770134</c:v>
              </c:pt>
              <c:pt idx="720">
                <c:v>47.65009396609459</c:v>
              </c:pt>
              <c:pt idx="721">
                <c:v>61.40784166363866</c:v>
              </c:pt>
              <c:pt idx="722">
                <c:v>155.6870931385442</c:v>
              </c:pt>
              <c:pt idx="723">
                <c:v>54.206136661711085</c:v>
              </c:pt>
              <c:pt idx="724">
                <c:v>12.072883773822976</c:v>
              </c:pt>
              <c:pt idx="725">
                <c:v>-7.199538739537134</c:v>
              </c:pt>
              <c:pt idx="726">
                <c:v>174.82869862863362</c:v>
              </c:pt>
              <c:pt idx="727">
                <c:v>-37.952013824209814</c:v>
              </c:pt>
              <c:pt idx="728">
                <c:v>105.16656044857905</c:v>
              </c:pt>
              <c:pt idx="729">
                <c:v>0.1889558887787537</c:v>
              </c:pt>
              <c:pt idx="730">
                <c:v>123.58638559168655</c:v>
              </c:pt>
              <c:pt idx="731">
                <c:v>55.60163497107084</c:v>
              </c:pt>
              <c:pt idx="732">
                <c:v>152.6080047277719</c:v>
              </c:pt>
              <c:pt idx="733">
                <c:v>3.932883792838176</c:v>
              </c:pt>
              <c:pt idx="734">
                <c:v>53.10321454198444</c:v>
              </c:pt>
              <c:pt idx="735">
                <c:v>168.36448093307357</c:v>
              </c:pt>
              <c:pt idx="736">
                <c:v>102.30830579746754</c:v>
              </c:pt>
              <c:pt idx="737">
                <c:v>15.904155429908432</c:v>
              </c:pt>
              <c:pt idx="738">
                <c:v>80.2923057239458</c:v>
              </c:pt>
              <c:pt idx="739">
                <c:v>49.90850717294157</c:v>
              </c:pt>
              <c:pt idx="740">
                <c:v>160.54377686242697</c:v>
              </c:pt>
              <c:pt idx="741">
                <c:v>174.5112507999486</c:v>
              </c:pt>
              <c:pt idx="742">
                <c:v>1.2694903940783782</c:v>
              </c:pt>
              <c:pt idx="743">
                <c:v>95.21337965654514</c:v>
              </c:pt>
              <c:pt idx="744">
                <c:v>103.10746777521997</c:v>
              </c:pt>
              <c:pt idx="745">
                <c:v>116.16436633305618</c:v>
              </c:pt>
              <c:pt idx="746">
                <c:v>45.20730109053123</c:v>
              </c:pt>
              <c:pt idx="747">
                <c:v>58.22313103482141</c:v>
              </c:pt>
              <c:pt idx="748">
                <c:v>177.5151697478643</c:v>
              </c:pt>
              <c:pt idx="749">
                <c:v>175.92847000674348</c:v>
              </c:pt>
              <c:pt idx="750">
                <c:v>42.38756468150919</c:v>
              </c:pt>
              <c:pt idx="751">
                <c:v>-15.947771402549707</c:v>
              </c:pt>
              <c:pt idx="752">
                <c:v>-47.41677402003067</c:v>
              </c:pt>
              <c:pt idx="753">
                <c:v>12.351166658825235</c:v>
              </c:pt>
              <c:pt idx="754">
                <c:v>55.40401664066633</c:v>
              </c:pt>
              <c:pt idx="755">
                <c:v>149.24458765697105</c:v>
              </c:pt>
              <c:pt idx="756">
                <c:v>105.04691744877633</c:v>
              </c:pt>
              <c:pt idx="757">
                <c:v>2.3324628049169434</c:v>
              </c:pt>
              <c:pt idx="758">
                <c:v>86.12730965006178</c:v>
              </c:pt>
              <c:pt idx="759">
                <c:v>145.2373121866547</c:v>
              </c:pt>
              <c:pt idx="760">
                <c:v>8.90523843083206</c:v>
              </c:pt>
              <c:pt idx="761">
                <c:v>87.02657518241571</c:v>
              </c:pt>
              <c:pt idx="762">
                <c:v>66.01022685138032</c:v>
              </c:pt>
              <c:pt idx="763">
                <c:v>-27.187641847516232</c:v>
              </c:pt>
              <c:pt idx="764">
                <c:v>178.25506897062027</c:v>
              </c:pt>
              <c:pt idx="765">
                <c:v>41.44752745262795</c:v>
              </c:pt>
              <c:pt idx="766">
                <c:v>7.810121092741252</c:v>
              </c:pt>
              <c:pt idx="767">
                <c:v>161.1229011217745</c:v>
              </c:pt>
              <c:pt idx="768">
                <c:v>116.91090642983055</c:v>
              </c:pt>
              <c:pt idx="769">
                <c:v>-32.88785679692901</c:v>
              </c:pt>
              <c:pt idx="770">
                <c:v>-27.981731893512567</c:v>
              </c:pt>
              <c:pt idx="771">
                <c:v>133.05651187307257</c:v>
              </c:pt>
              <c:pt idx="772">
                <c:v>19.597442707772817</c:v>
              </c:pt>
              <c:pt idx="773">
                <c:v>98.66470841003577</c:v>
              </c:pt>
              <c:pt idx="774">
                <c:v>180.00166451396578</c:v>
              </c:pt>
              <c:pt idx="775">
                <c:v>155.98534799719963</c:v>
              </c:pt>
              <c:pt idx="776">
                <c:v>61.53133956199517</c:v>
              </c:pt>
              <c:pt idx="777">
                <c:v>142.19211146716697</c:v>
              </c:pt>
              <c:pt idx="778">
                <c:v>100.84390533410092</c:v>
              </c:pt>
              <c:pt idx="779">
                <c:v>14.57737262848482</c:v>
              </c:pt>
              <c:pt idx="780">
                <c:v>88.62492836753266</c:v>
              </c:pt>
              <c:pt idx="781">
                <c:v>29.5501269508737</c:v>
              </c:pt>
              <c:pt idx="782">
                <c:v>140.1862008516004</c:v>
              </c:pt>
              <c:pt idx="783">
                <c:v>82.41565631477528</c:v>
              </c:pt>
              <c:pt idx="784">
                <c:v>146.61595120433074</c:v>
              </c:pt>
              <c:pt idx="785">
                <c:v>96.64717415532739</c:v>
              </c:pt>
              <c:pt idx="786">
                <c:v>159.0838838254284</c:v>
              </c:pt>
              <c:pt idx="787">
                <c:v>68.4451777128271</c:v>
              </c:pt>
              <c:pt idx="788">
                <c:v>0.6872688134863871</c:v>
              </c:pt>
              <c:pt idx="789">
                <c:v>175.6133107207619</c:v>
              </c:pt>
              <c:pt idx="790">
                <c:v>42.88091245502359</c:v>
              </c:pt>
              <c:pt idx="791">
                <c:v>14.472432681204037</c:v>
              </c:pt>
              <c:pt idx="792">
                <c:v>151.81522673636616</c:v>
              </c:pt>
              <c:pt idx="793">
                <c:v>-13.81607337418388</c:v>
              </c:pt>
              <c:pt idx="794">
                <c:v>149.9312982065375</c:v>
              </c:pt>
              <c:pt idx="795">
                <c:v>104.34076689567426</c:v>
              </c:pt>
              <c:pt idx="796">
                <c:v>58.13548685884942</c:v>
              </c:pt>
              <c:pt idx="797">
                <c:v>70.35125208042089</c:v>
              </c:pt>
              <c:pt idx="798">
                <c:v>-34.486036068615434</c:v>
              </c:pt>
              <c:pt idx="799">
                <c:v>-58.50795733303579</c:v>
              </c:pt>
              <c:pt idx="800">
                <c:v>19.53770808538992</c:v>
              </c:pt>
              <c:pt idx="801">
                <c:v>8.951198736402798</c:v>
              </c:pt>
              <c:pt idx="802">
                <c:v>30.43467047234523</c:v>
              </c:pt>
              <c:pt idx="803">
                <c:v>-15.975196921706253</c:v>
              </c:pt>
              <c:pt idx="804">
                <c:v>140.12005890565453</c:v>
              </c:pt>
              <c:pt idx="805">
                <c:v>60.77370290708129</c:v>
              </c:pt>
              <c:pt idx="806">
                <c:v>56.083345720034686</c:v>
              </c:pt>
              <c:pt idx="807">
                <c:v>99.66787441615041</c:v>
              </c:pt>
              <c:pt idx="808">
                <c:v>95.78848140198252</c:v>
              </c:pt>
              <c:pt idx="809">
                <c:v>48.55503536640819</c:v>
              </c:pt>
              <c:pt idx="810">
                <c:v>118.37572443496295</c:v>
              </c:pt>
              <c:pt idx="811">
                <c:v>11.253493301035164</c:v>
              </c:pt>
              <c:pt idx="812">
                <c:v>81.83002690003237</c:v>
              </c:pt>
              <c:pt idx="813">
                <c:v>14.278441718184464</c:v>
              </c:pt>
              <c:pt idx="814">
                <c:v>52.04929325752258</c:v>
              </c:pt>
              <c:pt idx="815">
                <c:v>127.62899333557134</c:v>
              </c:pt>
              <c:pt idx="816">
                <c:v>-11.652155637354067</c:v>
              </c:pt>
              <c:pt idx="817">
                <c:v>170.2823456404079</c:v>
              </c:pt>
              <c:pt idx="818">
                <c:v>-25.08996985036933</c:v>
              </c:pt>
              <c:pt idx="819">
                <c:v>103.23053128613195</c:v>
              </c:pt>
              <c:pt idx="820">
                <c:v>59.034647711466164</c:v>
              </c:pt>
              <c:pt idx="821">
                <c:v>-30.50558153380848</c:v>
              </c:pt>
              <c:pt idx="822">
                <c:v>0.23143121042722825</c:v>
              </c:pt>
              <c:pt idx="823">
                <c:v>95.68413052000218</c:v>
              </c:pt>
              <c:pt idx="824">
                <c:v>109.71081518380412</c:v>
              </c:pt>
              <c:pt idx="825">
                <c:v>121.76495924744317</c:v>
              </c:pt>
              <c:pt idx="826">
                <c:v>83.89483159684762</c:v>
              </c:pt>
              <c:pt idx="827">
                <c:v>44.27544721266338</c:v>
              </c:pt>
              <c:pt idx="828">
                <c:v>70.2158209596162</c:v>
              </c:pt>
              <c:pt idx="829">
                <c:v>145.19843980229473</c:v>
              </c:pt>
              <c:pt idx="830">
                <c:v>174.6390972043892</c:v>
              </c:pt>
              <c:pt idx="831">
                <c:v>96.43779789863163</c:v>
              </c:pt>
              <c:pt idx="832">
                <c:v>43.04366449506405</c:v>
              </c:pt>
              <c:pt idx="833">
                <c:v>4.960264829425967</c:v>
              </c:pt>
              <c:pt idx="834">
                <c:v>85.14883399241917</c:v>
              </c:pt>
              <c:pt idx="835">
                <c:v>140.04713824974286</c:v>
              </c:pt>
              <c:pt idx="836">
                <c:v>52.555665627685215</c:v>
              </c:pt>
              <c:pt idx="837">
                <c:v>130.82096859614694</c:v>
              </c:pt>
              <c:pt idx="838">
                <c:v>161.10241948384754</c:v>
              </c:pt>
              <c:pt idx="839">
                <c:v>73.874024523941</c:v>
              </c:pt>
              <c:pt idx="840">
                <c:v>132.3475058635235</c:v>
              </c:pt>
              <c:pt idx="841">
                <c:v>117.85683066659156</c:v>
              </c:pt>
              <c:pt idx="842">
                <c:v>28.715824148753935</c:v>
              </c:pt>
              <c:pt idx="843">
                <c:v>106.97428028455603</c:v>
              </c:pt>
              <c:pt idx="844">
                <c:v>63.42429382406739</c:v>
              </c:pt>
              <c:pt idx="845">
                <c:v>71.24878925702392</c:v>
              </c:pt>
              <c:pt idx="846">
                <c:v>-1.8609155203171355</c:v>
              </c:pt>
              <c:pt idx="847">
                <c:v>30.351779968801676</c:v>
              </c:pt>
              <c:pt idx="848">
                <c:v>148.57827824567946</c:v>
              </c:pt>
              <c:pt idx="849">
                <c:v>-24.404149051095885</c:v>
              </c:pt>
              <c:pt idx="850">
                <c:v>-22.018123552786246</c:v>
              </c:pt>
              <c:pt idx="851">
                <c:v>139.8289406002594</c:v>
              </c:pt>
              <c:pt idx="852">
                <c:v>60.28328671568444</c:v>
              </c:pt>
              <c:pt idx="853">
                <c:v>23.102442019461446</c:v>
              </c:pt>
              <c:pt idx="854">
                <c:v>2.9541002157869656</c:v>
              </c:pt>
              <c:pt idx="855">
                <c:v>52.941222694442715</c:v>
              </c:pt>
              <c:pt idx="856">
                <c:v>72.65734147131714</c:v>
              </c:pt>
              <c:pt idx="857">
                <c:v>49.12998297981166</c:v>
              </c:pt>
              <c:pt idx="858">
                <c:v>82.7437090220429</c:v>
              </c:pt>
              <c:pt idx="859">
                <c:v>160.9681614186791</c:v>
              </c:pt>
              <c:pt idx="860">
                <c:v>-39.60958851923675</c:v>
              </c:pt>
              <c:pt idx="861">
                <c:v>8.631751412532356</c:v>
              </c:pt>
              <c:pt idx="862">
                <c:v>106.98002538641663</c:v>
              </c:pt>
              <c:pt idx="863">
                <c:v>79.69702371670527</c:v>
              </c:pt>
              <c:pt idx="864">
                <c:v>96.29814276070123</c:v>
              </c:pt>
              <c:pt idx="865">
                <c:v>-13.419218222646624</c:v>
              </c:pt>
              <c:pt idx="866">
                <c:v>79.27480173855173</c:v>
              </c:pt>
              <c:pt idx="867">
                <c:v>156.2432395933475</c:v>
              </c:pt>
              <c:pt idx="868">
                <c:v>35.35220097059211</c:v>
              </c:pt>
              <c:pt idx="869">
                <c:v>-27.555641188986726</c:v>
              </c:pt>
              <c:pt idx="870">
                <c:v>100.2876304679307</c:v>
              </c:pt>
              <c:pt idx="871">
                <c:v>98.78841849797264</c:v>
              </c:pt>
              <c:pt idx="872">
                <c:v>-5.211874253516514</c:v>
              </c:pt>
              <c:pt idx="873">
                <c:v>26.275579527672154</c:v>
              </c:pt>
              <c:pt idx="874">
                <c:v>129.47390552975506</c:v>
              </c:pt>
              <c:pt idx="875">
                <c:v>56.0542506629933</c:v>
              </c:pt>
              <c:pt idx="876">
                <c:v>105.38600112886724</c:v>
              </c:pt>
              <c:pt idx="877">
                <c:v>79.50111190845563</c:v>
              </c:pt>
              <c:pt idx="878">
                <c:v>125.04328608799223</c:v>
              </c:pt>
              <c:pt idx="879">
                <c:v>164.58009707589238</c:v>
              </c:pt>
              <c:pt idx="880">
                <c:v>54.89373544796442</c:v>
              </c:pt>
              <c:pt idx="881">
                <c:v>-42.35799034590647</c:v>
              </c:pt>
              <c:pt idx="882">
                <c:v>75.39614318215553</c:v>
              </c:pt>
              <c:pt idx="883">
                <c:v>-8.30443585721665</c:v>
              </c:pt>
              <c:pt idx="884">
                <c:v>-16.258088647569192</c:v>
              </c:pt>
              <c:pt idx="885">
                <c:v>39.68915335948472</c:v>
              </c:pt>
              <c:pt idx="886">
                <c:v>14.502391939383184</c:v>
              </c:pt>
              <c:pt idx="887">
                <c:v>157.70831231625482</c:v>
              </c:pt>
              <c:pt idx="888">
                <c:v>146.7821407321501</c:v>
              </c:pt>
              <c:pt idx="889">
                <c:v>87.56812545448385</c:v>
              </c:pt>
              <c:pt idx="890">
                <c:v>58.63566567186575</c:v>
              </c:pt>
              <c:pt idx="891">
                <c:v>35.231566343805184</c:v>
              </c:pt>
              <c:pt idx="892">
                <c:v>90.37666773280681</c:v>
              </c:pt>
              <c:pt idx="893">
                <c:v>7.3272341448150655</c:v>
              </c:pt>
              <c:pt idx="894">
                <c:v>37.99460317648439</c:v>
              </c:pt>
              <c:pt idx="895">
                <c:v>21.27290795591352</c:v>
              </c:pt>
              <c:pt idx="896">
                <c:v>164.00684456376212</c:v>
              </c:pt>
              <c:pt idx="897">
                <c:v>77.71826690767442</c:v>
              </c:pt>
              <c:pt idx="898">
                <c:v>6.1159223663265685</c:v>
              </c:pt>
              <c:pt idx="899">
                <c:v>20.535091362486252</c:v>
              </c:pt>
              <c:pt idx="900">
                <c:v>124.46844870219515</c:v>
              </c:pt>
              <c:pt idx="901">
                <c:v>-31.618942746863986</c:v>
              </c:pt>
              <c:pt idx="902">
                <c:v>171.4325994091995</c:v>
              </c:pt>
              <c:pt idx="903">
                <c:v>33.45018732622225</c:v>
              </c:pt>
              <c:pt idx="904">
                <c:v>83.48588504255895</c:v>
              </c:pt>
              <c:pt idx="905">
                <c:v>146.1688427162319</c:v>
              </c:pt>
              <c:pt idx="906">
                <c:v>63.45872246834023</c:v>
              </c:pt>
              <c:pt idx="907">
                <c:v>-31.10063066342797</c:v>
              </c:pt>
              <c:pt idx="908">
                <c:v>138.745551389092</c:v>
              </c:pt>
              <c:pt idx="909">
                <c:v>-15.230004120813001</c:v>
              </c:pt>
              <c:pt idx="910">
                <c:v>93.27627490553252</c:v>
              </c:pt>
              <c:pt idx="911">
                <c:v>40.288865517032434</c:v>
              </c:pt>
              <c:pt idx="912">
                <c:v>86.97955757367235</c:v>
              </c:pt>
              <c:pt idx="913">
                <c:v>89.97937564855391</c:v>
              </c:pt>
              <c:pt idx="914">
                <c:v>65.79573219844734</c:v>
              </c:pt>
              <c:pt idx="915">
                <c:v>48.817254707517804</c:v>
              </c:pt>
              <c:pt idx="916">
                <c:v>12.67571707172706</c:v>
              </c:pt>
              <c:pt idx="917">
                <c:v>57.934770976775255</c:v>
              </c:pt>
              <c:pt idx="918">
                <c:v>99.98915609378598</c:v>
              </c:pt>
              <c:pt idx="919">
                <c:v>25.453110251565892</c:v>
              </c:pt>
              <c:pt idx="920">
                <c:v>48.09024493963052</c:v>
              </c:pt>
              <c:pt idx="921">
                <c:v>97.94502113321676</c:v>
              </c:pt>
              <c:pt idx="922">
                <c:v>4.305191015263425</c:v>
              </c:pt>
              <c:pt idx="923">
                <c:v>157.29206871461994</c:v>
              </c:pt>
              <c:pt idx="924">
                <c:v>8.150279816120317</c:v>
              </c:pt>
              <c:pt idx="925">
                <c:v>-51.27371735754677</c:v>
              </c:pt>
              <c:pt idx="926">
                <c:v>116.2558049470429</c:v>
              </c:pt>
              <c:pt idx="927">
                <c:v>-17.16082396400012</c:v>
              </c:pt>
              <c:pt idx="928">
                <c:v>0.05128937980816417</c:v>
              </c:pt>
              <c:pt idx="929">
                <c:v>87.86059266986018</c:v>
              </c:pt>
              <c:pt idx="930">
                <c:v>-16.48298474101595</c:v>
              </c:pt>
              <c:pt idx="931">
                <c:v>158.53944746010558</c:v>
              </c:pt>
              <c:pt idx="932">
                <c:v>62.63014678487259</c:v>
              </c:pt>
              <c:pt idx="933">
                <c:v>146.3582455228884</c:v>
              </c:pt>
              <c:pt idx="934">
                <c:v>2.178364132804436</c:v>
              </c:pt>
              <c:pt idx="935">
                <c:v>43.23652181370312</c:v>
              </c:pt>
              <c:pt idx="936">
                <c:v>75.72034617224247</c:v>
              </c:pt>
              <c:pt idx="937">
                <c:v>165.54066300301494</c:v>
              </c:pt>
              <c:pt idx="938">
                <c:v>-30.121283017887674</c:v>
              </c:pt>
              <c:pt idx="939">
                <c:v>169.49705263748345</c:v>
              </c:pt>
              <c:pt idx="940">
                <c:v>165.9644869438501</c:v>
              </c:pt>
              <c:pt idx="941">
                <c:v>69.56318350607617</c:v>
              </c:pt>
              <c:pt idx="942">
                <c:v>154.67279074992956</c:v>
              </c:pt>
              <c:pt idx="943">
                <c:v>127.4022440357541</c:v>
              </c:pt>
              <c:pt idx="944">
                <c:v>39.04369677973986</c:v>
              </c:pt>
              <c:pt idx="945">
                <c:v>138.454831277939</c:v>
              </c:pt>
              <c:pt idx="946">
                <c:v>59.68563425465567</c:v>
              </c:pt>
              <c:pt idx="947">
                <c:v>16.761313626238294</c:v>
              </c:pt>
              <c:pt idx="948">
                <c:v>86.27126841550476</c:v>
              </c:pt>
              <c:pt idx="949">
                <c:v>81.73370337195196</c:v>
              </c:pt>
              <c:pt idx="950">
                <c:v>28.09504397614592</c:v>
              </c:pt>
              <c:pt idx="951">
                <c:v>-0.6096434241838686</c:v>
              </c:pt>
              <c:pt idx="952">
                <c:v>75.06335525842974</c:v>
              </c:pt>
              <c:pt idx="953">
                <c:v>115.9501543304191</c:v>
              </c:pt>
              <c:pt idx="954">
                <c:v>64.3054839141911</c:v>
              </c:pt>
              <c:pt idx="955">
                <c:v>-28.46431360679687</c:v>
              </c:pt>
              <c:pt idx="956">
                <c:v>173.9251718694845</c:v>
              </c:pt>
              <c:pt idx="957">
                <c:v>-5.522444449119011</c:v>
              </c:pt>
              <c:pt idx="958">
                <c:v>25.266827480684167</c:v>
              </c:pt>
              <c:pt idx="959">
                <c:v>4.19073878779561</c:v>
              </c:pt>
              <c:pt idx="960">
                <c:v>19.938431371635435</c:v>
              </c:pt>
              <c:pt idx="961">
                <c:v>76.42497351283797</c:v>
              </c:pt>
              <c:pt idx="962">
                <c:v>64.65927626815996</c:v>
              </c:pt>
              <c:pt idx="963">
                <c:v>10.75998656569477</c:v>
              </c:pt>
              <c:pt idx="964">
                <c:v>14.511628181381003</c:v>
              </c:pt>
              <c:pt idx="965">
                <c:v>97.45316672000256</c:v>
              </c:pt>
              <c:pt idx="966">
                <c:v>25.38331984252049</c:v>
              </c:pt>
              <c:pt idx="967">
                <c:v>88.73105481423313</c:v>
              </c:pt>
              <c:pt idx="968">
                <c:v>59.5359587725209</c:v>
              </c:pt>
              <c:pt idx="969">
                <c:v>118.39697831295585</c:v>
              </c:pt>
              <c:pt idx="970">
                <c:v>45.01535545560971</c:v>
              </c:pt>
              <c:pt idx="971">
                <c:v>127.19612982988998</c:v>
              </c:pt>
              <c:pt idx="972">
                <c:v>79.6498559058201</c:v>
              </c:pt>
              <c:pt idx="973">
                <c:v>77.58402511496794</c:v>
              </c:pt>
              <c:pt idx="974">
                <c:v>147.26254728157883</c:v>
              </c:pt>
              <c:pt idx="975">
                <c:v>32.04155568598357</c:v>
              </c:pt>
              <c:pt idx="976">
                <c:v>76.58188158866263</c:v>
              </c:pt>
              <c:pt idx="977">
                <c:v>32.05070104921076</c:v>
              </c:pt>
              <c:pt idx="978">
                <c:v>-23.79046201463847</c:v>
              </c:pt>
              <c:pt idx="979">
                <c:v>161.5179145299109</c:v>
              </c:pt>
              <c:pt idx="980">
                <c:v>-32.43358297881519</c:v>
              </c:pt>
              <c:pt idx="981">
                <c:v>58.28225718422392</c:v>
              </c:pt>
              <c:pt idx="982">
                <c:v>92.92209425425544</c:v>
              </c:pt>
              <c:pt idx="983">
                <c:v>-27.445168432942644</c:v>
              </c:pt>
              <c:pt idx="984">
                <c:v>-61.00151355522398</c:v>
              </c:pt>
              <c:pt idx="985">
                <c:v>-33.99483173869103</c:v>
              </c:pt>
              <c:pt idx="986">
                <c:v>111.96110885820035</c:v>
              </c:pt>
              <c:pt idx="987">
                <c:v>7.430294480253316</c:v>
              </c:pt>
              <c:pt idx="988">
                <c:v>45.011256600994244</c:v>
              </c:pt>
              <c:pt idx="989">
                <c:v>103.69274853288618</c:v>
              </c:pt>
              <c:pt idx="990">
                <c:v>159.23605679229118</c:v>
              </c:pt>
              <c:pt idx="991">
                <c:v>-38.4146996291579</c:v>
              </c:pt>
              <c:pt idx="992">
                <c:v>120.92163039829204</c:v>
              </c:pt>
              <c:pt idx="993">
                <c:v>163.7804966879746</c:v>
              </c:pt>
              <c:pt idx="994">
                <c:v>88.874563521134</c:v>
              </c:pt>
              <c:pt idx="995">
                <c:v>-19.38773337398085</c:v>
              </c:pt>
              <c:pt idx="996">
                <c:v>88.69228903101373</c:v>
              </c:pt>
              <c:pt idx="997">
                <c:v>94.53586109458166</c:v>
              </c:pt>
              <c:pt idx="998">
                <c:v>-41.968016269598785</c:v>
              </c:pt>
              <c:pt idx="999">
                <c:v>175.92242201753203</c:v>
              </c:pt>
              <c:pt idx="1000">
                <c:v>37.14214001214408</c:v>
              </c:pt>
              <c:pt idx="1001">
                <c:v>9.559153021440029</c:v>
              </c:pt>
              <c:pt idx="1002">
                <c:v>86.57872230699583</c:v>
              </c:pt>
              <c:pt idx="1003">
                <c:v>163.52955840110397</c:v>
              </c:pt>
              <c:pt idx="1004">
                <c:v>11.30126554465799</c:v>
              </c:pt>
              <c:pt idx="1005">
                <c:v>134.94735400700282</c:v>
              </c:pt>
              <c:pt idx="1006">
                <c:v>14.261213717458947</c:v>
              </c:pt>
              <c:pt idx="1007">
                <c:v>80.09755185762418</c:v>
              </c:pt>
              <c:pt idx="1008">
                <c:v>98.2352132950544</c:v>
              </c:pt>
              <c:pt idx="1009">
                <c:v>130.61333306625508</c:v>
              </c:pt>
              <c:pt idx="1010">
                <c:v>76.00558469459808</c:v>
              </c:pt>
              <c:pt idx="1011">
                <c:v>147.31537812743542</c:v>
              </c:pt>
              <c:pt idx="1012">
                <c:v>44.57573534711145</c:v>
              </c:pt>
              <c:pt idx="1013">
                <c:v>17.604271570428548</c:v>
              </c:pt>
              <c:pt idx="1014">
                <c:v>56.47405191396055</c:v>
              </c:pt>
              <c:pt idx="1015">
                <c:v>62.06187766022799</c:v>
              </c:pt>
              <c:pt idx="1016">
                <c:v>-8.18729574077737</c:v>
              </c:pt>
              <c:pt idx="1017">
                <c:v>64.28453019245646</c:v>
              </c:pt>
              <c:pt idx="1018">
                <c:v>151.0912021227004</c:v>
              </c:pt>
              <c:pt idx="1019">
                <c:v>111.33693348261501</c:v>
              </c:pt>
              <c:pt idx="1020">
                <c:v>47.752248830426</c:v>
              </c:pt>
              <c:pt idx="1021">
                <c:v>-25.372996804642973</c:v>
              </c:pt>
              <c:pt idx="1022">
                <c:v>88.09459787583526</c:v>
              </c:pt>
              <c:pt idx="1023">
                <c:v>-3.198802529928761</c:v>
              </c:pt>
              <c:pt idx="1024">
                <c:v>-34.69670276970256</c:v>
              </c:pt>
              <c:pt idx="1025">
                <c:v>27.342082546537124</c:v>
              </c:pt>
              <c:pt idx="1026">
                <c:v>-1.1420841835422415</c:v>
              </c:pt>
              <c:pt idx="1027">
                <c:v>159.27542238451903</c:v>
              </c:pt>
              <c:pt idx="1028">
                <c:v>88.64839534159113</c:v>
              </c:pt>
              <c:pt idx="1029">
                <c:v>91.84558137832313</c:v>
              </c:pt>
              <c:pt idx="1030">
                <c:v>144.53843558549514</c:v>
              </c:pt>
              <c:pt idx="1031">
                <c:v>90.15987729139215</c:v>
              </c:pt>
              <c:pt idx="1032">
                <c:v>35.11793017970517</c:v>
              </c:pt>
              <c:pt idx="1033">
                <c:v>64.96374074895009</c:v>
              </c:pt>
              <c:pt idx="1034">
                <c:v>107.62037527594823</c:v>
              </c:pt>
              <c:pt idx="1035">
                <c:v>175.37384490627903</c:v>
              </c:pt>
              <c:pt idx="1036">
                <c:v>154.99511177380157</c:v>
              </c:pt>
              <c:pt idx="1037">
                <c:v>157.3013919183234</c:v>
              </c:pt>
              <c:pt idx="1038">
                <c:v>-57.31705287040326</c:v>
              </c:pt>
              <c:pt idx="1039">
                <c:v>151.5786073103751</c:v>
              </c:pt>
              <c:pt idx="1040">
                <c:v>21.556454108815775</c:v>
              </c:pt>
              <c:pt idx="1041">
                <c:v>171.1636077696531</c:v>
              </c:pt>
              <c:pt idx="1042">
                <c:v>107.52789395798261</c:v>
              </c:pt>
              <c:pt idx="1043">
                <c:v>2.6133540803893567</c:v>
              </c:pt>
              <c:pt idx="1044">
                <c:v>6.003770358687362</c:v>
              </c:pt>
              <c:pt idx="1045">
                <c:v>97.90382259125295</c:v>
              </c:pt>
              <c:pt idx="1046">
                <c:v>83.78096794443069</c:v>
              </c:pt>
              <c:pt idx="1047">
                <c:v>0.3757623289305059</c:v>
              </c:pt>
              <c:pt idx="1048">
                <c:v>3.8992381956482873</c:v>
              </c:pt>
              <c:pt idx="1049">
                <c:v>22.208028173605175</c:v>
              </c:pt>
              <c:pt idx="1050">
                <c:v>-23.852986344368453</c:v>
              </c:pt>
              <c:pt idx="1051">
                <c:v>-38.16499070786885</c:v>
              </c:pt>
              <c:pt idx="1052">
                <c:v>101.98088286302999</c:v>
              </c:pt>
              <c:pt idx="1053">
                <c:v>19.920007487779966</c:v>
              </c:pt>
              <c:pt idx="1054">
                <c:v>94.46569700076417</c:v>
              </c:pt>
              <c:pt idx="1055">
                <c:v>68.85632573950272</c:v>
              </c:pt>
              <c:pt idx="1056">
                <c:v>140.91936307015402</c:v>
              </c:pt>
              <c:pt idx="1057">
                <c:v>32.731509621988806</c:v>
              </c:pt>
              <c:pt idx="1058">
                <c:v>45.277365795417495</c:v>
              </c:pt>
              <c:pt idx="1059">
                <c:v>-32.42715581753689</c:v>
              </c:pt>
              <c:pt idx="1060">
                <c:v>9.840616970116734</c:v>
              </c:pt>
              <c:pt idx="1061">
                <c:v>18.123615965400422</c:v>
              </c:pt>
              <c:pt idx="1062">
                <c:v>170.65878064984545</c:v>
              </c:pt>
              <c:pt idx="1063">
                <c:v>38.10887372403947</c:v>
              </c:pt>
              <c:pt idx="1064">
                <c:v>49.843863825934434</c:v>
              </c:pt>
              <c:pt idx="1065">
                <c:v>84.31689845324068</c:v>
              </c:pt>
              <c:pt idx="1066">
                <c:v>143.04717157821477</c:v>
              </c:pt>
              <c:pt idx="1067">
                <c:v>15.688588645143337</c:v>
              </c:pt>
              <c:pt idx="1068">
                <c:v>20.749889992453955</c:v>
              </c:pt>
              <c:pt idx="1069">
                <c:v>169.12179225514458</c:v>
              </c:pt>
              <c:pt idx="1070">
                <c:v>108.37671831439589</c:v>
              </c:pt>
              <c:pt idx="1071">
                <c:v>73.27079869288592</c:v>
              </c:pt>
              <c:pt idx="1072">
                <c:v>88.3957909026702</c:v>
              </c:pt>
              <c:pt idx="1073">
                <c:v>28.81077187986732</c:v>
              </c:pt>
              <c:pt idx="1074">
                <c:v>82.84107257287997</c:v>
              </c:pt>
              <c:pt idx="1075">
                <c:v>138.77652750877283</c:v>
              </c:pt>
              <c:pt idx="1076">
                <c:v>166.97589933580758</c:v>
              </c:pt>
              <c:pt idx="1077">
                <c:v>81.13117654099744</c:v>
              </c:pt>
              <c:pt idx="1078">
                <c:v>-21.87802084639056</c:v>
              </c:pt>
              <c:pt idx="1079">
                <c:v>74.50259392605284</c:v>
              </c:pt>
              <c:pt idx="1080">
                <c:v>-9.186284060559526</c:v>
              </c:pt>
              <c:pt idx="1081">
                <c:v>97.16336059295242</c:v>
              </c:pt>
              <c:pt idx="1082">
                <c:v>43.413087738404684</c:v>
              </c:pt>
              <c:pt idx="1083">
                <c:v>93.65000772310432</c:v>
              </c:pt>
              <c:pt idx="1084">
                <c:v>73.4220398602718</c:v>
              </c:pt>
              <c:pt idx="1085">
                <c:v>98.54710226410626</c:v>
              </c:pt>
              <c:pt idx="1086">
                <c:v>65.45370365436052</c:v>
              </c:pt>
              <c:pt idx="1087">
                <c:v>-4.744560774176543</c:v>
              </c:pt>
              <c:pt idx="1088">
                <c:v>-17.22924242333128</c:v>
              </c:pt>
              <c:pt idx="1089">
                <c:v>110.18344127493326</c:v>
              </c:pt>
              <c:pt idx="1090">
                <c:v>75.96713270673234</c:v>
              </c:pt>
              <c:pt idx="1091">
                <c:v>163.96459695288598</c:v>
              </c:pt>
              <c:pt idx="1092">
                <c:v>130.81896326241136</c:v>
              </c:pt>
              <c:pt idx="1093">
                <c:v>173.6938907101857</c:v>
              </c:pt>
              <c:pt idx="1094">
                <c:v>57.27830246685552</c:v>
              </c:pt>
              <c:pt idx="1095">
                <c:v>72.93692546398978</c:v>
              </c:pt>
              <c:pt idx="1096">
                <c:v>13.445806219467485</c:v>
              </c:pt>
              <c:pt idx="1097">
                <c:v>173.08151834531452</c:v>
              </c:pt>
              <c:pt idx="1098">
                <c:v>23.77431602564881</c:v>
              </c:pt>
              <c:pt idx="1099">
                <c:v>13.80032419635312</c:v>
              </c:pt>
              <c:pt idx="1100">
                <c:v>132.67503203342017</c:v>
              </c:pt>
              <c:pt idx="1101">
                <c:v>121.36980728981105</c:v>
              </c:pt>
              <c:pt idx="1102">
                <c:v>39.535424430319</c:v>
              </c:pt>
              <c:pt idx="1103">
                <c:v>9.001189584946314</c:v>
              </c:pt>
              <c:pt idx="1104">
                <c:v>107.66512825433477</c:v>
              </c:pt>
              <c:pt idx="1105">
                <c:v>96.92290673271678</c:v>
              </c:pt>
              <c:pt idx="1106">
                <c:v>97.53629574042047</c:v>
              </c:pt>
              <c:pt idx="1107">
                <c:v>84.02482469073388</c:v>
              </c:pt>
              <c:pt idx="1108">
                <c:v>169.42372692573733</c:v>
              </c:pt>
              <c:pt idx="1109">
                <c:v>-64.2675796666763</c:v>
              </c:pt>
              <c:pt idx="1110">
                <c:v>118.5607701547193</c:v>
              </c:pt>
              <c:pt idx="1111">
                <c:v>12.853791617056082</c:v>
              </c:pt>
              <c:pt idx="1112">
                <c:v>108.45757074860786</c:v>
              </c:pt>
              <c:pt idx="1113">
                <c:v>100.58798446433104</c:v>
              </c:pt>
              <c:pt idx="1114">
                <c:v>166.04950712761217</c:v>
              </c:pt>
              <c:pt idx="1115">
                <c:v>-5.987609568845345</c:v>
              </c:pt>
              <c:pt idx="1116">
                <c:v>157.79092495645293</c:v>
              </c:pt>
              <c:pt idx="1117">
                <c:v>-8.346455030827475</c:v>
              </c:pt>
              <c:pt idx="1118">
                <c:v>-4.9516616303531364</c:v>
              </c:pt>
              <c:pt idx="1119">
                <c:v>95.86533268626594</c:v>
              </c:pt>
              <c:pt idx="1120">
                <c:v>60.116503831915026</c:v>
              </c:pt>
              <c:pt idx="1121">
                <c:v>-14.034315816258577</c:v>
              </c:pt>
              <c:pt idx="1122">
                <c:v>95.46275292279262</c:v>
              </c:pt>
              <c:pt idx="1123">
                <c:v>99.13132692581479</c:v>
              </c:pt>
              <c:pt idx="1124">
                <c:v>-36.61294079749477</c:v>
              </c:pt>
              <c:pt idx="1125">
                <c:v>107.85868139040166</c:v>
              </c:pt>
              <c:pt idx="1126">
                <c:v>44.752704132766326</c:v>
              </c:pt>
              <c:pt idx="1127">
                <c:v>-20.84539043008091</c:v>
              </c:pt>
              <c:pt idx="1128">
                <c:v>25.869646763933797</c:v>
              </c:pt>
              <c:pt idx="1129">
                <c:v>162.23686547558668</c:v>
              </c:pt>
              <c:pt idx="1130">
                <c:v>-26.688666160770723</c:v>
              </c:pt>
              <c:pt idx="1131">
                <c:v>63.257436418050645</c:v>
              </c:pt>
              <c:pt idx="1132">
                <c:v>101.04278768594597</c:v>
              </c:pt>
              <c:pt idx="1133">
                <c:v>47.42416951299063</c:v>
              </c:pt>
              <c:pt idx="1134">
                <c:v>172.16687532524958</c:v>
              </c:pt>
              <c:pt idx="1135">
                <c:v>116.02448813626317</c:v>
              </c:pt>
              <c:pt idx="1136">
                <c:v>93.80535605268048</c:v>
              </c:pt>
              <c:pt idx="1137">
                <c:v>-1.1199664902529527</c:v>
              </c:pt>
              <c:pt idx="1138">
                <c:v>59.92796946407293</c:v>
              </c:pt>
              <c:pt idx="1139">
                <c:v>131.91864554884205</c:v>
              </c:pt>
              <c:pt idx="1140">
                <c:v>32.55301492964669</c:v>
              </c:pt>
              <c:pt idx="1141">
                <c:v>154.29970368953204</c:v>
              </c:pt>
              <c:pt idx="1142">
                <c:v>91.50942322627255</c:v>
              </c:pt>
              <c:pt idx="1143">
                <c:v>-5.816030130611713</c:v>
              </c:pt>
              <c:pt idx="1144">
                <c:v>120.74387606118931</c:v>
              </c:pt>
              <c:pt idx="1145">
                <c:v>170.91392520595792</c:v>
              </c:pt>
              <c:pt idx="1146">
                <c:v>25.842523911277834</c:v>
              </c:pt>
              <c:pt idx="1147">
                <c:v>79.6482593449153</c:v>
              </c:pt>
              <c:pt idx="1148">
                <c:v>9.275031467072857</c:v>
              </c:pt>
              <c:pt idx="1149">
                <c:v>87.31323218309315</c:v>
              </c:pt>
              <c:pt idx="1150">
                <c:v>70.62870374304512</c:v>
              </c:pt>
              <c:pt idx="1151">
                <c:v>37.3421213993164</c:v>
              </c:pt>
              <c:pt idx="1152">
                <c:v>51.96436403882707</c:v>
              </c:pt>
              <c:pt idx="1153">
                <c:v>70.8671178794188</c:v>
              </c:pt>
              <c:pt idx="1154">
                <c:v>83.3496697716794</c:v>
              </c:pt>
              <c:pt idx="1155">
                <c:v>15.476442254770927</c:v>
              </c:pt>
              <c:pt idx="1156">
                <c:v>99.8835776003996</c:v>
              </c:pt>
              <c:pt idx="1157">
                <c:v>170.7552040735624</c:v>
              </c:pt>
              <c:pt idx="1158">
                <c:v>140.32021844122974</c:v>
              </c:pt>
              <c:pt idx="1159">
                <c:v>58.743027950869035</c:v>
              </c:pt>
              <c:pt idx="1160">
                <c:v>48.12711015717683</c:v>
              </c:pt>
              <c:pt idx="1161">
                <c:v>52.70167773154573</c:v>
              </c:pt>
              <c:pt idx="1162">
                <c:v>128.76261849866464</c:v>
              </c:pt>
              <c:pt idx="1163">
                <c:v>-1.636831068491066</c:v>
              </c:pt>
              <c:pt idx="1164">
                <c:v>125.22067946659284</c:v>
              </c:pt>
              <c:pt idx="1165">
                <c:v>-10.606766135526616</c:v>
              </c:pt>
              <c:pt idx="1166">
                <c:v>63.89987823819628</c:v>
              </c:pt>
              <c:pt idx="1167">
                <c:v>46.28073930199484</c:v>
              </c:pt>
              <c:pt idx="1168">
                <c:v>-21.98042419814115</c:v>
              </c:pt>
              <c:pt idx="1169">
                <c:v>28.08498364016059</c:v>
              </c:pt>
              <c:pt idx="1170">
                <c:v>-3.421176837908895</c:v>
              </c:pt>
              <c:pt idx="1171">
                <c:v>77.57360038241853</c:v>
              </c:pt>
              <c:pt idx="1172">
                <c:v>-18.747996850816175</c:v>
              </c:pt>
              <c:pt idx="1173">
                <c:v>-31.224298861309727</c:v>
              </c:pt>
              <c:pt idx="1174">
                <c:v>33.89003231017203</c:v>
              </c:pt>
              <c:pt idx="1175">
                <c:v>28.721882059924805</c:v>
              </c:pt>
              <c:pt idx="1176">
                <c:v>40.791863071444425</c:v>
              </c:pt>
              <c:pt idx="1177">
                <c:v>125.34925771200129</c:v>
              </c:pt>
              <c:pt idx="1178">
                <c:v>-19.461375204410583</c:v>
              </c:pt>
              <c:pt idx="1179">
                <c:v>71.72322605530199</c:v>
              </c:pt>
              <c:pt idx="1180">
                <c:v>46.70050705028139</c:v>
              </c:pt>
              <c:pt idx="1181">
                <c:v>44.06552630423488</c:v>
              </c:pt>
              <c:pt idx="1182">
                <c:v>14.375187399967704</c:v>
              </c:pt>
              <c:pt idx="1183">
                <c:v>90.25077326730951</c:v>
              </c:pt>
              <c:pt idx="1184">
                <c:v>67.10651220467193</c:v>
              </c:pt>
              <c:pt idx="1185">
                <c:v>-0.4960186458291389</c:v>
              </c:pt>
              <c:pt idx="1186">
                <c:v>-18.8182385043408</c:v>
              </c:pt>
              <c:pt idx="1187">
                <c:v>92.58559901717375</c:v>
              </c:pt>
              <c:pt idx="1188">
                <c:v>25.634821190303033</c:v>
              </c:pt>
              <c:pt idx="1189">
                <c:v>108.11462512078124</c:v>
              </c:pt>
              <c:pt idx="1190">
                <c:v>42.861764156480405</c:v>
              </c:pt>
              <c:pt idx="1191">
                <c:v>4.762506048601562</c:v>
              </c:pt>
              <c:pt idx="1192">
                <c:v>29.955083672339608</c:v>
              </c:pt>
              <c:pt idx="1193">
                <c:v>159.19986923882786</c:v>
              </c:pt>
              <c:pt idx="1194">
                <c:v>178.14536528992218</c:v>
              </c:pt>
              <c:pt idx="1195">
                <c:v>143.99087954724644</c:v>
              </c:pt>
              <c:pt idx="1196">
                <c:v>82.01208731052094</c:v>
              </c:pt>
              <c:pt idx="1197">
                <c:v>34.693166575057035</c:v>
              </c:pt>
              <c:pt idx="1198">
                <c:v>-23.662119973154827</c:v>
              </c:pt>
              <c:pt idx="1199">
                <c:v>78.98747272945222</c:v>
              </c:pt>
              <c:pt idx="1200">
                <c:v>-36.430195761662134</c:v>
              </c:pt>
              <c:pt idx="1201">
                <c:v>72.40424721326684</c:v>
              </c:pt>
              <c:pt idx="1202">
                <c:v>50.135733718439354</c:v>
              </c:pt>
              <c:pt idx="1203">
                <c:v>141.4711254794802</c:v>
              </c:pt>
              <c:pt idx="1204">
                <c:v>14.439786112415309</c:v>
              </c:pt>
              <c:pt idx="1205">
                <c:v>49.583092587652104</c:v>
              </c:pt>
              <c:pt idx="1206">
                <c:v>75.1065934085884</c:v>
              </c:pt>
              <c:pt idx="1207">
                <c:v>22.424986880002056</c:v>
              </c:pt>
              <c:pt idx="1208">
                <c:v>-21.19036392070493</c:v>
              </c:pt>
              <c:pt idx="1209">
                <c:v>-21.60591290209059</c:v>
              </c:pt>
              <c:pt idx="1210">
                <c:v>162.4392309679236</c:v>
              </c:pt>
              <c:pt idx="1211">
                <c:v>-26.902468071945428</c:v>
              </c:pt>
              <c:pt idx="1212">
                <c:v>130.28386347908574</c:v>
              </c:pt>
              <c:pt idx="1213">
                <c:v>120.33333849169763</c:v>
              </c:pt>
              <c:pt idx="1214">
                <c:v>-2.671298722277335</c:v>
              </c:pt>
              <c:pt idx="1215">
                <c:v>178.65150335743766</c:v>
              </c:pt>
              <c:pt idx="1216">
                <c:v>16.948647957703177</c:v>
              </c:pt>
              <c:pt idx="1217">
                <c:v>29.787486463366978</c:v>
              </c:pt>
              <c:pt idx="1218">
                <c:v>163.3257048458701</c:v>
              </c:pt>
              <c:pt idx="1219">
                <c:v>-41.45489558794741</c:v>
              </c:pt>
              <c:pt idx="1220">
                <c:v>-28.6396974180307</c:v>
              </c:pt>
              <c:pt idx="1221">
                <c:v>104.38247104226923</c:v>
              </c:pt>
              <c:pt idx="1222">
                <c:v>89.35229238148213</c:v>
              </c:pt>
              <c:pt idx="1223">
                <c:v>133.7935681763553</c:v>
              </c:pt>
              <c:pt idx="1224">
                <c:v>62.929408663715265</c:v>
              </c:pt>
              <c:pt idx="1225">
                <c:v>95.28221222216592</c:v>
              </c:pt>
              <c:pt idx="1226">
                <c:v>-44.75190912063522</c:v>
              </c:pt>
              <c:pt idx="1227">
                <c:v>11.910120526274568</c:v>
              </c:pt>
              <c:pt idx="1228">
                <c:v>-12.199148661656757</c:v>
              </c:pt>
              <c:pt idx="1229">
                <c:v>45.030577331603865</c:v>
              </c:pt>
              <c:pt idx="1230">
                <c:v>-12.897108973895172</c:v>
              </c:pt>
              <c:pt idx="1231">
                <c:v>76.70850946605587</c:v>
              </c:pt>
              <c:pt idx="1232">
                <c:v>13.188932802507122</c:v>
              </c:pt>
              <c:pt idx="1233">
                <c:v>81.89848820238629</c:v>
              </c:pt>
              <c:pt idx="1234">
                <c:v>58.20560345336045</c:v>
              </c:pt>
              <c:pt idx="1235">
                <c:v>18.66382747487013</c:v>
              </c:pt>
              <c:pt idx="1236">
                <c:v>89.72192683225968</c:v>
              </c:pt>
              <c:pt idx="1237">
                <c:v>171.16641847565583</c:v>
              </c:pt>
              <c:pt idx="1238">
                <c:v>154.19341337033507</c:v>
              </c:pt>
              <c:pt idx="1239">
                <c:v>-30.07125749998364</c:v>
              </c:pt>
              <c:pt idx="1240">
                <c:v>13.656636727747038</c:v>
              </c:pt>
              <c:pt idx="1241">
                <c:v>54.629336708081894</c:v>
              </c:pt>
              <c:pt idx="1242">
                <c:v>87.46860075253335</c:v>
              </c:pt>
              <c:pt idx="1243">
                <c:v>56.83020735070987</c:v>
              </c:pt>
              <c:pt idx="1244">
                <c:v>-55.904173697309645</c:v>
              </c:pt>
              <c:pt idx="1245">
                <c:v>121.405749474665</c:v>
              </c:pt>
              <c:pt idx="1246">
                <c:v>-25.777090239514965</c:v>
              </c:pt>
              <c:pt idx="1247">
                <c:v>73.06555671691653</c:v>
              </c:pt>
              <c:pt idx="1248">
                <c:v>123.94483578317023</c:v>
              </c:pt>
              <c:pt idx="1249">
                <c:v>80.17005502905872</c:v>
              </c:pt>
              <c:pt idx="1250">
                <c:v>93.51664865575813</c:v>
              </c:pt>
              <c:pt idx="1251">
                <c:v>2.311157662459955</c:v>
              </c:pt>
              <c:pt idx="1252">
                <c:v>-19.050353655018537</c:v>
              </c:pt>
              <c:pt idx="1253">
                <c:v>11.675718683142318</c:v>
              </c:pt>
              <c:pt idx="1254">
                <c:v>157.12278956406126</c:v>
              </c:pt>
              <c:pt idx="1255">
                <c:v>169.6932553332303</c:v>
              </c:pt>
              <c:pt idx="1256">
                <c:v>155.4078007693884</c:v>
              </c:pt>
              <c:pt idx="1257">
                <c:v>21.68971279182458</c:v>
              </c:pt>
              <c:pt idx="1258">
                <c:v>80.0045039340413</c:v>
              </c:pt>
              <c:pt idx="1259">
                <c:v>74.83274370447185</c:v>
              </c:pt>
              <c:pt idx="1260">
                <c:v>75.92329194745044</c:v>
              </c:pt>
              <c:pt idx="1261">
                <c:v>25.34002035145944</c:v>
              </c:pt>
              <c:pt idx="1262">
                <c:v>74.59751316942965</c:v>
              </c:pt>
              <c:pt idx="1263">
                <c:v>57.0096873180819</c:v>
              </c:pt>
              <c:pt idx="1264">
                <c:v>149.06864298821515</c:v>
              </c:pt>
              <c:pt idx="1265">
                <c:v>14.4812360460562</c:v>
              </c:pt>
              <c:pt idx="1266">
                <c:v>-25.925777782095558</c:v>
              </c:pt>
              <c:pt idx="1267">
                <c:v>45.18408858215781</c:v>
              </c:pt>
              <c:pt idx="1268">
                <c:v>65.99969818896327</c:v>
              </c:pt>
              <c:pt idx="1269">
                <c:v>52.540004662245124</c:v>
              </c:pt>
              <c:pt idx="1270">
                <c:v>-4.058026034695359</c:v>
              </c:pt>
              <c:pt idx="1271">
                <c:v>49.25317583749384</c:v>
              </c:pt>
              <c:pt idx="1272">
                <c:v>77.10589646853585</c:v>
              </c:pt>
              <c:pt idx="1273">
                <c:v>142.14723212202574</c:v>
              </c:pt>
              <c:pt idx="1274">
                <c:v>143.38249219555723</c:v>
              </c:pt>
              <c:pt idx="1275">
                <c:v>-63.380768636701276</c:v>
              </c:pt>
              <c:pt idx="1276">
                <c:v>67.28745920383822</c:v>
              </c:pt>
              <c:pt idx="1277">
                <c:v>-29.10138133113263</c:v>
              </c:pt>
              <c:pt idx="1278">
                <c:v>27.522745459000394</c:v>
              </c:pt>
              <c:pt idx="1279">
                <c:v>21.684358526626536</c:v>
              </c:pt>
              <c:pt idx="1280">
                <c:v>158.77440045362985</c:v>
              </c:pt>
              <c:pt idx="1281">
                <c:v>58.52964255618265</c:v>
              </c:pt>
              <c:pt idx="1282">
                <c:v>-31.071788305226992</c:v>
              </c:pt>
              <c:pt idx="1283">
                <c:v>-25.917296711071092</c:v>
              </c:pt>
              <c:pt idx="1284">
                <c:v>178.06835847646664</c:v>
              </c:pt>
              <c:pt idx="1285">
                <c:v>68.25956248385717</c:v>
              </c:pt>
              <c:pt idx="1286">
                <c:v>17.109193169109087</c:v>
              </c:pt>
              <c:pt idx="1287">
                <c:v>57.36818610951573</c:v>
              </c:pt>
              <c:pt idx="1288">
                <c:v>-0.5102468182079889</c:v>
              </c:pt>
              <c:pt idx="1289">
                <c:v>84.9870703666787</c:v>
              </c:pt>
              <c:pt idx="1290">
                <c:v>98.85998304997939</c:v>
              </c:pt>
              <c:pt idx="1291">
                <c:v>156.589333777929</c:v>
              </c:pt>
              <c:pt idx="1292">
                <c:v>81.76588899298225</c:v>
              </c:pt>
              <c:pt idx="1293">
                <c:v>100.42460184887179</c:v>
              </c:pt>
              <c:pt idx="1294">
                <c:v>151.449034912852</c:v>
              </c:pt>
              <c:pt idx="1295">
                <c:v>18.48619107445811</c:v>
              </c:pt>
              <c:pt idx="1296">
                <c:v>91.93707804145855</c:v>
              </c:pt>
              <c:pt idx="1297">
                <c:v>156.22191641310891</c:v>
              </c:pt>
              <c:pt idx="1298">
                <c:v>113.12749815394714</c:v>
              </c:pt>
              <c:pt idx="1299">
                <c:v>-29.051238475860934</c:v>
              </c:pt>
              <c:pt idx="1300">
                <c:v>89.61647789383791</c:v>
              </c:pt>
              <c:pt idx="1301">
                <c:v>74.91086266599983</c:v>
              </c:pt>
              <c:pt idx="1302">
                <c:v>155.59007099400975</c:v>
              </c:pt>
              <c:pt idx="1303">
                <c:v>108.42377744451325</c:v>
              </c:pt>
              <c:pt idx="1304">
                <c:v>42.36360191599334</c:v>
              </c:pt>
              <c:pt idx="1305">
                <c:v>73.39626850719414</c:v>
              </c:pt>
              <c:pt idx="1306">
                <c:v>61.291899436922975</c:v>
              </c:pt>
              <c:pt idx="1307">
                <c:v>88.79737964286227</c:v>
              </c:pt>
              <c:pt idx="1308">
                <c:v>177.03241543413816</c:v>
              </c:pt>
              <c:pt idx="1309">
                <c:v>55.046005869086656</c:v>
              </c:pt>
              <c:pt idx="1310">
                <c:v>53.837157553542326</c:v>
              </c:pt>
              <c:pt idx="1311">
                <c:v>36.83960914773314</c:v>
              </c:pt>
              <c:pt idx="1312">
                <c:v>27.984420741041657</c:v>
              </c:pt>
              <c:pt idx="1313">
                <c:v>72.80793156366336</c:v>
              </c:pt>
              <c:pt idx="1314">
                <c:v>151.2255150490551</c:v>
              </c:pt>
              <c:pt idx="1315">
                <c:v>105.25811357947445</c:v>
              </c:pt>
              <c:pt idx="1316">
                <c:v>10.435372939588532</c:v>
              </c:pt>
              <c:pt idx="1317">
                <c:v>85.86031708861198</c:v>
              </c:pt>
              <c:pt idx="1318">
                <c:v>38.38362265064053</c:v>
              </c:pt>
              <c:pt idx="1319">
                <c:v>170.9391678510264</c:v>
              </c:pt>
              <c:pt idx="1320">
                <c:v>49.127338349672996</c:v>
              </c:pt>
              <c:pt idx="1321">
                <c:v>50.744542443422674</c:v>
              </c:pt>
              <c:pt idx="1322">
                <c:v>3.8825963744185295</c:v>
              </c:pt>
              <c:pt idx="1323">
                <c:v>17.10668017246201</c:v>
              </c:pt>
              <c:pt idx="1324">
                <c:v>-22.912358420038473</c:v>
              </c:pt>
              <c:pt idx="1325">
                <c:v>-25.640039522902406</c:v>
              </c:pt>
              <c:pt idx="1326">
                <c:v>41.948001150706276</c:v>
              </c:pt>
              <c:pt idx="1327">
                <c:v>54.39143874701233</c:v>
              </c:pt>
              <c:pt idx="1328">
                <c:v>37.98825649776133</c:v>
              </c:pt>
              <c:pt idx="1329">
                <c:v>-28.92762753228552</c:v>
              </c:pt>
              <c:pt idx="1330">
                <c:v>106.59367496331502</c:v>
              </c:pt>
              <c:pt idx="1331">
                <c:v>127.68423321049526</c:v>
              </c:pt>
              <c:pt idx="1332">
                <c:v>-50.138822355801786</c:v>
              </c:pt>
              <c:pt idx="1333">
                <c:v>106.39250921798774</c:v>
              </c:pt>
              <c:pt idx="1334">
                <c:v>146.33591727468465</c:v>
              </c:pt>
              <c:pt idx="1335">
                <c:v>92.88985321614184</c:v>
              </c:pt>
              <c:pt idx="1336">
                <c:v>23.876897191758875</c:v>
              </c:pt>
              <c:pt idx="1337">
                <c:v>-24.848719557143625</c:v>
              </c:pt>
              <c:pt idx="1338">
                <c:v>79.18530139485938</c:v>
              </c:pt>
              <c:pt idx="1339">
                <c:v>16.669277987287348</c:v>
              </c:pt>
              <c:pt idx="1340">
                <c:v>165.54161209963863</c:v>
              </c:pt>
              <c:pt idx="1341">
                <c:v>117.32942803743167</c:v>
              </c:pt>
              <c:pt idx="1342">
                <c:v>61.58832125326117</c:v>
              </c:pt>
              <c:pt idx="1343">
                <c:v>123.67307690987549</c:v>
              </c:pt>
              <c:pt idx="1344">
                <c:v>149.0199601249227</c:v>
              </c:pt>
              <c:pt idx="1345">
                <c:v>168.5650801094715</c:v>
              </c:pt>
              <c:pt idx="1346">
                <c:v>37.0700910310985</c:v>
              </c:pt>
              <c:pt idx="1347">
                <c:v>147.09676466075396</c:v>
              </c:pt>
              <c:pt idx="1348">
                <c:v>100.43415883739571</c:v>
              </c:pt>
              <c:pt idx="1349">
                <c:v>92.20264192181291</c:v>
              </c:pt>
              <c:pt idx="1350">
                <c:v>9.218617934475411</c:v>
              </c:pt>
              <c:pt idx="1351">
                <c:v>9.533291868533372</c:v>
              </c:pt>
              <c:pt idx="1352">
                <c:v>23.989391542295774</c:v>
              </c:pt>
              <c:pt idx="1353">
                <c:v>133.3991287022825</c:v>
              </c:pt>
              <c:pt idx="1354">
                <c:v>46.23101886075365</c:v>
              </c:pt>
              <c:pt idx="1355">
                <c:v>80.81302720285349</c:v>
              </c:pt>
              <c:pt idx="1356">
                <c:v>65.75051774726037</c:v>
              </c:pt>
              <c:pt idx="1357">
                <c:v>-24.776902448713113</c:v>
              </c:pt>
              <c:pt idx="1358">
                <c:v>73.98068952222263</c:v>
              </c:pt>
              <c:pt idx="1359">
                <c:v>63.001856942621174</c:v>
              </c:pt>
              <c:pt idx="1360">
                <c:v>-11.886767028617218</c:v>
              </c:pt>
              <c:pt idx="1361">
                <c:v>3.549640250098008</c:v>
              </c:pt>
              <c:pt idx="1362">
                <c:v>67.8287412530578</c:v>
              </c:pt>
              <c:pt idx="1363">
                <c:v>7.87028527306699</c:v>
              </c:pt>
              <c:pt idx="1364">
                <c:v>113.18430550507169</c:v>
              </c:pt>
              <c:pt idx="1365">
                <c:v>12.220371140826675</c:v>
              </c:pt>
              <c:pt idx="1366">
                <c:v>98.10212470188812</c:v>
              </c:pt>
              <c:pt idx="1367">
                <c:v>55.80613931130975</c:v>
              </c:pt>
              <c:pt idx="1368">
                <c:v>-54.20708239621423</c:v>
              </c:pt>
              <c:pt idx="1369">
                <c:v>69.54871825895603</c:v>
              </c:pt>
              <c:pt idx="1370">
                <c:v>83.54433116241482</c:v>
              </c:pt>
              <c:pt idx="1371">
                <c:v>48.33471272126323</c:v>
              </c:pt>
              <c:pt idx="1372">
                <c:v>113.21078596571125</c:v>
              </c:pt>
              <c:pt idx="1373">
                <c:v>72.13608134882237</c:v>
              </c:pt>
              <c:pt idx="1374">
                <c:v>12.172450907200279</c:v>
              </c:pt>
              <c:pt idx="1375">
                <c:v>88.24475414121946</c:v>
              </c:pt>
              <c:pt idx="1376">
                <c:v>87.25341651547683</c:v>
              </c:pt>
              <c:pt idx="1377">
                <c:v>88.20747264391684</c:v>
              </c:pt>
              <c:pt idx="1378">
                <c:v>163.5973028106376</c:v>
              </c:pt>
              <c:pt idx="1379">
                <c:v>23.627543598711167</c:v>
              </c:pt>
              <c:pt idx="1380">
                <c:v>114.28033418538136</c:v>
              </c:pt>
              <c:pt idx="1381">
                <c:v>34.7835503323727</c:v>
              </c:pt>
              <c:pt idx="1382">
                <c:v>43.05317193784451</c:v>
              </c:pt>
              <c:pt idx="1383">
                <c:v>94.13217215160566</c:v>
              </c:pt>
              <c:pt idx="1384">
                <c:v>3.5586074106073937</c:v>
              </c:pt>
              <c:pt idx="1385">
                <c:v>93.44517480176981</c:v>
              </c:pt>
              <c:pt idx="1386">
                <c:v>-16.52362225285364</c:v>
              </c:pt>
              <c:pt idx="1387">
                <c:v>5.100399312205656</c:v>
              </c:pt>
              <c:pt idx="1388">
                <c:v>162.13296330100735</c:v>
              </c:pt>
              <c:pt idx="1389">
                <c:v>3.818192770691738</c:v>
              </c:pt>
              <c:pt idx="1390">
                <c:v>152.58984338387947</c:v>
              </c:pt>
              <c:pt idx="1391">
                <c:v>-7.700155465945874</c:v>
              </c:pt>
              <c:pt idx="1392">
                <c:v>-20.42006102275931</c:v>
              </c:pt>
              <c:pt idx="1393">
                <c:v>165.81327562043347</c:v>
              </c:pt>
              <c:pt idx="1394">
                <c:v>36.981223755194804</c:v>
              </c:pt>
              <c:pt idx="1395">
                <c:v>132.00211715786716</c:v>
              </c:pt>
              <c:pt idx="1396">
                <c:v>175.4987419341985</c:v>
              </c:pt>
              <c:pt idx="1397">
                <c:v>50.913183028947245</c:v>
              </c:pt>
              <c:pt idx="1398">
                <c:v>-46.347322989976284</c:v>
              </c:pt>
              <c:pt idx="1399">
                <c:v>122.8446232023165</c:v>
              </c:pt>
              <c:pt idx="1400">
                <c:v>142.7916950502887</c:v>
              </c:pt>
              <c:pt idx="1401">
                <c:v>104.19179805994419</c:v>
              </c:pt>
              <c:pt idx="1402">
                <c:v>124.65668942926659</c:v>
              </c:pt>
              <c:pt idx="1403">
                <c:v>22.527725986441194</c:v>
              </c:pt>
              <c:pt idx="1404">
                <c:v>67.50121185283113</c:v>
              </c:pt>
              <c:pt idx="1405">
                <c:v>34.384981382318884</c:v>
              </c:pt>
              <c:pt idx="1406">
                <c:v>5.702923933229506</c:v>
              </c:pt>
              <c:pt idx="1407">
                <c:v>99.06704595926765</c:v>
              </c:pt>
              <c:pt idx="1408">
                <c:v>63.048653048058</c:v>
              </c:pt>
              <c:pt idx="1409">
                <c:v>-19.11181701582928</c:v>
              </c:pt>
              <c:pt idx="1410">
                <c:v>76.35659261904404</c:v>
              </c:pt>
              <c:pt idx="1411">
                <c:v>133.05300103412452</c:v>
              </c:pt>
              <c:pt idx="1412">
                <c:v>172.1251607255142</c:v>
              </c:pt>
              <c:pt idx="1413">
                <c:v>-16.83656963147579</c:v>
              </c:pt>
              <c:pt idx="1414">
                <c:v>-34.93324269654764</c:v>
              </c:pt>
              <c:pt idx="1415">
                <c:v>128.70944168182095</c:v>
              </c:pt>
              <c:pt idx="1416">
                <c:v>62.11118341432194</c:v>
              </c:pt>
              <c:pt idx="1417">
                <c:v>1.0662431946709923</c:v>
              </c:pt>
              <c:pt idx="1418">
                <c:v>56.52301825411277</c:v>
              </c:pt>
              <c:pt idx="1419">
                <c:v>70.06713083429439</c:v>
              </c:pt>
              <c:pt idx="1420">
                <c:v>76.67889284538607</c:v>
              </c:pt>
              <c:pt idx="1421">
                <c:v>-29.70486301222781</c:v>
              </c:pt>
              <c:pt idx="1422">
                <c:v>-19.88422238107862</c:v>
              </c:pt>
              <c:pt idx="1423">
                <c:v>160.72591299809818</c:v>
              </c:pt>
              <c:pt idx="1424">
                <c:v>-10.747065695142153</c:v>
              </c:pt>
              <c:pt idx="1425">
                <c:v>68.98188144183018</c:v>
              </c:pt>
              <c:pt idx="1426">
                <c:v>65.66862042224909</c:v>
              </c:pt>
              <c:pt idx="1427">
                <c:v>27.21177047193117</c:v>
              </c:pt>
              <c:pt idx="1428">
                <c:v>83.46119770001482</c:v>
              </c:pt>
              <c:pt idx="1429">
                <c:v>61.32400759456151</c:v>
              </c:pt>
              <c:pt idx="1430">
                <c:v>113.1425243420896</c:v>
              </c:pt>
              <c:pt idx="1431">
                <c:v>5.134604754087029</c:v>
              </c:pt>
              <c:pt idx="1432">
                <c:v>81.0533715961766</c:v>
              </c:pt>
              <c:pt idx="1433">
                <c:v>42.825506808406644</c:v>
              </c:pt>
              <c:pt idx="1434">
                <c:v>-36.509381016534064</c:v>
              </c:pt>
              <c:pt idx="1435">
                <c:v>169.0761659701411</c:v>
              </c:pt>
              <c:pt idx="1436">
                <c:v>160.35577887089875</c:v>
              </c:pt>
              <c:pt idx="1437">
                <c:v>15.959741202268933</c:v>
              </c:pt>
              <c:pt idx="1438">
                <c:v>63.81031262348546</c:v>
              </c:pt>
              <c:pt idx="1439">
                <c:v>-14.400325838156874</c:v>
              </c:pt>
              <c:pt idx="1440">
                <c:v>67.94177390158922</c:v>
              </c:pt>
              <c:pt idx="1441">
                <c:v>33.608199276897736</c:v>
              </c:pt>
              <c:pt idx="1442">
                <c:v>96.24714324564786</c:v>
              </c:pt>
              <c:pt idx="1443">
                <c:v>168.4320857804805</c:v>
              </c:pt>
              <c:pt idx="1444">
                <c:v>103.28346114413586</c:v>
              </c:pt>
              <c:pt idx="1445">
                <c:v>102.09829583448844</c:v>
              </c:pt>
              <c:pt idx="1446">
                <c:v>72.84540122989462</c:v>
              </c:pt>
              <c:pt idx="1447">
                <c:v>99.24497892681889</c:v>
              </c:pt>
              <c:pt idx="1448">
                <c:v>91.60642975154349</c:v>
              </c:pt>
              <c:pt idx="1449">
                <c:v>88.62973898870733</c:v>
              </c:pt>
              <c:pt idx="1450">
                <c:v>148.7049414790934</c:v>
              </c:pt>
              <c:pt idx="1451">
                <c:v>-31.341581366343938</c:v>
              </c:pt>
              <c:pt idx="1452">
                <c:v>-29.282511081497105</c:v>
              </c:pt>
              <c:pt idx="1453">
                <c:v>130.56324995944158</c:v>
              </c:pt>
              <c:pt idx="1454">
                <c:v>83.11005100932239</c:v>
              </c:pt>
              <c:pt idx="1455">
                <c:v>-0.26686834672699433</c:v>
              </c:pt>
              <c:pt idx="1456">
                <c:v>-12.42534073548364</c:v>
              </c:pt>
              <c:pt idx="1457">
                <c:v>159.06140322665087</c:v>
              </c:pt>
              <c:pt idx="1458">
                <c:v>-10.68547746715571</c:v>
              </c:pt>
              <c:pt idx="1459">
                <c:v>2.5812079768016716</c:v>
              </c:pt>
              <c:pt idx="1460">
                <c:v>75.41492850149805</c:v>
              </c:pt>
              <c:pt idx="1461">
                <c:v>68.03452270657513</c:v>
              </c:pt>
              <c:pt idx="1462">
                <c:v>82.88436136649152</c:v>
              </c:pt>
              <c:pt idx="1463">
                <c:v>149.04221661116196</c:v>
              </c:pt>
              <c:pt idx="1464">
                <c:v>92.24262593829306</c:v>
              </c:pt>
              <c:pt idx="1465">
                <c:v>83.24263770369465</c:v>
              </c:pt>
              <c:pt idx="1466">
                <c:v>147.92671177227737</c:v>
              </c:pt>
              <c:pt idx="1467">
                <c:v>168.34904396884372</c:v>
              </c:pt>
              <c:pt idx="1468">
                <c:v>78.54330026231483</c:v>
              </c:pt>
              <c:pt idx="1469">
                <c:v>83.1063014681447</c:v>
              </c:pt>
              <c:pt idx="1470">
                <c:v>120.79889417008515</c:v>
              </c:pt>
              <c:pt idx="1471">
                <c:v>32.08555599693706</c:v>
              </c:pt>
              <c:pt idx="1472">
                <c:v>93.78992415733467</c:v>
              </c:pt>
              <c:pt idx="1473">
                <c:v>45.17945709723206</c:v>
              </c:pt>
              <c:pt idx="1474">
                <c:v>87.50684433845746</c:v>
              </c:pt>
              <c:pt idx="1475">
                <c:v>75.77112085872567</c:v>
              </c:pt>
              <c:pt idx="1476">
                <c:v>84.8278002997298</c:v>
              </c:pt>
              <c:pt idx="1477">
                <c:v>68.06534099718887</c:v>
              </c:pt>
              <c:pt idx="1478">
                <c:v>5.044958442852582</c:v>
              </c:pt>
              <c:pt idx="1479">
                <c:v>98.94101054711854</c:v>
              </c:pt>
              <c:pt idx="1480">
                <c:v>35.230026984230605</c:v>
              </c:pt>
              <c:pt idx="1481">
                <c:v>79.03715681443381</c:v>
              </c:pt>
              <c:pt idx="1482">
                <c:v>-5.358835272015909</c:v>
              </c:pt>
              <c:pt idx="1483">
                <c:v>143.69252612622583</c:v>
              </c:pt>
              <c:pt idx="1484">
                <c:v>0.23746669335989878</c:v>
              </c:pt>
              <c:pt idx="1485">
                <c:v>44.024152072223984</c:v>
              </c:pt>
              <c:pt idx="1486">
                <c:v>-21.506856897689094</c:v>
              </c:pt>
              <c:pt idx="1487">
                <c:v>35.879242705252864</c:v>
              </c:pt>
              <c:pt idx="1488">
                <c:v>78.91578385929708</c:v>
              </c:pt>
              <c:pt idx="1489">
                <c:v>41.67694523628235</c:v>
              </c:pt>
              <c:pt idx="1490">
                <c:v>-22.630551513761766</c:v>
              </c:pt>
              <c:pt idx="1491">
                <c:v>174.98798819430215</c:v>
              </c:pt>
              <c:pt idx="1492">
                <c:v>117.47991046827498</c:v>
              </c:pt>
              <c:pt idx="1493">
                <c:v>80.52330980633673</c:v>
              </c:pt>
              <c:pt idx="1494">
                <c:v>42.503586134685094</c:v>
              </c:pt>
              <c:pt idx="1495">
                <c:v>90.85967445900943</c:v>
              </c:pt>
              <c:pt idx="1496">
                <c:v>61.18138640483389</c:v>
              </c:pt>
              <c:pt idx="1497">
                <c:v>62.898981751878225</c:v>
              </c:pt>
              <c:pt idx="1498">
                <c:v>81.13462723501681</c:v>
              </c:pt>
              <c:pt idx="1499">
                <c:v>42.80535039922627</c:v>
              </c:pt>
              <c:pt idx="1500">
                <c:v>168.98011449579118</c:v>
              </c:pt>
              <c:pt idx="1501">
                <c:v>62.52730204951479</c:v>
              </c:pt>
              <c:pt idx="1502">
                <c:v>64.45448241728836</c:v>
              </c:pt>
              <c:pt idx="1503">
                <c:v>5.0543175874908925</c:v>
              </c:pt>
              <c:pt idx="1504">
                <c:v>107.72394737432779</c:v>
              </c:pt>
              <c:pt idx="1505">
                <c:v>73.07997305475801</c:v>
              </c:pt>
              <c:pt idx="1506">
                <c:v>28.177857876067495</c:v>
              </c:pt>
              <c:pt idx="1507">
                <c:v>31.788651840516184</c:v>
              </c:pt>
              <c:pt idx="1508">
                <c:v>16.406566872990457</c:v>
              </c:pt>
              <c:pt idx="1509">
                <c:v>-35.98805986472252</c:v>
              </c:pt>
              <c:pt idx="1510">
                <c:v>38.73051881010112</c:v>
              </c:pt>
              <c:pt idx="1511">
                <c:v>24.276765992986814</c:v>
              </c:pt>
              <c:pt idx="1512">
                <c:v>40.95731961170053</c:v>
              </c:pt>
              <c:pt idx="1513">
                <c:v>74.50673938485066</c:v>
              </c:pt>
              <c:pt idx="1514">
                <c:v>4.541088018613259</c:v>
              </c:pt>
              <c:pt idx="1515">
                <c:v>-35.8274546002319</c:v>
              </c:pt>
              <c:pt idx="1516">
                <c:v>-63.24745704397162</c:v>
              </c:pt>
              <c:pt idx="1517">
                <c:v>53.502198714324976</c:v>
              </c:pt>
              <c:pt idx="1518">
                <c:v>64.42117480949616</c:v>
              </c:pt>
              <c:pt idx="1519">
                <c:v>2.9238337574398514</c:v>
              </c:pt>
              <c:pt idx="1520">
                <c:v>157.7479779963367</c:v>
              </c:pt>
              <c:pt idx="1521">
                <c:v>15.471882139566329</c:v>
              </c:pt>
              <c:pt idx="1522">
                <c:v>73.92438733927595</c:v>
              </c:pt>
              <c:pt idx="1523">
                <c:v>119.17534098840686</c:v>
              </c:pt>
              <c:pt idx="1524">
                <c:v>1.8714927415049765</c:v>
              </c:pt>
              <c:pt idx="1525">
                <c:v>160.60990799194326</c:v>
              </c:pt>
              <c:pt idx="1526">
                <c:v>-31.158227059203224</c:v>
              </c:pt>
              <c:pt idx="1527">
                <c:v>48.43609573044378</c:v>
              </c:pt>
              <c:pt idx="1528">
                <c:v>133.19145114029843</c:v>
              </c:pt>
              <c:pt idx="1529">
                <c:v>73.73800443957948</c:v>
              </c:pt>
              <c:pt idx="1530">
                <c:v>62.18395229512345</c:v>
              </c:pt>
              <c:pt idx="1531">
                <c:v>47.65171756171614</c:v>
              </c:pt>
              <c:pt idx="1532">
                <c:v>113.94287569941206</c:v>
              </c:pt>
              <c:pt idx="1533">
                <c:v>169.82331306004252</c:v>
              </c:pt>
              <c:pt idx="1534">
                <c:v>41.75388869731573</c:v>
              </c:pt>
              <c:pt idx="1535">
                <c:v>86.31453104984014</c:v>
              </c:pt>
              <c:pt idx="1536">
                <c:v>109.7872930189127</c:v>
              </c:pt>
              <c:pt idx="1537">
                <c:v>87.72621271618515</c:v>
              </c:pt>
              <c:pt idx="1538">
                <c:v>145.25327608578698</c:v>
              </c:pt>
              <c:pt idx="1539">
                <c:v>149.8385242822825</c:v>
              </c:pt>
              <c:pt idx="1540">
                <c:v>3.774161206882841</c:v>
              </c:pt>
              <c:pt idx="1541">
                <c:v>14.322985965608883</c:v>
              </c:pt>
              <c:pt idx="1542">
                <c:v>45.72622871275382</c:v>
              </c:pt>
              <c:pt idx="1543">
                <c:v>40.563826176796226</c:v>
              </c:pt>
              <c:pt idx="1544">
                <c:v>69.94963284059547</c:v>
              </c:pt>
              <c:pt idx="1545">
                <c:v>27.63048895982784</c:v>
              </c:pt>
              <c:pt idx="1546">
                <c:v>46.87531417627716</c:v>
              </c:pt>
              <c:pt idx="1547">
                <c:v>133.3893229808059</c:v>
              </c:pt>
              <c:pt idx="1548">
                <c:v>106.28930075801361</c:v>
              </c:pt>
              <c:pt idx="1549">
                <c:v>32.3792538247331</c:v>
              </c:pt>
              <c:pt idx="1550">
                <c:v>177.19093370070422</c:v>
              </c:pt>
              <c:pt idx="1551">
                <c:v>22.05164043353547</c:v>
              </c:pt>
              <c:pt idx="1552">
                <c:v>65.2931128141913</c:v>
              </c:pt>
              <c:pt idx="1553">
                <c:v>149.0301361873362</c:v>
              </c:pt>
              <c:pt idx="1554">
                <c:v>46.81200432308066</c:v>
              </c:pt>
              <c:pt idx="1555">
                <c:v>19.29615305064628</c:v>
              </c:pt>
              <c:pt idx="1556">
                <c:v>52.174370204576974</c:v>
              </c:pt>
              <c:pt idx="1557">
                <c:v>167.23496621976753</c:v>
              </c:pt>
              <c:pt idx="1558">
                <c:v>32.501416840138305</c:v>
              </c:pt>
              <c:pt idx="1559">
                <c:v>84.6318243898243</c:v>
              </c:pt>
              <c:pt idx="1560">
                <c:v>3.5159306721310415</c:v>
              </c:pt>
              <c:pt idx="1561">
                <c:v>117.77894257865397</c:v>
              </c:pt>
              <c:pt idx="1562">
                <c:v>55.18469901174029</c:v>
              </c:pt>
              <c:pt idx="1563">
                <c:v>163.92147093456458</c:v>
              </c:pt>
              <c:pt idx="1564">
                <c:v>23.03871406790206</c:v>
              </c:pt>
              <c:pt idx="1565">
                <c:v>174.5001363884458</c:v>
              </c:pt>
              <c:pt idx="1566">
                <c:v>175.8454380745868</c:v>
              </c:pt>
              <c:pt idx="1567">
                <c:v>142.57661067999277</c:v>
              </c:pt>
              <c:pt idx="1568">
                <c:v>30.300579366289764</c:v>
              </c:pt>
              <c:pt idx="1569">
                <c:v>-6.035251377643508</c:v>
              </c:pt>
              <c:pt idx="1570">
                <c:v>86.31354717960798</c:v>
              </c:pt>
              <c:pt idx="1571">
                <c:v>151.9508532768829</c:v>
              </c:pt>
              <c:pt idx="1572">
                <c:v>141.283053956597</c:v>
              </c:pt>
              <c:pt idx="1573">
                <c:v>125.37049054338921</c:v>
              </c:pt>
              <c:pt idx="1574">
                <c:v>162.7846084060996</c:v>
              </c:pt>
              <c:pt idx="1575">
                <c:v>58.65211087525357</c:v>
              </c:pt>
              <c:pt idx="1576">
                <c:v>34.64164415672987</c:v>
              </c:pt>
              <c:pt idx="1577">
                <c:v>110.0361153731286</c:v>
              </c:pt>
              <c:pt idx="1578">
                <c:v>-24.17950388151613</c:v>
              </c:pt>
              <c:pt idx="1579">
                <c:v>69.92593634659761</c:v>
              </c:pt>
              <c:pt idx="1580">
                <c:v>12.373255921179542</c:v>
              </c:pt>
              <c:pt idx="1581">
                <c:v>137.61620609665417</c:v>
              </c:pt>
              <c:pt idx="1582">
                <c:v>61.313957718276626</c:v>
              </c:pt>
              <c:pt idx="1583">
                <c:v>121.75755198592945</c:v>
              </c:pt>
              <c:pt idx="1584">
                <c:v>-37.912206437544036</c:v>
              </c:pt>
              <c:pt idx="1585">
                <c:v>146.73236663355098</c:v>
              </c:pt>
              <c:pt idx="1586">
                <c:v>110.04266122549451</c:v>
              </c:pt>
              <c:pt idx="1587">
                <c:v>116.77508716434268</c:v>
              </c:pt>
              <c:pt idx="1588">
                <c:v>81.75511676650986</c:v>
              </c:pt>
              <c:pt idx="1589">
                <c:v>68.63630010651326</c:v>
              </c:pt>
              <c:pt idx="1590">
                <c:v>-34.09608177029553</c:v>
              </c:pt>
              <c:pt idx="1591">
                <c:v>51.673480743444756</c:v>
              </c:pt>
              <c:pt idx="1592">
                <c:v>-11.049730511748253</c:v>
              </c:pt>
              <c:pt idx="1593">
                <c:v>72.58553089746334</c:v>
              </c:pt>
              <c:pt idx="1594">
                <c:v>20.041465841340266</c:v>
              </c:pt>
              <c:pt idx="1595">
                <c:v>86.93269680803759</c:v>
              </c:pt>
              <c:pt idx="1596">
                <c:v>148.46486359991178</c:v>
              </c:pt>
              <c:pt idx="1597">
                <c:v>71.89881235898105</c:v>
              </c:pt>
              <c:pt idx="1598">
                <c:v>110.91405743078441</c:v>
              </c:pt>
              <c:pt idx="1599">
                <c:v>11.917397040486389</c:v>
              </c:pt>
              <c:pt idx="1600">
                <c:v>55.44802825800768</c:v>
              </c:pt>
              <c:pt idx="1601">
                <c:v>4.0124496459037395</c:v>
              </c:pt>
              <c:pt idx="1602">
                <c:v>98.38716186273484</c:v>
              </c:pt>
              <c:pt idx="1603">
                <c:v>21.129494177963995</c:v>
              </c:pt>
              <c:pt idx="1604">
                <c:v>58.01659412554892</c:v>
              </c:pt>
              <c:pt idx="1605">
                <c:v>63.770689359139155</c:v>
              </c:pt>
              <c:pt idx="1606">
                <c:v>72.47180747946157</c:v>
              </c:pt>
              <c:pt idx="1607">
                <c:v>105.61635799825387</c:v>
              </c:pt>
              <c:pt idx="1608">
                <c:v>115.21035907940895</c:v>
              </c:pt>
              <c:pt idx="1609">
                <c:v>175.7679764127957</c:v>
              </c:pt>
              <c:pt idx="1610">
                <c:v>26.69486250809477</c:v>
              </c:pt>
              <c:pt idx="1611">
                <c:v>-10.53911187156544</c:v>
              </c:pt>
              <c:pt idx="1612">
                <c:v>3.035956737863934</c:v>
              </c:pt>
              <c:pt idx="1613">
                <c:v>129.5252442643181</c:v>
              </c:pt>
              <c:pt idx="1614">
                <c:v>-5.5217615711791</c:v>
              </c:pt>
              <c:pt idx="1615">
                <c:v>63.415579055568216</c:v>
              </c:pt>
              <c:pt idx="1616">
                <c:v>33.86281226231033</c:v>
              </c:pt>
              <c:pt idx="1617">
                <c:v>-31.443635179144778</c:v>
              </c:pt>
              <c:pt idx="1618">
                <c:v>136.914778993982</c:v>
              </c:pt>
              <c:pt idx="1619">
                <c:v>88.59996068958085</c:v>
              </c:pt>
              <c:pt idx="1620">
                <c:v>29.24320709981703</c:v>
              </c:pt>
              <c:pt idx="1621">
                <c:v>53.103771499707264</c:v>
              </c:pt>
              <c:pt idx="1622">
                <c:v>15.365967846927258</c:v>
              </c:pt>
              <c:pt idx="1623">
                <c:v>-53.512160545963326</c:v>
              </c:pt>
              <c:pt idx="1624">
                <c:v>27.777843678083055</c:v>
              </c:pt>
              <c:pt idx="1625">
                <c:v>124.72197256619826</c:v>
              </c:pt>
              <c:pt idx="1626">
                <c:v>123.0491055422656</c:v>
              </c:pt>
              <c:pt idx="1627">
                <c:v>66.54852647357072</c:v>
              </c:pt>
              <c:pt idx="1628">
                <c:v>54.394453784485435</c:v>
              </c:pt>
              <c:pt idx="1629">
                <c:v>91.48929472112762</c:v>
              </c:pt>
              <c:pt idx="1630">
                <c:v>-33.998180952745834</c:v>
              </c:pt>
              <c:pt idx="1631">
                <c:v>0.26093527106175785</c:v>
              </c:pt>
              <c:pt idx="1632">
                <c:v>157.1749062551174</c:v>
              </c:pt>
              <c:pt idx="1633">
                <c:v>164.1263356205199</c:v>
              </c:pt>
              <c:pt idx="1634">
                <c:v>148.12800081483863</c:v>
              </c:pt>
              <c:pt idx="1635">
                <c:v>128.51322843536153</c:v>
              </c:pt>
              <c:pt idx="1636">
                <c:v>-30.73857887384882</c:v>
              </c:pt>
              <c:pt idx="1637">
                <c:v>157.6282346018176</c:v>
              </c:pt>
              <c:pt idx="1638">
                <c:v>91.19625773662229</c:v>
              </c:pt>
              <c:pt idx="1639">
                <c:v>77.32693132320473</c:v>
              </c:pt>
              <c:pt idx="1640">
                <c:v>-35.552989528182195</c:v>
              </c:pt>
              <c:pt idx="1641">
                <c:v>-21.97982316294301</c:v>
              </c:pt>
              <c:pt idx="1642">
                <c:v>93.62890855789976</c:v>
              </c:pt>
              <c:pt idx="1643">
                <c:v>93.5315335583241</c:v>
              </c:pt>
              <c:pt idx="1644">
                <c:v>40.102444732923544</c:v>
              </c:pt>
              <c:pt idx="1645">
                <c:v>-57.833004078088294</c:v>
              </c:pt>
              <c:pt idx="1646">
                <c:v>44.39191012818161</c:v>
              </c:pt>
              <c:pt idx="1647">
                <c:v>107.75912426339185</c:v>
              </c:pt>
              <c:pt idx="1648">
                <c:v>15.232132502385038</c:v>
              </c:pt>
              <c:pt idx="1649">
                <c:v>164.74998045593716</c:v>
              </c:pt>
              <c:pt idx="1650">
                <c:v>143.1170787731247</c:v>
              </c:pt>
              <c:pt idx="1651">
                <c:v>54.75190713641301</c:v>
              </c:pt>
              <c:pt idx="1652">
                <c:v>119.56774122498997</c:v>
              </c:pt>
              <c:pt idx="1653">
                <c:v>87.679034985811</c:v>
              </c:pt>
              <c:pt idx="1654">
                <c:v>74.91553074973154</c:v>
              </c:pt>
              <c:pt idx="1655">
                <c:v>116.4226750253879</c:v>
              </c:pt>
              <c:pt idx="1656">
                <c:v>72.2311420637667</c:v>
              </c:pt>
              <c:pt idx="1657">
                <c:v>41.27020960438715</c:v>
              </c:pt>
              <c:pt idx="1658">
                <c:v>18.626906896024874</c:v>
              </c:pt>
              <c:pt idx="1659">
                <c:v>92.07389745738897</c:v>
              </c:pt>
              <c:pt idx="1660">
                <c:v>50.68364995577778</c:v>
              </c:pt>
              <c:pt idx="1661">
                <c:v>-15.360694377923867</c:v>
              </c:pt>
              <c:pt idx="1662">
                <c:v>42.66813846149947</c:v>
              </c:pt>
              <c:pt idx="1663">
                <c:v>73.54533775880996</c:v>
              </c:pt>
              <c:pt idx="1664">
                <c:v>48.62874240931089</c:v>
              </c:pt>
              <c:pt idx="1665">
                <c:v>117.4258586753562</c:v>
              </c:pt>
              <c:pt idx="1666">
                <c:v>83.12966033486023</c:v>
              </c:pt>
              <c:pt idx="1667">
                <c:v>91.50107818081413</c:v>
              </c:pt>
              <c:pt idx="1668">
                <c:v>112.63675671811039</c:v>
              </c:pt>
              <c:pt idx="1669">
                <c:v>70.76033433962668</c:v>
              </c:pt>
              <c:pt idx="1670">
                <c:v>144.1289776173662</c:v>
              </c:pt>
              <c:pt idx="1671">
                <c:v>112.1405852210617</c:v>
              </c:pt>
              <c:pt idx="1672">
                <c:v>41.65303623229501</c:v>
              </c:pt>
              <c:pt idx="1673">
                <c:v>-9.987990983544064</c:v>
              </c:pt>
              <c:pt idx="1674">
                <c:v>168.77643090596138</c:v>
              </c:pt>
              <c:pt idx="1675">
                <c:v>163.9847837138044</c:v>
              </c:pt>
              <c:pt idx="1676">
                <c:v>142.73486965334803</c:v>
              </c:pt>
              <c:pt idx="1677">
                <c:v>100.59120595435616</c:v>
              </c:pt>
              <c:pt idx="1678">
                <c:v>60.51130771084151</c:v>
              </c:pt>
              <c:pt idx="1679">
                <c:v>29.21723316355224</c:v>
              </c:pt>
              <c:pt idx="1680">
                <c:v>67.86444021160466</c:v>
              </c:pt>
              <c:pt idx="1681">
                <c:v>64.07556097111244</c:v>
              </c:pt>
              <c:pt idx="1682">
                <c:v>109.49193337812167</c:v>
              </c:pt>
              <c:pt idx="1683">
                <c:v>58.737147163229054</c:v>
              </c:pt>
              <c:pt idx="1684">
                <c:v>-45.82064722771523</c:v>
              </c:pt>
              <c:pt idx="1685">
                <c:v>92.3195708552723</c:v>
              </c:pt>
              <c:pt idx="1686">
                <c:v>-5.387699324996399</c:v>
              </c:pt>
              <c:pt idx="1687">
                <c:v>108.33373574565996</c:v>
              </c:pt>
              <c:pt idx="1688">
                <c:v>98.605015633469</c:v>
              </c:pt>
              <c:pt idx="1689">
                <c:v>-47.4916765276418</c:v>
              </c:pt>
              <c:pt idx="1690">
                <c:v>86.93011274255421</c:v>
              </c:pt>
              <c:pt idx="1691">
                <c:v>94.56699340562521</c:v>
              </c:pt>
              <c:pt idx="1692">
                <c:v>159.4232686811293</c:v>
              </c:pt>
              <c:pt idx="1693">
                <c:v>-15.885280934086298</c:v>
              </c:pt>
              <c:pt idx="1694">
                <c:v>8.511595014561284</c:v>
              </c:pt>
              <c:pt idx="1695">
                <c:v>7.232015931634585</c:v>
              </c:pt>
              <c:pt idx="1696">
                <c:v>-49.82183897837483</c:v>
              </c:pt>
              <c:pt idx="1697">
                <c:v>9.7914041043252</c:v>
              </c:pt>
              <c:pt idx="1698">
                <c:v>3.5085451075897076</c:v>
              </c:pt>
              <c:pt idx="1699">
                <c:v>46.79756767442586</c:v>
              </c:pt>
              <c:pt idx="1700">
                <c:v>63.46758284622301</c:v>
              </c:pt>
              <c:pt idx="1701">
                <c:v>42.38693405889491</c:v>
              </c:pt>
              <c:pt idx="1702">
                <c:v>91.69427414703868</c:v>
              </c:pt>
              <c:pt idx="1703">
                <c:v>162.63776315498257</c:v>
              </c:pt>
              <c:pt idx="1704">
                <c:v>52.72447029988703</c:v>
              </c:pt>
              <c:pt idx="1705">
                <c:v>93.14317080976618</c:v>
              </c:pt>
              <c:pt idx="1706">
                <c:v>49.19997669925699</c:v>
              </c:pt>
              <c:pt idx="1707">
                <c:v>7.251826618525122</c:v>
              </c:pt>
              <c:pt idx="1708">
                <c:v>50.12918325123432</c:v>
              </c:pt>
              <c:pt idx="1709">
                <c:v>69.93103190610108</c:v>
              </c:pt>
              <c:pt idx="1710">
                <c:v>74.74762391506069</c:v>
              </c:pt>
              <c:pt idx="1711">
                <c:v>55.26615374862861</c:v>
              </c:pt>
              <c:pt idx="1712">
                <c:v>79.28694337689718</c:v>
              </c:pt>
              <c:pt idx="1713">
                <c:v>83.36795649805757</c:v>
              </c:pt>
              <c:pt idx="1714">
                <c:v>129.5049516495632</c:v>
              </c:pt>
              <c:pt idx="1715">
                <c:v>27.636741398408976</c:v>
              </c:pt>
              <c:pt idx="1716">
                <c:v>140.4507466734233</c:v>
              </c:pt>
              <c:pt idx="1717">
                <c:v>101.61735623922448</c:v>
              </c:pt>
              <c:pt idx="1718">
                <c:v>86.0805436977213</c:v>
              </c:pt>
              <c:pt idx="1719">
                <c:v>77.59628359332456</c:v>
              </c:pt>
              <c:pt idx="1720">
                <c:v>-34.3792674968323</c:v>
              </c:pt>
              <c:pt idx="1721">
                <c:v>150.5311521705995</c:v>
              </c:pt>
              <c:pt idx="1722">
                <c:v>85.49553481411678</c:v>
              </c:pt>
              <c:pt idx="1723">
                <c:v>14.769642442551035</c:v>
              </c:pt>
              <c:pt idx="1724">
                <c:v>127.41069609543827</c:v>
              </c:pt>
              <c:pt idx="1725">
                <c:v>175.75652629779327</c:v>
              </c:pt>
              <c:pt idx="1726">
                <c:v>-31.137973042926546</c:v>
              </c:pt>
              <c:pt idx="1727">
                <c:v>44.97300302758681</c:v>
              </c:pt>
              <c:pt idx="1728">
                <c:v>94.74678730924174</c:v>
              </c:pt>
              <c:pt idx="1729">
                <c:v>113.11314478277417</c:v>
              </c:pt>
              <c:pt idx="1730">
                <c:v>-57.64747424440773</c:v>
              </c:pt>
              <c:pt idx="1731">
                <c:v>29.786154260866642</c:v>
              </c:pt>
              <c:pt idx="1732">
                <c:v>128.41679330462216</c:v>
              </c:pt>
              <c:pt idx="1733">
                <c:v>165.63186474944558</c:v>
              </c:pt>
              <c:pt idx="1734">
                <c:v>-10.670750938014347</c:v>
              </c:pt>
              <c:pt idx="1735">
                <c:v>130.2358313367641</c:v>
              </c:pt>
              <c:pt idx="1736">
                <c:v>83.08028237928072</c:v>
              </c:pt>
              <c:pt idx="1737">
                <c:v>65.92740112368331</c:v>
              </c:pt>
              <c:pt idx="1738">
                <c:v>97.89112988009403</c:v>
              </c:pt>
              <c:pt idx="1739">
                <c:v>87.68377675364144</c:v>
              </c:pt>
              <c:pt idx="1740">
                <c:v>89.41318248943716</c:v>
              </c:pt>
              <c:pt idx="1741">
                <c:v>148.63635633208622</c:v>
              </c:pt>
              <c:pt idx="1742">
                <c:v>128.96263571688405</c:v>
              </c:pt>
              <c:pt idx="1743">
                <c:v>67.8277062743674</c:v>
              </c:pt>
              <c:pt idx="1744">
                <c:v>119.48130458183682</c:v>
              </c:pt>
              <c:pt idx="1745">
                <c:v>113.22515753027388</c:v>
              </c:pt>
              <c:pt idx="1746">
                <c:v>52.23103155824451</c:v>
              </c:pt>
              <c:pt idx="1747">
                <c:v>174.59500539640166</c:v>
              </c:pt>
              <c:pt idx="1748">
                <c:v>-0.6181588556705506</c:v>
              </c:pt>
              <c:pt idx="1749">
                <c:v>76.5963430171407</c:v>
              </c:pt>
              <c:pt idx="1750">
                <c:v>-0.009033845992956202</c:v>
              </c:pt>
              <c:pt idx="1751">
                <c:v>-2.0068533858590385</c:v>
              </c:pt>
              <c:pt idx="1752">
                <c:v>15.540760186099657</c:v>
              </c:pt>
              <c:pt idx="1753">
                <c:v>-2.989764351898213</c:v>
              </c:pt>
              <c:pt idx="1754">
                <c:v>115.47669971304929</c:v>
              </c:pt>
              <c:pt idx="1755">
                <c:v>51.96123823422991</c:v>
              </c:pt>
              <c:pt idx="1756">
                <c:v>65.3719701228827</c:v>
              </c:pt>
              <c:pt idx="1757">
                <c:v>63.963704590754986</c:v>
              </c:pt>
              <c:pt idx="1758">
                <c:v>60.305540857390014</c:v>
              </c:pt>
              <c:pt idx="1759">
                <c:v>41.9742817927236</c:v>
              </c:pt>
              <c:pt idx="1760">
                <c:v>175.33481143074124</c:v>
              </c:pt>
              <c:pt idx="1761">
                <c:v>-2.3648547444615886</c:v>
              </c:pt>
              <c:pt idx="1762">
                <c:v>-18.391462003266987</c:v>
              </c:pt>
              <c:pt idx="1763">
                <c:v>75.51602228104434</c:v>
              </c:pt>
              <c:pt idx="1764">
                <c:v>171.96049998758292</c:v>
              </c:pt>
              <c:pt idx="1765">
                <c:v>156.56723304082124</c:v>
              </c:pt>
              <c:pt idx="1766">
                <c:v>168.52248114077534</c:v>
              </c:pt>
              <c:pt idx="1767">
                <c:v>23.4070672816414</c:v>
              </c:pt>
              <c:pt idx="1768">
                <c:v>66.71346975226321</c:v>
              </c:pt>
              <c:pt idx="1769">
                <c:v>34.31924287431029</c:v>
              </c:pt>
              <c:pt idx="1770">
                <c:v>168.13787038298486</c:v>
              </c:pt>
              <c:pt idx="1771">
                <c:v>139.4757458800515</c:v>
              </c:pt>
              <c:pt idx="1772">
                <c:v>-13.813252325015998</c:v>
              </c:pt>
              <c:pt idx="1773">
                <c:v>130.05202585488473</c:v>
              </c:pt>
              <c:pt idx="1774">
                <c:v>-5.515160547940834</c:v>
              </c:pt>
              <c:pt idx="1775">
                <c:v>45.465890692185994</c:v>
              </c:pt>
              <c:pt idx="1776">
                <c:v>81.76068978804844</c:v>
              </c:pt>
              <c:pt idx="1777">
                <c:v>168.838444247134</c:v>
              </c:pt>
              <c:pt idx="1778">
                <c:v>-62.406042194118825</c:v>
              </c:pt>
              <c:pt idx="1779">
                <c:v>11.677303819925179</c:v>
              </c:pt>
              <c:pt idx="1780">
                <c:v>27.10747099429064</c:v>
              </c:pt>
              <c:pt idx="1781">
                <c:v>55.26422880535968</c:v>
              </c:pt>
              <c:pt idx="1782">
                <c:v>10.158970152538668</c:v>
              </c:pt>
              <c:pt idx="1783">
                <c:v>83.48110200152534</c:v>
              </c:pt>
              <c:pt idx="1784">
                <c:v>170.6518585017807</c:v>
              </c:pt>
              <c:pt idx="1785">
                <c:v>0.6264123125711194</c:v>
              </c:pt>
              <c:pt idx="1786">
                <c:v>92.52082866579754</c:v>
              </c:pt>
              <c:pt idx="1787">
                <c:v>3.1863173905023956</c:v>
              </c:pt>
              <c:pt idx="1788">
                <c:v>164.1729193794924</c:v>
              </c:pt>
              <c:pt idx="1789">
                <c:v>76.65827192403808</c:v>
              </c:pt>
              <c:pt idx="1790">
                <c:v>-40.87779205896612</c:v>
              </c:pt>
              <c:pt idx="1791">
                <c:v>72.04352537671107</c:v>
              </c:pt>
              <c:pt idx="1792">
                <c:v>103.65226001619426</c:v>
              </c:pt>
              <c:pt idx="1793">
                <c:v>145.8729396984217</c:v>
              </c:pt>
              <c:pt idx="1794">
                <c:v>162.2778785963578</c:v>
              </c:pt>
              <c:pt idx="1795">
                <c:v>68.49482333961038</c:v>
              </c:pt>
              <c:pt idx="1796">
                <c:v>40.18999654836885</c:v>
              </c:pt>
              <c:pt idx="1797">
                <c:v>155.25236245118978</c:v>
              </c:pt>
              <c:pt idx="1798">
                <c:v>108.860759363336</c:v>
              </c:pt>
              <c:pt idx="1799">
                <c:v>-9.782449806597668</c:v>
              </c:pt>
              <c:pt idx="1800">
                <c:v>22.30854175005518</c:v>
              </c:pt>
              <c:pt idx="1801">
                <c:v>41.772571422948886</c:v>
              </c:pt>
              <c:pt idx="1802">
                <c:v>83.67625989650953</c:v>
              </c:pt>
              <c:pt idx="1803">
                <c:v>62.22621713013635</c:v>
              </c:pt>
              <c:pt idx="1804">
                <c:v>106.11152297261104</c:v>
              </c:pt>
              <c:pt idx="1805">
                <c:v>45.06506748502966</c:v>
              </c:pt>
              <c:pt idx="1806">
                <c:v>85.41850366382387</c:v>
              </c:pt>
              <c:pt idx="1807">
                <c:v>30.823606536876827</c:v>
              </c:pt>
              <c:pt idx="1808">
                <c:v>74.46008855756318</c:v>
              </c:pt>
              <c:pt idx="1809">
                <c:v>80.93781587910557</c:v>
              </c:pt>
              <c:pt idx="1810">
                <c:v>5.702145816425748</c:v>
              </c:pt>
              <c:pt idx="1811">
                <c:v>-41.64895252242907</c:v>
              </c:pt>
              <c:pt idx="1812">
                <c:v>3.2129609078398786</c:v>
              </c:pt>
              <c:pt idx="1813">
                <c:v>63.56275003821176</c:v>
              </c:pt>
              <c:pt idx="1814">
                <c:v>-8.519973250594786</c:v>
              </c:pt>
              <c:pt idx="1815">
                <c:v>56.88398117731832</c:v>
              </c:pt>
              <c:pt idx="1816">
                <c:v>126.17884541775906</c:v>
              </c:pt>
              <c:pt idx="1817">
                <c:v>116.00297759509364</c:v>
              </c:pt>
              <c:pt idx="1818">
                <c:v>128.51762304352982</c:v>
              </c:pt>
              <c:pt idx="1819">
                <c:v>105.54780915665837</c:v>
              </c:pt>
              <c:pt idx="1820">
                <c:v>140.64564041585197</c:v>
              </c:pt>
              <c:pt idx="1821">
                <c:v>-15.249637132344828</c:v>
              </c:pt>
              <c:pt idx="1822">
                <c:v>13.860089569908272</c:v>
              </c:pt>
              <c:pt idx="1823">
                <c:v>92.02967238789105</c:v>
              </c:pt>
              <c:pt idx="1824">
                <c:v>47.29308758552058</c:v>
              </c:pt>
              <c:pt idx="1825">
                <c:v>89.97159244377285</c:v>
              </c:pt>
              <c:pt idx="1826">
                <c:v>101.52555069054087</c:v>
              </c:pt>
              <c:pt idx="1827">
                <c:v>-10.118902628466529</c:v>
              </c:pt>
              <c:pt idx="1828">
                <c:v>57.71647027841975</c:v>
              </c:pt>
              <c:pt idx="1829">
                <c:v>158.1783435846187</c:v>
              </c:pt>
              <c:pt idx="1830">
                <c:v>177.44645886721355</c:v>
              </c:pt>
              <c:pt idx="1831">
                <c:v>70.95634271481437</c:v>
              </c:pt>
              <c:pt idx="1832">
                <c:v>23.128921184741454</c:v>
              </c:pt>
              <c:pt idx="1833">
                <c:v>41.497801837092936</c:v>
              </c:pt>
              <c:pt idx="1834">
                <c:v>85.8517134402598</c:v>
              </c:pt>
              <c:pt idx="1835">
                <c:v>48.875068150013604</c:v>
              </c:pt>
              <c:pt idx="1836">
                <c:v>177.25650375535986</c:v>
              </c:pt>
              <c:pt idx="1837">
                <c:v>70.59781977194231</c:v>
              </c:pt>
              <c:pt idx="1838">
                <c:v>62.45912532579786</c:v>
              </c:pt>
              <c:pt idx="1839">
                <c:v>97.09353599225358</c:v>
              </c:pt>
              <c:pt idx="1840">
                <c:v>129.47622151682143</c:v>
              </c:pt>
              <c:pt idx="1841">
                <c:v>83.47933928641844</c:v>
              </c:pt>
              <c:pt idx="1842">
                <c:v>102.89093050717672</c:v>
              </c:pt>
              <c:pt idx="1843">
                <c:v>61.46944865548089</c:v>
              </c:pt>
              <c:pt idx="1844">
                <c:v>81.61820130292969</c:v>
              </c:pt>
              <c:pt idx="1845">
                <c:v>116.5446289554534</c:v>
              </c:pt>
              <c:pt idx="1846">
                <c:v>117.38364908061784</c:v>
              </c:pt>
              <c:pt idx="1847">
                <c:v>127.1647180299906</c:v>
              </c:pt>
              <c:pt idx="1848">
                <c:v>64.50659552740768</c:v>
              </c:pt>
              <c:pt idx="1849">
                <c:v>105.24377090765663</c:v>
              </c:pt>
              <c:pt idx="1850">
                <c:v>61.185729329454745</c:v>
              </c:pt>
              <c:pt idx="1851">
                <c:v>40.760078440117624</c:v>
              </c:pt>
              <c:pt idx="1852">
                <c:v>2.8237023885434525</c:v>
              </c:pt>
              <c:pt idx="1853">
                <c:v>163.75894503800103</c:v>
              </c:pt>
              <c:pt idx="1854">
                <c:v>156.19225982979214</c:v>
              </c:pt>
              <c:pt idx="1855">
                <c:v>66.002773879981</c:v>
              </c:pt>
              <c:pt idx="1856">
                <c:v>91.12766773297791</c:v>
              </c:pt>
              <c:pt idx="1857">
                <c:v>155.9429089764061</c:v>
              </c:pt>
              <c:pt idx="1858">
                <c:v>81.69360796098441</c:v>
              </c:pt>
              <c:pt idx="1859">
                <c:v>168.12644711772236</c:v>
              </c:pt>
              <c:pt idx="1860">
                <c:v>170.7493763074738</c:v>
              </c:pt>
              <c:pt idx="1861">
                <c:v>-33.16004788474315</c:v>
              </c:pt>
              <c:pt idx="1862">
                <c:v>-14.488311138234204</c:v>
              </c:pt>
              <c:pt idx="1863">
                <c:v>-0.7518573981422314</c:v>
              </c:pt>
              <c:pt idx="1864">
                <c:v>51.91603255297498</c:v>
              </c:pt>
              <c:pt idx="1865">
                <c:v>118.64820963545647</c:v>
              </c:pt>
              <c:pt idx="1866">
                <c:v>25.890313674750512</c:v>
              </c:pt>
              <c:pt idx="1867">
                <c:v>96.53128160565309</c:v>
              </c:pt>
              <c:pt idx="1868">
                <c:v>148.1448828232176</c:v>
              </c:pt>
              <c:pt idx="1869">
                <c:v>20.392773310978217</c:v>
              </c:pt>
            </c:numLit>
          </c:yVal>
        </c:ser>
        <c:ser>
          <c:idx val="1"/>
          <c:order val="1"/>
          <c:tx>
            <c:v>BS0 Test</c:v>
          </c:tx>
          <c:spPr>
            <a:solidFill xmlns:a="http://schemas.openxmlformats.org/drawingml/2006/main">
              <a:srgbClr val="E44855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E44855"/>
              </a:solidFill>
            </c:spPr>
          </c:marker>
          <c:dPt>
            <c:idx val="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250"/>
              <c:pt idx="0">
                <c:v>-124.21889919053328</c:v>
              </c:pt>
              <c:pt idx="1">
                <c:v>-95.97791409804026</c:v>
              </c:pt>
              <c:pt idx="2">
                <c:v>-121.82135426899384</c:v>
              </c:pt>
              <c:pt idx="3">
                <c:v>-118.67784846770442</c:v>
              </c:pt>
              <c:pt idx="4">
                <c:v>-128.42905451465185</c:v>
              </c:pt>
              <c:pt idx="5">
                <c:v>-141.7670462547119</c:v>
              </c:pt>
              <c:pt idx="6">
                <c:v>-119.25197795618452</c:v>
              </c:pt>
              <c:pt idx="7">
                <c:v>-128.67628443701847</c:v>
              </c:pt>
              <c:pt idx="8">
                <c:v>-119.96011104458813</c:v>
              </c:pt>
              <c:pt idx="9">
                <c:v>-136.59721320822763</c:v>
              </c:pt>
              <c:pt idx="10">
                <c:v>-170.9353630586432</c:v>
              </c:pt>
              <c:pt idx="11">
                <c:v>-123.48834500349733</c:v>
              </c:pt>
              <c:pt idx="12">
                <c:v>-128.7587488428705</c:v>
              </c:pt>
              <c:pt idx="13">
                <c:v>-113.30456528525409</c:v>
              </c:pt>
              <c:pt idx="14">
                <c:v>-165.39527621399236</c:v>
              </c:pt>
              <c:pt idx="15">
                <c:v>-244.40828952995648</c:v>
              </c:pt>
              <c:pt idx="16">
                <c:v>-166.14740521280368</c:v>
              </c:pt>
              <c:pt idx="17">
                <c:v>-124.2748673557424</c:v>
              </c:pt>
              <c:pt idx="18">
                <c:v>-173.39525449947183</c:v>
              </c:pt>
              <c:pt idx="19">
                <c:v>-143.71139926008817</c:v>
              </c:pt>
              <c:pt idx="20">
                <c:v>-144.7365632024603</c:v>
              </c:pt>
              <c:pt idx="21">
                <c:v>-121.84752960984193</c:v>
              </c:pt>
              <c:pt idx="22">
                <c:v>-132.1084689119308</c:v>
              </c:pt>
              <c:pt idx="23">
                <c:v>-174.6761547534162</c:v>
              </c:pt>
              <c:pt idx="24">
                <c:v>-131.01330020230694</c:v>
              </c:pt>
              <c:pt idx="25">
                <c:v>-237.73370665489156</c:v>
              </c:pt>
              <c:pt idx="26">
                <c:v>-143.05852849290753</c:v>
              </c:pt>
              <c:pt idx="27">
                <c:v>-141.93391962536117</c:v>
              </c:pt>
              <c:pt idx="28">
                <c:v>-181.3030649603204</c:v>
              </c:pt>
              <c:pt idx="29">
                <c:v>-103.84263067819953</c:v>
              </c:pt>
              <c:pt idx="30">
                <c:v>-190.25520037853858</c:v>
              </c:pt>
              <c:pt idx="31">
                <c:v>-244.4403042139442</c:v>
              </c:pt>
              <c:pt idx="32">
                <c:v>-118.85100821405126</c:v>
              </c:pt>
              <c:pt idx="33">
                <c:v>-102.36743147498876</c:v>
              </c:pt>
              <c:pt idx="34">
                <c:v>-116.23888391993643</c:v>
              </c:pt>
              <c:pt idx="35">
                <c:v>-261.01352819044746</c:v>
              </c:pt>
              <c:pt idx="36">
                <c:v>-195.91603918418866</c:v>
              </c:pt>
              <c:pt idx="37">
                <c:v>-183.81382513584242</c:v>
              </c:pt>
              <c:pt idx="38">
                <c:v>-139.32883286134822</c:v>
              </c:pt>
              <c:pt idx="39">
                <c:v>-163.50586611319142</c:v>
              </c:pt>
              <c:pt idx="40">
                <c:v>-141.91767956069407</c:v>
              </c:pt>
              <c:pt idx="41">
                <c:v>-249.97260936644622</c:v>
              </c:pt>
              <c:pt idx="42">
                <c:v>-242.94141271101927</c:v>
              </c:pt>
              <c:pt idx="43">
                <c:v>-180.6929696592017</c:v>
              </c:pt>
              <c:pt idx="44">
                <c:v>-188.69253771452736</c:v>
              </c:pt>
              <c:pt idx="45">
                <c:v>-139.87290504555085</c:v>
              </c:pt>
              <c:pt idx="46">
                <c:v>-129.2615827222499</c:v>
              </c:pt>
              <c:pt idx="47">
                <c:v>-99.59775292233257</c:v>
              </c:pt>
              <c:pt idx="48">
                <c:v>-110.50018430554834</c:v>
              </c:pt>
              <c:pt idx="49">
                <c:v>-135.88076975771628</c:v>
              </c:pt>
              <c:pt idx="50">
                <c:v>-110.90874438311488</c:v>
              </c:pt>
              <c:pt idx="51">
                <c:v>-177.87565191315002</c:v>
              </c:pt>
              <c:pt idx="52">
                <c:v>-135.94894362247368</c:v>
              </c:pt>
              <c:pt idx="53">
                <c:v>-232.75818092280343</c:v>
              </c:pt>
              <c:pt idx="54">
                <c:v>-196.20848231432728</c:v>
              </c:pt>
              <c:pt idx="55">
                <c:v>-101.06382441179912</c:v>
              </c:pt>
              <c:pt idx="56">
                <c:v>-181.7951792286084</c:v>
              </c:pt>
              <c:pt idx="57">
                <c:v>-247.16051342073283</c:v>
              </c:pt>
              <c:pt idx="58">
                <c:v>-103.82312991341175</c:v>
              </c:pt>
              <c:pt idx="59">
                <c:v>-130.67147541014805</c:v>
              </c:pt>
              <c:pt idx="60">
                <c:v>-106.86698975430531</c:v>
              </c:pt>
              <c:pt idx="61">
                <c:v>-142.65918883590007</c:v>
              </c:pt>
              <c:pt idx="62">
                <c:v>-112.75914359780239</c:v>
              </c:pt>
              <c:pt idx="63">
                <c:v>-134.53967825565366</c:v>
              </c:pt>
              <c:pt idx="64">
                <c:v>-240.11479952604213</c:v>
              </c:pt>
              <c:pt idx="65">
                <c:v>-114.88891108122624</c:v>
              </c:pt>
              <c:pt idx="66">
                <c:v>-263.44130063905106</c:v>
              </c:pt>
              <c:pt idx="67">
                <c:v>-137.8510481595289</c:v>
              </c:pt>
              <c:pt idx="68">
                <c:v>-128.9855892251462</c:v>
              </c:pt>
              <c:pt idx="69">
                <c:v>-138.24607656188005</c:v>
              </c:pt>
              <c:pt idx="70">
                <c:v>-190.9837931773005</c:v>
              </c:pt>
              <c:pt idx="71">
                <c:v>-131.22125111213575</c:v>
              </c:pt>
              <c:pt idx="72">
                <c:v>-175.8630350026074</c:v>
              </c:pt>
              <c:pt idx="73">
                <c:v>-236.15632991623238</c:v>
              </c:pt>
              <c:pt idx="74">
                <c:v>-113.16746081634511</c:v>
              </c:pt>
              <c:pt idx="75">
                <c:v>-106.64016281734541</c:v>
              </c:pt>
              <c:pt idx="76">
                <c:v>-127.95937927348099</c:v>
              </c:pt>
              <c:pt idx="77">
                <c:v>-125.72612599388529</c:v>
              </c:pt>
              <c:pt idx="78">
                <c:v>-247.09027100845904</c:v>
              </c:pt>
              <c:pt idx="79">
                <c:v>-116.86804966223403</c:v>
              </c:pt>
              <c:pt idx="80">
                <c:v>-113.52525966348261</c:v>
              </c:pt>
              <c:pt idx="81">
                <c:v>-133.4742614464311</c:v>
              </c:pt>
              <c:pt idx="82">
                <c:v>-133.85256061526252</c:v>
              </c:pt>
              <c:pt idx="83">
                <c:v>-107.33795670426089</c:v>
              </c:pt>
              <c:pt idx="84">
                <c:v>-143.78100110399717</c:v>
              </c:pt>
              <c:pt idx="85">
                <c:v>-129.79656480513347</c:v>
              </c:pt>
              <c:pt idx="86">
                <c:v>-107.82248857198039</c:v>
              </c:pt>
              <c:pt idx="87">
                <c:v>-248.0955739251018</c:v>
              </c:pt>
              <c:pt idx="88">
                <c:v>-259.75411450789954</c:v>
              </c:pt>
              <c:pt idx="89">
                <c:v>-106.90330001557658</c:v>
              </c:pt>
              <c:pt idx="90">
                <c:v>-263.44109835514746</c:v>
              </c:pt>
              <c:pt idx="91">
                <c:v>-116.12222459111115</c:v>
              </c:pt>
              <c:pt idx="92">
                <c:v>-134.01898354639312</c:v>
              </c:pt>
              <c:pt idx="93">
                <c:v>-137.6657475522553</c:v>
              </c:pt>
              <c:pt idx="94">
                <c:v>-113.15626411209455</c:v>
              </c:pt>
              <c:pt idx="95">
                <c:v>-105.82143160191993</c:v>
              </c:pt>
              <c:pt idx="96">
                <c:v>-135.1177638216941</c:v>
              </c:pt>
              <c:pt idx="97">
                <c:v>-233.59480843602356</c:v>
              </c:pt>
              <c:pt idx="98">
                <c:v>-244.0054265356385</c:v>
              </c:pt>
              <c:pt idx="99">
                <c:v>-180.71892556782598</c:v>
              </c:pt>
              <c:pt idx="100">
                <c:v>-131.08282468370953</c:v>
              </c:pt>
              <c:pt idx="101">
                <c:v>-117.83862864772134</c:v>
              </c:pt>
              <c:pt idx="102">
                <c:v>-125.41127815504501</c:v>
              </c:pt>
              <c:pt idx="103">
                <c:v>-110.58895105175782</c:v>
              </c:pt>
              <c:pt idx="104">
                <c:v>-112.19220066169648</c:v>
              </c:pt>
              <c:pt idx="105">
                <c:v>-105.7667111723532</c:v>
              </c:pt>
              <c:pt idx="106">
                <c:v>-255.55183916497145</c:v>
              </c:pt>
              <c:pt idx="107">
                <c:v>-248.89239935146853</c:v>
              </c:pt>
              <c:pt idx="108">
                <c:v>-136.42380787411398</c:v>
              </c:pt>
              <c:pt idx="109">
                <c:v>-140.4723543147483</c:v>
              </c:pt>
              <c:pt idx="110">
                <c:v>-116.81093172441336</c:v>
              </c:pt>
              <c:pt idx="111">
                <c:v>-169.1907699653271</c:v>
              </c:pt>
              <c:pt idx="112">
                <c:v>-116.55545123148534</c:v>
              </c:pt>
              <c:pt idx="113">
                <c:v>-112.10742735407888</c:v>
              </c:pt>
              <c:pt idx="114">
                <c:v>-169.35411987129413</c:v>
              </c:pt>
              <c:pt idx="115">
                <c:v>-246.68733541555326</c:v>
              </c:pt>
              <c:pt idx="116">
                <c:v>-125.08334382196156</c:v>
              </c:pt>
              <c:pt idx="117">
                <c:v>-141.71675406548246</c:v>
              </c:pt>
              <c:pt idx="118">
                <c:v>-110.22753080222279</c:v>
              </c:pt>
              <c:pt idx="119">
                <c:v>-188.81557740801708</c:v>
              </c:pt>
              <c:pt idx="120">
                <c:v>-234.0020571377763</c:v>
              </c:pt>
              <c:pt idx="121">
                <c:v>-164.34347881461224</c:v>
              </c:pt>
              <c:pt idx="122">
                <c:v>-125.60388391274185</c:v>
              </c:pt>
              <c:pt idx="123">
                <c:v>-183.56958436219674</c:v>
              </c:pt>
              <c:pt idx="124">
                <c:v>-135.2448529406737</c:v>
              </c:pt>
              <c:pt idx="125">
                <c:v>-238.7879717579611</c:v>
              </c:pt>
              <c:pt idx="126">
                <c:v>-251.19830370643768</c:v>
              </c:pt>
              <c:pt idx="127">
                <c:v>-136.21208436147154</c:v>
              </c:pt>
              <c:pt idx="128">
                <c:v>-116.74748236078366</c:v>
              </c:pt>
              <c:pt idx="129">
                <c:v>-123.60752030816116</c:v>
              </c:pt>
              <c:pt idx="130">
                <c:v>-141.00310314909112</c:v>
              </c:pt>
              <c:pt idx="131">
                <c:v>-134.29667626053475</c:v>
              </c:pt>
              <c:pt idx="132">
                <c:v>-131.62337452292527</c:v>
              </c:pt>
              <c:pt idx="133">
                <c:v>-240.43053478101973</c:v>
              </c:pt>
              <c:pt idx="134">
                <c:v>-257.5461850627522</c:v>
              </c:pt>
              <c:pt idx="135">
                <c:v>-192.09781223121817</c:v>
              </c:pt>
              <c:pt idx="136">
                <c:v>-246.2201506791109</c:v>
              </c:pt>
              <c:pt idx="137">
                <c:v>-182.80878432994228</c:v>
              </c:pt>
              <c:pt idx="138">
                <c:v>-127.47194036350966</c:v>
              </c:pt>
              <c:pt idx="139">
                <c:v>-238.3738851058082</c:v>
              </c:pt>
              <c:pt idx="140">
                <c:v>-95.8352288417893</c:v>
              </c:pt>
              <c:pt idx="141">
                <c:v>-185.88111559593216</c:v>
              </c:pt>
              <c:pt idx="142">
                <c:v>-126.59506688164872</c:v>
              </c:pt>
              <c:pt idx="143">
                <c:v>-136.3723338160934</c:v>
              </c:pt>
              <c:pt idx="144">
                <c:v>-117.05143340781484</c:v>
              </c:pt>
              <c:pt idx="145">
                <c:v>-190.73231653220347</c:v>
              </c:pt>
              <c:pt idx="146">
                <c:v>-116.42000735222808</c:v>
              </c:pt>
              <c:pt idx="147">
                <c:v>-183.2586572029307</c:v>
              </c:pt>
              <c:pt idx="148">
                <c:v>-118.45151666483645</c:v>
              </c:pt>
              <c:pt idx="149">
                <c:v>-118.55830022320433</c:v>
              </c:pt>
              <c:pt idx="150">
                <c:v>-121.43582861990012</c:v>
              </c:pt>
              <c:pt idx="151">
                <c:v>-184.06081122713448</c:v>
              </c:pt>
              <c:pt idx="152">
                <c:v>-120.93076094486526</c:v>
              </c:pt>
              <c:pt idx="153">
                <c:v>-234.38279234100366</c:v>
              </c:pt>
              <c:pt idx="154">
                <c:v>-174.41069463206276</c:v>
              </c:pt>
              <c:pt idx="155">
                <c:v>-113.61854868900843</c:v>
              </c:pt>
              <c:pt idx="156">
                <c:v>-102.24812855631528</c:v>
              </c:pt>
              <c:pt idx="157">
                <c:v>-131.93993070371062</c:v>
              </c:pt>
              <c:pt idx="158">
                <c:v>-134.5449890344428</c:v>
              </c:pt>
              <c:pt idx="159">
                <c:v>-189.2688441764682</c:v>
              </c:pt>
              <c:pt idx="160">
                <c:v>-193.77295605098985</c:v>
              </c:pt>
              <c:pt idx="161">
                <c:v>-132.2518013759958</c:v>
              </c:pt>
              <c:pt idx="162">
                <c:v>-113.778432665508</c:v>
              </c:pt>
              <c:pt idx="163">
                <c:v>-123.90130249815182</c:v>
              </c:pt>
              <c:pt idx="164">
                <c:v>-123.1908898549397</c:v>
              </c:pt>
              <c:pt idx="165">
                <c:v>-111.26687436437206</c:v>
              </c:pt>
              <c:pt idx="166">
                <c:v>-191.25403843561787</c:v>
              </c:pt>
              <c:pt idx="167">
                <c:v>-116.01442910539718</c:v>
              </c:pt>
              <c:pt idx="168">
                <c:v>-125.10741875668742</c:v>
              </c:pt>
              <c:pt idx="169">
                <c:v>-167.54768799831942</c:v>
              </c:pt>
              <c:pt idx="170">
                <c:v>-171.57895020349864</c:v>
              </c:pt>
              <c:pt idx="171">
                <c:v>-106.57852854388278</c:v>
              </c:pt>
              <c:pt idx="172">
                <c:v>-134.31171958077528</c:v>
              </c:pt>
              <c:pt idx="173">
                <c:v>-121.24755682528402</c:v>
              </c:pt>
              <c:pt idx="174">
                <c:v>-191.0637785593051</c:v>
              </c:pt>
              <c:pt idx="175">
                <c:v>-169.2408568073261</c:v>
              </c:pt>
              <c:pt idx="176">
                <c:v>-112.7410167327321</c:v>
              </c:pt>
              <c:pt idx="177">
                <c:v>-141.21513619299043</c:v>
              </c:pt>
              <c:pt idx="178">
                <c:v>-124.89366072607137</c:v>
              </c:pt>
              <c:pt idx="179">
                <c:v>-120.20035075736469</c:v>
              </c:pt>
              <c:pt idx="180">
                <c:v>-190.25728170903676</c:v>
              </c:pt>
              <c:pt idx="181">
                <c:v>-242.90897840424955</c:v>
              </c:pt>
              <c:pt idx="182">
                <c:v>-176.98551485213653</c:v>
              </c:pt>
              <c:pt idx="183">
                <c:v>-139.33806587324204</c:v>
              </c:pt>
              <c:pt idx="184">
                <c:v>-145.65866137538097</c:v>
              </c:pt>
              <c:pt idx="185">
                <c:v>-165.48178180055692</c:v>
              </c:pt>
              <c:pt idx="186">
                <c:v>-140.41667721123045</c:v>
              </c:pt>
              <c:pt idx="187">
                <c:v>-116.63753494942603</c:v>
              </c:pt>
              <c:pt idx="188">
                <c:v>-239.74685614303036</c:v>
              </c:pt>
              <c:pt idx="189">
                <c:v>-144.71169789458344</c:v>
              </c:pt>
              <c:pt idx="190">
                <c:v>-229.51036441527415</c:v>
              </c:pt>
              <c:pt idx="191">
                <c:v>-256.230397571054</c:v>
              </c:pt>
              <c:pt idx="192">
                <c:v>-175.431964034531</c:v>
              </c:pt>
              <c:pt idx="193">
                <c:v>-138.21850780085862</c:v>
              </c:pt>
              <c:pt idx="194">
                <c:v>-257.51446089950116</c:v>
              </c:pt>
              <c:pt idx="195">
                <c:v>-128.86301325246535</c:v>
              </c:pt>
              <c:pt idx="196">
                <c:v>-166.76311139042633</c:v>
              </c:pt>
              <c:pt idx="197">
                <c:v>-131.34428502058074</c:v>
              </c:pt>
              <c:pt idx="198">
                <c:v>-109.79782259941904</c:v>
              </c:pt>
              <c:pt idx="199">
                <c:v>-132.1910772193847</c:v>
              </c:pt>
              <c:pt idx="200">
                <c:v>-106.71257830746941</c:v>
              </c:pt>
              <c:pt idx="201">
                <c:v>-132.80540201396838</c:v>
              </c:pt>
              <c:pt idx="202">
                <c:v>-130.25016467321558</c:v>
              </c:pt>
              <c:pt idx="203">
                <c:v>-195.151306465816</c:v>
              </c:pt>
              <c:pt idx="204">
                <c:v>-253.2890299480346</c:v>
              </c:pt>
              <c:pt idx="205">
                <c:v>-184.9765237301325</c:v>
              </c:pt>
              <c:pt idx="206">
                <c:v>-106.61592638764274</c:v>
              </c:pt>
              <c:pt idx="207">
                <c:v>-126.7434695330469</c:v>
              </c:pt>
              <c:pt idx="208">
                <c:v>-185.7064029529917</c:v>
              </c:pt>
              <c:pt idx="209">
                <c:v>-254.54281608645684</c:v>
              </c:pt>
              <c:pt idx="210">
                <c:v>-127.68631545537113</c:v>
              </c:pt>
              <c:pt idx="211">
                <c:v>-173.45487606532578</c:v>
              </c:pt>
              <c:pt idx="212">
                <c:v>-179.02251895596999</c:v>
              </c:pt>
              <c:pt idx="213">
                <c:v>-195.10931717093155</c:v>
              </c:pt>
              <c:pt idx="214">
                <c:v>-124.45053380757476</c:v>
              </c:pt>
              <c:pt idx="215">
                <c:v>-128.37242409953006</c:v>
              </c:pt>
              <c:pt idx="216">
                <c:v>-192.33242732340278</c:v>
              </c:pt>
              <c:pt idx="217">
                <c:v>-164.02151748142865</c:v>
              </c:pt>
              <c:pt idx="218">
                <c:v>-250.88344175369022</c:v>
              </c:pt>
              <c:pt idx="219">
                <c:v>-109.27734936762263</c:v>
              </c:pt>
              <c:pt idx="220">
                <c:v>-104.62277548915216</c:v>
              </c:pt>
              <c:pt idx="221">
                <c:v>-109.20118958960492</c:v>
              </c:pt>
              <c:pt idx="222">
                <c:v>-119.59898869486727</c:v>
              </c:pt>
              <c:pt idx="223">
                <c:v>-130.17200017737827</c:v>
              </c:pt>
              <c:pt idx="224">
                <c:v>-242.1373951558295</c:v>
              </c:pt>
              <c:pt idx="225">
                <c:v>-236.2835922192694</c:v>
              </c:pt>
              <c:pt idx="226">
                <c:v>-138.8832690506784</c:v>
              </c:pt>
              <c:pt idx="227">
                <c:v>-127.84352997603676</c:v>
              </c:pt>
              <c:pt idx="228">
                <c:v>-139.3431563494286</c:v>
              </c:pt>
              <c:pt idx="229">
                <c:v>-129.0725127184823</c:v>
              </c:pt>
              <c:pt idx="230">
                <c:v>-177.31026372753902</c:v>
              </c:pt>
              <c:pt idx="231">
                <c:v>-112.11492480522381</c:v>
              </c:pt>
              <c:pt idx="232">
                <c:v>-129.35398071559513</c:v>
              </c:pt>
              <c:pt idx="233">
                <c:v>-263.98691948887495</c:v>
              </c:pt>
              <c:pt idx="234">
                <c:v>-133.88340286665192</c:v>
              </c:pt>
              <c:pt idx="235">
                <c:v>-129.18652229201615</c:v>
              </c:pt>
              <c:pt idx="236">
                <c:v>-189.24486831857917</c:v>
              </c:pt>
              <c:pt idx="237">
                <c:v>-100.12267903886044</c:v>
              </c:pt>
              <c:pt idx="238">
                <c:v>-251.44752214095115</c:v>
              </c:pt>
              <c:pt idx="239">
                <c:v>-196.80830909715465</c:v>
              </c:pt>
              <c:pt idx="240">
                <c:v>-136.98487568076982</c:v>
              </c:pt>
              <c:pt idx="241">
                <c:v>-167.4905657726846</c:v>
              </c:pt>
              <c:pt idx="242">
                <c:v>-192.40528270087827</c:v>
              </c:pt>
              <c:pt idx="243">
                <c:v>-137.0082829949864</c:v>
              </c:pt>
              <c:pt idx="244">
                <c:v>-117.65276077349051</c:v>
              </c:pt>
              <c:pt idx="245">
                <c:v>-127.80781307184549</c:v>
              </c:pt>
              <c:pt idx="246">
                <c:v>-143.18536466623357</c:v>
              </c:pt>
              <c:pt idx="247">
                <c:v>-251.83315383738804</c:v>
              </c:pt>
              <c:pt idx="248">
                <c:v>-129.68133581259013</c:v>
              </c:pt>
              <c:pt idx="249">
                <c:v>-114.20842956907202</c:v>
              </c:pt>
            </c:numLit>
          </c:xVal>
          <c:yVal>
            <c:numLit>
              <c:formatCode>General</c:formatCode>
              <c:ptCount val="250"/>
              <c:pt idx="0">
                <c:v>131.84579659565355</c:v>
              </c:pt>
              <c:pt idx="1">
                <c:v>-15.88785902147469</c:v>
              </c:pt>
              <c:pt idx="2">
                <c:v>135.34630458881568</c:v>
              </c:pt>
              <c:pt idx="3">
                <c:v>109.74116789626932</c:v>
              </c:pt>
              <c:pt idx="4">
                <c:v>25.757448180373945</c:v>
              </c:pt>
              <c:pt idx="5">
                <c:v>40.03334643620451</c:v>
              </c:pt>
              <c:pt idx="6">
                <c:v>103.87726275765885</c:v>
              </c:pt>
              <c:pt idx="7">
                <c:v>106.62449562814683</c:v>
              </c:pt>
              <c:pt idx="8">
                <c:v>128.48994225413676</c:v>
              </c:pt>
              <c:pt idx="9">
                <c:v>120.88574301529222</c:v>
              </c:pt>
              <c:pt idx="10">
                <c:v>-26.953249801694227</c:v>
              </c:pt>
              <c:pt idx="11">
                <c:v>37.0876323873118</c:v>
              </c:pt>
              <c:pt idx="12">
                <c:v>125.38525284649101</c:v>
              </c:pt>
              <c:pt idx="13">
                <c:v>25.544498627300793</c:v>
              </c:pt>
              <c:pt idx="14">
                <c:v>-40.78601175543335</c:v>
              </c:pt>
              <c:pt idx="15">
                <c:v>8.495406705570996</c:v>
              </c:pt>
              <c:pt idx="16">
                <c:v>-35.15160568484779</c:v>
              </c:pt>
              <c:pt idx="17">
                <c:v>-15.900877152253905</c:v>
              </c:pt>
              <c:pt idx="18">
                <c:v>-28.849979442209083</c:v>
              </c:pt>
              <c:pt idx="19">
                <c:v>33.29393572645348</c:v>
              </c:pt>
              <c:pt idx="20">
                <c:v>126.57815663372291</c:v>
              </c:pt>
              <c:pt idx="21">
                <c:v>-4.9406233881189685</c:v>
              </c:pt>
              <c:pt idx="22">
                <c:v>102.69464135725538</c:v>
              </c:pt>
              <c:pt idx="23">
                <c:v>-39.643659231996665</c:v>
              </c:pt>
              <c:pt idx="24">
                <c:v>109.47908368233887</c:v>
              </c:pt>
              <c:pt idx="25">
                <c:v>28.370900973628242</c:v>
              </c:pt>
              <c:pt idx="26">
                <c:v>128.0393598222151</c:v>
              </c:pt>
              <c:pt idx="27">
                <c:v>32.31855901215724</c:v>
              </c:pt>
              <c:pt idx="28">
                <c:v>-21.156820041399925</c:v>
              </c:pt>
              <c:pt idx="29">
                <c:v>-15.027408908741238</c:v>
              </c:pt>
              <c:pt idx="30">
                <c:v>-18.269902398501465</c:v>
              </c:pt>
              <c:pt idx="31">
                <c:v>12.317883044060778</c:v>
              </c:pt>
              <c:pt idx="32">
                <c:v>132.39498616349888</c:v>
              </c:pt>
              <c:pt idx="33">
                <c:v>-11.056170643930624</c:v>
              </c:pt>
              <c:pt idx="34">
                <c:v>113.07123907690242</c:v>
              </c:pt>
              <c:pt idx="35">
                <c:v>-1.5682828968628222</c:v>
              </c:pt>
              <c:pt idx="36">
                <c:v>-27.78735973227152</c:v>
              </c:pt>
              <c:pt idx="37">
                <c:v>-30.293452665823175</c:v>
              </c:pt>
              <c:pt idx="38">
                <c:v>125.00207098911157</c:v>
              </c:pt>
              <c:pt idx="39">
                <c:v>-40.10691245209174</c:v>
              </c:pt>
              <c:pt idx="40">
                <c:v>29.612826364110862</c:v>
              </c:pt>
              <c:pt idx="41">
                <c:v>-16.35109739370328</c:v>
              </c:pt>
              <c:pt idx="42">
                <c:v>-4.441272018172443</c:v>
              </c:pt>
              <c:pt idx="43">
                <c:v>-30.123868958922824</c:v>
              </c:pt>
              <c:pt idx="44">
                <c:v>-28.19742981952231</c:v>
              </c:pt>
              <c:pt idx="45">
                <c:v>117.71581256705268</c:v>
              </c:pt>
              <c:pt idx="46">
                <c:v>124.33307748069875</c:v>
              </c:pt>
              <c:pt idx="47">
                <c:v>109.46101718541047</c:v>
              </c:pt>
              <c:pt idx="48">
                <c:v>-15.250692466856844</c:v>
              </c:pt>
              <c:pt idx="49">
                <c:v>117.34328282663834</c:v>
              </c:pt>
              <c:pt idx="50">
                <c:v>126.30030043286148</c:v>
              </c:pt>
              <c:pt idx="51">
                <c:v>-27.60892388753155</c:v>
              </c:pt>
              <c:pt idx="52">
                <c:v>42.07712777403219</c:v>
              </c:pt>
              <c:pt idx="53">
                <c:v>-16.03150638990394</c:v>
              </c:pt>
              <c:pt idx="54">
                <c:v>-33.458793183164296</c:v>
              </c:pt>
              <c:pt idx="55">
                <c:v>-8.711655364716881</c:v>
              </c:pt>
              <c:pt idx="56">
                <c:v>-34.10702853849021</c:v>
              </c:pt>
              <c:pt idx="57">
                <c:v>28.381382290115805</c:v>
              </c:pt>
              <c:pt idx="58">
                <c:v>125.0030118702566</c:v>
              </c:pt>
              <c:pt idx="59">
                <c:v>113.45892216079052</c:v>
              </c:pt>
              <c:pt idx="60">
                <c:v>119.67552590621285</c:v>
              </c:pt>
              <c:pt idx="61">
                <c:v>41.815320368092515</c:v>
              </c:pt>
              <c:pt idx="62">
                <c:v>123.4535848534454</c:v>
              </c:pt>
              <c:pt idx="63">
                <c:v>35.688973564034484</c:v>
              </c:pt>
              <c:pt idx="64">
                <c:v>3.154431560644454</c:v>
              </c:pt>
              <c:pt idx="65">
                <c:v>116.34256217311217</c:v>
              </c:pt>
              <c:pt idx="66">
                <c:v>4.090629832827741</c:v>
              </c:pt>
              <c:pt idx="67">
                <c:v>120.76203415055757</c:v>
              </c:pt>
              <c:pt idx="68">
                <c:v>-11.37862050896414</c:v>
              </c:pt>
              <c:pt idx="69">
                <c:v>39.967090014610505</c:v>
              </c:pt>
              <c:pt idx="70">
                <c:v>-40.5786069635527</c:v>
              </c:pt>
              <c:pt idx="71">
                <c:v>99.68714793333373</c:v>
              </c:pt>
              <c:pt idx="72">
                <c:v>-46.219925001291436</c:v>
              </c:pt>
              <c:pt idx="73">
                <c:v>26.855953042605027</c:v>
              </c:pt>
              <c:pt idx="74">
                <c:v>131.3366001470184</c:v>
              </c:pt>
              <c:pt idx="75">
                <c:v>139.13793897896707</c:v>
              </c:pt>
              <c:pt idx="76">
                <c:v>28.05694779184729</c:v>
              </c:pt>
              <c:pt idx="77">
                <c:v>35.07006051438648</c:v>
              </c:pt>
              <c:pt idx="78">
                <c:v>-12.319038431984065</c:v>
              </c:pt>
              <c:pt idx="79">
                <c:v>134.8147807860809</c:v>
              </c:pt>
              <c:pt idx="80">
                <c:v>25.738087824397812</c:v>
              </c:pt>
              <c:pt idx="81">
                <c:v>29.061738986874953</c:v>
              </c:pt>
              <c:pt idx="82">
                <c:v>24.61925253678918</c:v>
              </c:pt>
              <c:pt idx="83">
                <c:v>122.35774819429817</c:v>
              </c:pt>
              <c:pt idx="84">
                <c:v>120.34014206555757</c:v>
              </c:pt>
              <c:pt idx="85">
                <c:v>103.05268032192954</c:v>
              </c:pt>
              <c:pt idx="86">
                <c:v>127.75140870542332</c:v>
              </c:pt>
              <c:pt idx="87">
                <c:v>-13.241642508079565</c:v>
              </c:pt>
              <c:pt idx="88">
                <c:v>27.874663707162295</c:v>
              </c:pt>
              <c:pt idx="89">
                <c:v>120.65907125521521</c:v>
              </c:pt>
              <c:pt idx="90">
                <c:v>-1.7003126328284566</c:v>
              </c:pt>
              <c:pt idx="91">
                <c:v>27.884873701887305</c:v>
              </c:pt>
              <c:pt idx="92">
                <c:v>107.00647506991685</c:v>
              </c:pt>
              <c:pt idx="93">
                <c:v>47.64074061205163</c:v>
              </c:pt>
              <c:pt idx="94">
                <c:v>110.5667837044423</c:v>
              </c:pt>
              <c:pt idx="95">
                <c:v>125.32326808134384</c:v>
              </c:pt>
              <c:pt idx="96">
                <c:v>50.40285932627518</c:v>
              </c:pt>
              <c:pt idx="97">
                <c:v>19.329310509700857</c:v>
              </c:pt>
              <c:pt idx="98">
                <c:v>7.255821661522493</c:v>
              </c:pt>
              <c:pt idx="99">
                <c:v>-35.561752405753</c:v>
              </c:pt>
              <c:pt idx="100">
                <c:v>107.05829323906684</c:v>
              </c:pt>
              <c:pt idx="101">
                <c:v>120.17300131986336</c:v>
              </c:pt>
              <c:pt idx="102">
                <c:v>116.30361110890713</c:v>
              </c:pt>
              <c:pt idx="103">
                <c:v>-8.022246008581837</c:v>
              </c:pt>
              <c:pt idx="104">
                <c:v>-13.966408372973417</c:v>
              </c:pt>
              <c:pt idx="105">
                <c:v>-10.134010836318591</c:v>
              </c:pt>
              <c:pt idx="106">
                <c:v>30.187462332152858</c:v>
              </c:pt>
              <c:pt idx="107">
                <c:v>16.834235035952464</c:v>
              </c:pt>
              <c:pt idx="108">
                <c:v>124.2599494965033</c:v>
              </c:pt>
              <c:pt idx="109">
                <c:v>38.84658615714861</c:v>
              </c:pt>
              <c:pt idx="110">
                <c:v>-17.72933383051735</c:v>
              </c:pt>
              <c:pt idx="111">
                <c:v>-30.131990400336594</c:v>
              </c:pt>
              <c:pt idx="112">
                <c:v>134.2965968556873</c:v>
              </c:pt>
              <c:pt idx="113">
                <c:v>117.24795842909636</c:v>
              </c:pt>
              <c:pt idx="114">
                <c:v>-37.74762977737599</c:v>
              </c:pt>
              <c:pt idx="115">
                <c:v>-4.359067168920287</c:v>
              </c:pt>
              <c:pt idx="116">
                <c:v>128.6574720867643</c:v>
              </c:pt>
              <c:pt idx="117">
                <c:v>37.395305059693555</c:v>
              </c:pt>
              <c:pt idx="118">
                <c:v>115.20113589124635</c:v>
              </c:pt>
              <c:pt idx="119">
                <c:v>-47.99504551952204</c:v>
              </c:pt>
              <c:pt idx="120">
                <c:v>-6.959776075142141</c:v>
              </c:pt>
              <c:pt idx="121">
                <c:v>-22.319946619900687</c:v>
              </c:pt>
              <c:pt idx="122">
                <c:v>115.73169256000388</c:v>
              </c:pt>
              <c:pt idx="123">
                <c:v>-20.124074895150855</c:v>
              </c:pt>
              <c:pt idx="124">
                <c:v>46.01520592067183</c:v>
              </c:pt>
              <c:pt idx="125">
                <c:v>22.550103035715505</c:v>
              </c:pt>
              <c:pt idx="126">
                <c:v>3.1241919672921448</c:v>
              </c:pt>
              <c:pt idx="127">
                <c:v>126.96662063321266</c:v>
              </c:pt>
              <c:pt idx="128">
                <c:v>114.45065978020592</c:v>
              </c:pt>
              <c:pt idx="129">
                <c:v>-2.721194696018852</c:v>
              </c:pt>
              <c:pt idx="130">
                <c:v>125.75529476288092</c:v>
              </c:pt>
              <c:pt idx="131">
                <c:v>47.15588390077306</c:v>
              </c:pt>
              <c:pt idx="132">
                <c:v>37.17467766874903</c:v>
              </c:pt>
              <c:pt idx="133">
                <c:v>-3.459280142542374</c:v>
              </c:pt>
              <c:pt idx="134">
                <c:v>10.673301621041123</c:v>
              </c:pt>
              <c:pt idx="135">
                <c:v>-30.350258413689538</c:v>
              </c:pt>
              <c:pt idx="136">
                <c:v>15.915339145639397</c:v>
              </c:pt>
              <c:pt idx="137">
                <c:v>-28.570309608590648</c:v>
              </c:pt>
              <c:pt idx="138">
                <c:v>98.88036146389787</c:v>
              </c:pt>
              <c:pt idx="139">
                <c:v>16.610060881369524</c:v>
              </c:pt>
              <c:pt idx="140">
                <c:v>-13.646417582907592</c:v>
              </c:pt>
              <c:pt idx="141">
                <c:v>-49.1233943307105</c:v>
              </c:pt>
              <c:pt idx="142">
                <c:v>36.1185626614172</c:v>
              </c:pt>
              <c:pt idx="143">
                <c:v>24.764693034189005</c:v>
              </c:pt>
              <c:pt idx="144">
                <c:v>-11.152649954130567</c:v>
              </c:pt>
              <c:pt idx="145">
                <c:v>-22.991854901358128</c:v>
              </c:pt>
              <c:pt idx="146">
                <c:v>110.43442480748747</c:v>
              </c:pt>
              <c:pt idx="147">
                <c:v>-44.888750887903996</c:v>
              </c:pt>
              <c:pt idx="148">
                <c:v>23.32731465411958</c:v>
              </c:pt>
              <c:pt idx="149">
                <c:v>32.45701500052412</c:v>
              </c:pt>
              <c:pt idx="150">
                <c:v>121.28553000566039</c:v>
              </c:pt>
              <c:pt idx="151">
                <c:v>-44.837726301324594</c:v>
              </c:pt>
              <c:pt idx="152">
                <c:v>127.26521135825594</c:v>
              </c:pt>
              <c:pt idx="153">
                <c:v>-11.205508077443445</c:v>
              </c:pt>
              <c:pt idx="154">
                <c:v>-36.45180113206334</c:v>
              </c:pt>
              <c:pt idx="155">
                <c:v>109.10207477879345</c:v>
              </c:pt>
              <c:pt idx="156">
                <c:v>118.61525625999805</c:v>
              </c:pt>
              <c:pt idx="157">
                <c:v>112.09321172736846</c:v>
              </c:pt>
              <c:pt idx="158">
                <c:v>24.654283925410883</c:v>
              </c:pt>
              <c:pt idx="159">
                <c:v>-32.351743422093335</c:v>
              </c:pt>
              <c:pt idx="160">
                <c:v>-32.234402921036384</c:v>
              </c:pt>
              <c:pt idx="161">
                <c:v>47.501404195221056</c:v>
              </c:pt>
              <c:pt idx="162">
                <c:v>25.474694646498374</c:v>
              </c:pt>
              <c:pt idx="163">
                <c:v>129.85876626177134</c:v>
              </c:pt>
              <c:pt idx="164">
                <c:v>105.22672129534214</c:v>
              </c:pt>
              <c:pt idx="165">
                <c:v>112.37232401781999</c:v>
              </c:pt>
              <c:pt idx="166">
                <c:v>-20.371919569712798</c:v>
              </c:pt>
              <c:pt idx="167">
                <c:v>-17.143494481937374</c:v>
              </c:pt>
              <c:pt idx="168">
                <c:v>-6.457057956040424</c:v>
              </c:pt>
              <c:pt idx="169">
                <c:v>-31.522305046833658</c:v>
              </c:pt>
              <c:pt idx="170">
                <c:v>-28.123998268738017</c:v>
              </c:pt>
              <c:pt idx="171">
                <c:v>126.50582834170878</c:v>
              </c:pt>
              <c:pt idx="172">
                <c:v>33.345630655753894</c:v>
              </c:pt>
              <c:pt idx="173">
                <c:v>30.90743767658849</c:v>
              </c:pt>
              <c:pt idx="174">
                <c:v>-31.728168828788586</c:v>
              </c:pt>
              <c:pt idx="175">
                <c:v>-28.78355512565412</c:v>
              </c:pt>
              <c:pt idx="176">
                <c:v>-9.323477639797488</c:v>
              </c:pt>
              <c:pt idx="177">
                <c:v>123.58931130954282</c:v>
              </c:pt>
              <c:pt idx="178">
                <c:v>115.53307077026271</c:v>
              </c:pt>
              <c:pt idx="179">
                <c:v>120.90903533594168</c:v>
              </c:pt>
              <c:pt idx="180">
                <c:v>-22.334455130196474</c:v>
              </c:pt>
              <c:pt idx="181">
                <c:v>17.202092473807728</c:v>
              </c:pt>
              <c:pt idx="182">
                <c:v>-38.876754084881824</c:v>
              </c:pt>
              <c:pt idx="183">
                <c:v>122.99019176800623</c:v>
              </c:pt>
              <c:pt idx="184">
                <c:v>30.465677565322142</c:v>
              </c:pt>
              <c:pt idx="185">
                <c:v>-42.956582772693224</c:v>
              </c:pt>
              <c:pt idx="186">
                <c:v>128.62832658557394</c:v>
              </c:pt>
              <c:pt idx="187">
                <c:v>24.34757076494748</c:v>
              </c:pt>
              <c:pt idx="188">
                <c:v>19.69010240461365</c:v>
              </c:pt>
              <c:pt idx="189">
                <c:v>123.90787687633609</c:v>
              </c:pt>
              <c:pt idx="190">
                <c:v>9.681476941334815</c:v>
              </c:pt>
              <c:pt idx="191">
                <c:v>-12.061225484332724</c:v>
              </c:pt>
              <c:pt idx="192">
                <c:v>-38.15985016469773</c:v>
              </c:pt>
              <c:pt idx="193">
                <c:v>110.74830487436073</c:v>
              </c:pt>
              <c:pt idx="194">
                <c:v>-8.728943393741112</c:v>
              </c:pt>
              <c:pt idx="195">
                <c:v>113.02548126092655</c:v>
              </c:pt>
              <c:pt idx="196">
                <c:v>-40.96676856883698</c:v>
              </c:pt>
              <c:pt idx="197">
                <c:v>118.55234138834088</c:v>
              </c:pt>
              <c:pt idx="198">
                <c:v>132.95513312485508</c:v>
              </c:pt>
              <c:pt idx="199">
                <c:v>43.02354894869026</c:v>
              </c:pt>
              <c:pt idx="200">
                <c:v>130.87249497750804</c:v>
              </c:pt>
              <c:pt idx="201">
                <c:v>36.551518555863524</c:v>
              </c:pt>
              <c:pt idx="202">
                <c:v>122.40674969733995</c:v>
              </c:pt>
              <c:pt idx="203">
                <c:v>-25.98107619809168</c:v>
              </c:pt>
              <c:pt idx="204">
                <c:v>4.510496174143547</c:v>
              </c:pt>
              <c:pt idx="205">
                <c:v>-32.42812687182916</c:v>
              </c:pt>
              <c:pt idx="206">
                <c:v>112.12046034590615</c:v>
              </c:pt>
              <c:pt idx="207">
                <c:v>-5.719461131737846</c:v>
              </c:pt>
              <c:pt idx="208">
                <c:v>-18.213588674927397</c:v>
              </c:pt>
              <c:pt idx="209">
                <c:v>22.552255034163924</c:v>
              </c:pt>
              <c:pt idx="210">
                <c:v>131.64205965865034</c:v>
              </c:pt>
              <c:pt idx="211">
                <c:v>-23.706553633471614</c:v>
              </c:pt>
              <c:pt idx="212">
                <c:v>-44.13885049559549</c:v>
              </c:pt>
              <c:pt idx="213">
                <c:v>-40.972537611520046</c:v>
              </c:pt>
              <c:pt idx="214">
                <c:v>35.995593403606875</c:v>
              </c:pt>
              <c:pt idx="215">
                <c:v>-7.4225508139824115</c:v>
              </c:pt>
              <c:pt idx="216">
                <c:v>-27.42723656665912</c:v>
              </c:pt>
              <c:pt idx="217">
                <c:v>-24.97599414541806</c:v>
              </c:pt>
              <c:pt idx="218">
                <c:v>-0.6823682958720667</c:v>
              </c:pt>
              <c:pt idx="219">
                <c:v>106.37202751848659</c:v>
              </c:pt>
              <c:pt idx="220">
                <c:v>109.95712693987169</c:v>
              </c:pt>
              <c:pt idx="221">
                <c:v>112.07635604744969</c:v>
              </c:pt>
              <c:pt idx="222">
                <c:v>136.39278466226133</c:v>
              </c:pt>
              <c:pt idx="223">
                <c:v>121.61439520669411</c:v>
              </c:pt>
              <c:pt idx="224">
                <c:v>19.00820080361626</c:v>
              </c:pt>
              <c:pt idx="225">
                <c:v>16.073192697092548</c:v>
              </c:pt>
              <c:pt idx="226">
                <c:v>30.06284069582087</c:v>
              </c:pt>
              <c:pt idx="227">
                <c:v>31.31650044191007</c:v>
              </c:pt>
              <c:pt idx="228">
                <c:v>113.96689795163469</c:v>
              </c:pt>
              <c:pt idx="229">
                <c:v>110.77586190547417</c:v>
              </c:pt>
              <c:pt idx="230">
                <c:v>-40.09614040350296</c:v>
              </c:pt>
              <c:pt idx="231">
                <c:v>111.72000696066546</c:v>
              </c:pt>
              <c:pt idx="232">
                <c:v>100.52130095076733</c:v>
              </c:pt>
              <c:pt idx="233">
                <c:v>-0.9737739732265283</c:v>
              </c:pt>
              <c:pt idx="234">
                <c:v>126.52994965294089</c:v>
              </c:pt>
              <c:pt idx="235">
                <c:v>43.08476015533738</c:v>
              </c:pt>
              <c:pt idx="236">
                <c:v>-47.21567662723859</c:v>
              </c:pt>
              <c:pt idx="237">
                <c:v>110.03181131451977</c:v>
              </c:pt>
              <c:pt idx="238">
                <c:v>-7.176165654599865</c:v>
              </c:pt>
              <c:pt idx="239">
                <c:v>-32.19113879464794</c:v>
              </c:pt>
              <c:pt idx="240">
                <c:v>39.04243024162632</c:v>
              </c:pt>
              <c:pt idx="241">
                <c:v>-36.99160114158748</c:v>
              </c:pt>
              <c:pt idx="242">
                <c:v>-29.30232713848182</c:v>
              </c:pt>
              <c:pt idx="243">
                <c:v>109.13637003035379</c:v>
              </c:pt>
              <c:pt idx="244">
                <c:v>112.73922878373101</c:v>
              </c:pt>
              <c:pt idx="245">
                <c:v>-10.445701768636537</c:v>
              </c:pt>
              <c:pt idx="246">
                <c:v>125.55859690403601</c:v>
              </c:pt>
              <c:pt idx="247">
                <c:v>-2.0430085119828796</c:v>
              </c:pt>
              <c:pt idx="248">
                <c:v>21.21429409177163</c:v>
              </c:pt>
              <c:pt idx="249">
                <c:v>126.34165534046765</c:v>
              </c:pt>
            </c:numLit>
          </c:yVal>
        </c:ser>
        <c:ser>
          <c:idx val="2"/>
          <c:order val="2"/>
          <c:tx>
            <c:v>BS1 Train</c:v>
          </c:tx>
          <c:spPr>
            <a:solidFill xmlns:a="http://schemas.openxmlformats.org/drawingml/2006/main">
              <a:srgbClr val="ED8B2C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ED8B2C"/>
              </a:solidFill>
            </c:spPr>
          </c:marker>
          <c:dPt>
            <c:idx val="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1868"/>
              <c:pt idx="0">
                <c:v>138.52328591871117</c:v>
              </c:pt>
              <c:pt idx="1">
                <c:v>130.67942743733857</c:v>
              </c:pt>
              <c:pt idx="2">
                <c:v>204.73898964112865</c:v>
              </c:pt>
              <c:pt idx="3">
                <c:v>123.62236056817291</c:v>
              </c:pt>
              <c:pt idx="4">
                <c:v>117.49411700436309</c:v>
              </c:pt>
              <c:pt idx="5">
                <c:v>80.222958198339</c:v>
              </c:pt>
              <c:pt idx="6">
                <c:v>108.94365293229279</c:v>
              </c:pt>
              <c:pt idx="7">
                <c:v>133.10125983930237</c:v>
              </c:pt>
              <c:pt idx="8">
                <c:v>163.93397150864584</c:v>
              </c:pt>
              <c:pt idx="9">
                <c:v>87.99043532891476</c:v>
              </c:pt>
              <c:pt idx="10">
                <c:v>209.06730805037444</c:v>
              </c:pt>
              <c:pt idx="11">
                <c:v>187.65665426156826</c:v>
              </c:pt>
              <c:pt idx="12">
                <c:v>128.92567138547696</c:v>
              </c:pt>
              <c:pt idx="13">
                <c:v>73.82897704284369</c:v>
              </c:pt>
              <c:pt idx="14">
                <c:v>180.15755150085508</c:v>
              </c:pt>
              <c:pt idx="15">
                <c:v>70.09772421060964</c:v>
              </c:pt>
              <c:pt idx="16">
                <c:v>208.30137471217822</c:v>
              </c:pt>
              <c:pt idx="17">
                <c:v>152.15065989666834</c:v>
              </c:pt>
              <c:pt idx="18">
                <c:v>173.11917325076593</c:v>
              </c:pt>
              <c:pt idx="19">
                <c:v>210.172103541652</c:v>
              </c:pt>
              <c:pt idx="20">
                <c:v>181.77023651572227</c:v>
              </c:pt>
              <c:pt idx="21">
                <c:v>66.11669754189889</c:v>
              </c:pt>
              <c:pt idx="22">
                <c:v>160.2046796036093</c:v>
              </c:pt>
              <c:pt idx="23">
                <c:v>221.28857140959798</c:v>
              </c:pt>
              <c:pt idx="24">
                <c:v>206.8004191015604</c:v>
              </c:pt>
              <c:pt idx="25">
                <c:v>74.38872431061233</c:v>
              </c:pt>
              <c:pt idx="26">
                <c:v>170.0033930395825</c:v>
              </c:pt>
              <c:pt idx="27">
                <c:v>122.97668514621407</c:v>
              </c:pt>
              <c:pt idx="28">
                <c:v>139.33117998466048</c:v>
              </c:pt>
              <c:pt idx="29">
                <c:v>176.07447511188485</c:v>
              </c:pt>
              <c:pt idx="30">
                <c:v>96.99306992666448</c:v>
              </c:pt>
              <c:pt idx="31">
                <c:v>154.8179658591885</c:v>
              </c:pt>
              <c:pt idx="32">
                <c:v>183.16260611854983</c:v>
              </c:pt>
              <c:pt idx="33">
                <c:v>177.51531420362682</c:v>
              </c:pt>
              <c:pt idx="34">
                <c:v>118.37057109385233</c:v>
              </c:pt>
              <c:pt idx="35">
                <c:v>187.60671228992288</c:v>
              </c:pt>
              <c:pt idx="36">
                <c:v>72.35623819637793</c:v>
              </c:pt>
              <c:pt idx="37">
                <c:v>178.59337758494712</c:v>
              </c:pt>
              <c:pt idx="38">
                <c:v>153.2885328292565</c:v>
              </c:pt>
              <c:pt idx="39">
                <c:v>119.96722174447994</c:v>
              </c:pt>
              <c:pt idx="40">
                <c:v>140.40800335999052</c:v>
              </c:pt>
              <c:pt idx="41">
                <c:v>193.38769029480392</c:v>
              </c:pt>
              <c:pt idx="42">
                <c:v>85.31565136338614</c:v>
              </c:pt>
              <c:pt idx="43">
                <c:v>116.3938343561587</c:v>
              </c:pt>
              <c:pt idx="44">
                <c:v>204.38831633858683</c:v>
              </c:pt>
              <c:pt idx="45">
                <c:v>82.79491463728459</c:v>
              </c:pt>
              <c:pt idx="46">
                <c:v>173.99538646503757</c:v>
              </c:pt>
              <c:pt idx="47">
                <c:v>126.61978119390886</c:v>
              </c:pt>
              <c:pt idx="48">
                <c:v>145.4401034723952</c:v>
              </c:pt>
              <c:pt idx="49">
                <c:v>64.08629346857046</c:v>
              </c:pt>
              <c:pt idx="50">
                <c:v>211.18004023776746</c:v>
              </c:pt>
              <c:pt idx="51">
                <c:v>193.412333334658</c:v>
              </c:pt>
              <c:pt idx="52">
                <c:v>54.90504192979212</c:v>
              </c:pt>
              <c:pt idx="53">
                <c:v>88.88464847303965</c:v>
              </c:pt>
              <c:pt idx="54">
                <c:v>153.1427529666729</c:v>
              </c:pt>
              <c:pt idx="55">
                <c:v>184.67870665618787</c:v>
              </c:pt>
              <c:pt idx="56">
                <c:v>81.99138151715185</c:v>
              </c:pt>
              <c:pt idx="57">
                <c:v>197.32747774934884</c:v>
              </c:pt>
              <c:pt idx="58">
                <c:v>51.46409114424583</c:v>
              </c:pt>
              <c:pt idx="59">
                <c:v>171.03472809840625</c:v>
              </c:pt>
              <c:pt idx="60">
                <c:v>187.48532033213883</c:v>
              </c:pt>
              <c:pt idx="61">
                <c:v>70.3304164749301</c:v>
              </c:pt>
              <c:pt idx="62">
                <c:v>221.3145362704766</c:v>
              </c:pt>
              <c:pt idx="63">
                <c:v>142.3635481164822</c:v>
              </c:pt>
              <c:pt idx="64">
                <c:v>186.6318888790245</c:v>
              </c:pt>
              <c:pt idx="65">
                <c:v>103.93665160800346</c:v>
              </c:pt>
              <c:pt idx="66">
                <c:v>85.37267619566029</c:v>
              </c:pt>
              <c:pt idx="67">
                <c:v>198.02901167979934</c:v>
              </c:pt>
              <c:pt idx="68">
                <c:v>98.64524491642106</c:v>
              </c:pt>
              <c:pt idx="69">
                <c:v>76.517565775669</c:v>
              </c:pt>
              <c:pt idx="70">
                <c:v>192.51634227440988</c:v>
              </c:pt>
              <c:pt idx="71">
                <c:v>107.11549745272602</c:v>
              </c:pt>
              <c:pt idx="72">
                <c:v>97.84814483615217</c:v>
              </c:pt>
              <c:pt idx="73">
                <c:v>191.63218439050002</c:v>
              </c:pt>
              <c:pt idx="74">
                <c:v>200.7102208926666</c:v>
              </c:pt>
              <c:pt idx="75">
                <c:v>149.33738216651636</c:v>
              </c:pt>
              <c:pt idx="76">
                <c:v>206.47381185364827</c:v>
              </c:pt>
              <c:pt idx="77">
                <c:v>198.85640517901922</c:v>
              </c:pt>
              <c:pt idx="78">
                <c:v>145.73203416886233</c:v>
              </c:pt>
              <c:pt idx="79">
                <c:v>211.65859463858143</c:v>
              </c:pt>
              <c:pt idx="80">
                <c:v>148.06796119000563</c:v>
              </c:pt>
              <c:pt idx="81">
                <c:v>165.8076074423738</c:v>
              </c:pt>
              <c:pt idx="82">
                <c:v>198.6439382780606</c:v>
              </c:pt>
              <c:pt idx="83">
                <c:v>145.47956612369808</c:v>
              </c:pt>
              <c:pt idx="84">
                <c:v>177.47635850834425</c:v>
              </c:pt>
              <c:pt idx="85">
                <c:v>152.3244738035656</c:v>
              </c:pt>
              <c:pt idx="86">
                <c:v>111.96071591268748</c:v>
              </c:pt>
              <c:pt idx="87">
                <c:v>179.13393137728656</c:v>
              </c:pt>
              <c:pt idx="88">
                <c:v>136.8152097147415</c:v>
              </c:pt>
              <c:pt idx="89">
                <c:v>202.86902227212067</c:v>
              </c:pt>
              <c:pt idx="90">
                <c:v>170.98647437971047</c:v>
              </c:pt>
              <c:pt idx="91">
                <c:v>71.34007840599457</c:v>
              </c:pt>
              <c:pt idx="92">
                <c:v>198.16347984008982</c:v>
              </c:pt>
              <c:pt idx="93">
                <c:v>163.26523516769126</c:v>
              </c:pt>
              <c:pt idx="94">
                <c:v>140.92710283661353</c:v>
              </c:pt>
              <c:pt idx="95">
                <c:v>199.87832937725474</c:v>
              </c:pt>
              <c:pt idx="96">
                <c:v>73.37744820085449</c:v>
              </c:pt>
              <c:pt idx="97">
                <c:v>110.698413320972</c:v>
              </c:pt>
              <c:pt idx="98">
                <c:v>91.31273051701478</c:v>
              </c:pt>
              <c:pt idx="99">
                <c:v>135.22403867861993</c:v>
              </c:pt>
              <c:pt idx="100">
                <c:v>179.34896346978368</c:v>
              </c:pt>
              <c:pt idx="101">
                <c:v>189.95444161101918</c:v>
              </c:pt>
              <c:pt idx="102">
                <c:v>171.49545876197774</c:v>
              </c:pt>
              <c:pt idx="103">
                <c:v>176.0288348260499</c:v>
              </c:pt>
              <c:pt idx="104">
                <c:v>119.96505068900396</c:v>
              </c:pt>
              <c:pt idx="105">
                <c:v>148.58528799950483</c:v>
              </c:pt>
              <c:pt idx="106">
                <c:v>194.20558472952754</c:v>
              </c:pt>
              <c:pt idx="107">
                <c:v>145.76797033495848</c:v>
              </c:pt>
              <c:pt idx="108">
                <c:v>87.8357600997232</c:v>
              </c:pt>
              <c:pt idx="109">
                <c:v>123.1610960892031</c:v>
              </c:pt>
              <c:pt idx="110">
                <c:v>75.1488918452846</c:v>
              </c:pt>
              <c:pt idx="111">
                <c:v>194.56511237433025</c:v>
              </c:pt>
              <c:pt idx="112">
                <c:v>155.6012615408551</c:v>
              </c:pt>
              <c:pt idx="113">
                <c:v>200.9920463435896</c:v>
              </c:pt>
              <c:pt idx="114">
                <c:v>182.89725587539797</c:v>
              </c:pt>
              <c:pt idx="115">
                <c:v>177.3726037805295</c:v>
              </c:pt>
              <c:pt idx="116">
                <c:v>189.0635313571961</c:v>
              </c:pt>
              <c:pt idx="117">
                <c:v>185.6155378272816</c:v>
              </c:pt>
              <c:pt idx="118">
                <c:v>198.32093878819924</c:v>
              </c:pt>
              <c:pt idx="119">
                <c:v>222.48924432852849</c:v>
              </c:pt>
              <c:pt idx="120">
                <c:v>183.7171148767842</c:v>
              </c:pt>
              <c:pt idx="121">
                <c:v>224.71975849764584</c:v>
              </c:pt>
              <c:pt idx="122">
                <c:v>155.580917900858</c:v>
              </c:pt>
              <c:pt idx="123">
                <c:v>175.25758450436953</c:v>
              </c:pt>
              <c:pt idx="124">
                <c:v>75.12086247875877</c:v>
              </c:pt>
              <c:pt idx="125">
                <c:v>172.1224224253913</c:v>
              </c:pt>
              <c:pt idx="126">
                <c:v>191.72448576881283</c:v>
              </c:pt>
              <c:pt idx="127">
                <c:v>142.86592605179743</c:v>
              </c:pt>
              <c:pt idx="128">
                <c:v>83.31995981763897</c:v>
              </c:pt>
              <c:pt idx="129">
                <c:v>138.7126612440261</c:v>
              </c:pt>
              <c:pt idx="130">
                <c:v>178.84937346037415</c:v>
              </c:pt>
              <c:pt idx="131">
                <c:v>120.34172850618152</c:v>
              </c:pt>
              <c:pt idx="132">
                <c:v>153.68431669756546</c:v>
              </c:pt>
              <c:pt idx="133">
                <c:v>128.94128196755946</c:v>
              </c:pt>
              <c:pt idx="134">
                <c:v>174.40136985738596</c:v>
              </c:pt>
              <c:pt idx="135">
                <c:v>173.69010035761906</c:v>
              </c:pt>
              <c:pt idx="136">
                <c:v>164.07653175733194</c:v>
              </c:pt>
              <c:pt idx="137">
                <c:v>135.88790007558242</c:v>
              </c:pt>
              <c:pt idx="138">
                <c:v>150.80010502246898</c:v>
              </c:pt>
              <c:pt idx="139">
                <c:v>146.48063756595158</c:v>
              </c:pt>
              <c:pt idx="140">
                <c:v>121.89781672524019</c:v>
              </c:pt>
              <c:pt idx="141">
                <c:v>128.82458710181572</c:v>
              </c:pt>
              <c:pt idx="142">
                <c:v>183.61530370622233</c:v>
              </c:pt>
              <c:pt idx="143">
                <c:v>190.02664014841804</c:v>
              </c:pt>
              <c:pt idx="144">
                <c:v>113.60896980280717</c:v>
              </c:pt>
              <c:pt idx="145">
                <c:v>115.76812451062872</c:v>
              </c:pt>
              <c:pt idx="146">
                <c:v>158.3462711700144</c:v>
              </c:pt>
              <c:pt idx="147">
                <c:v>201.90485000244362</c:v>
              </c:pt>
              <c:pt idx="148">
                <c:v>195.2733004486336</c:v>
              </c:pt>
              <c:pt idx="149">
                <c:v>105.92314114680813</c:v>
              </c:pt>
              <c:pt idx="150">
                <c:v>111.84867048427172</c:v>
              </c:pt>
              <c:pt idx="151">
                <c:v>62.912821309330454</c:v>
              </c:pt>
              <c:pt idx="152">
                <c:v>139.36916895963697</c:v>
              </c:pt>
              <c:pt idx="153">
                <c:v>216.34023657896898</c:v>
              </c:pt>
              <c:pt idx="154">
                <c:v>117.04740082747895</c:v>
              </c:pt>
              <c:pt idx="155">
                <c:v>145.56249283679452</c:v>
              </c:pt>
              <c:pt idx="156">
                <c:v>125.98807613743475</c:v>
              </c:pt>
              <c:pt idx="157">
                <c:v>92.10922065520236</c:v>
              </c:pt>
              <c:pt idx="158">
                <c:v>164.48749889530163</c:v>
              </c:pt>
              <c:pt idx="159">
                <c:v>130.6869603389711</c:v>
              </c:pt>
              <c:pt idx="160">
                <c:v>139.2163602252234</c:v>
              </c:pt>
              <c:pt idx="161">
                <c:v>58.90801554954742</c:v>
              </c:pt>
              <c:pt idx="162">
                <c:v>130.92778724759</c:v>
              </c:pt>
              <c:pt idx="163">
                <c:v>209.4232199780509</c:v>
              </c:pt>
              <c:pt idx="164">
                <c:v>176.7571013061304</c:v>
              </c:pt>
              <c:pt idx="165">
                <c:v>68.66841663042902</c:v>
              </c:pt>
              <c:pt idx="166">
                <c:v>191.39992110107252</c:v>
              </c:pt>
              <c:pt idx="167">
                <c:v>221.2244142532874</c:v>
              </c:pt>
              <c:pt idx="168">
                <c:v>201.55776920267292</c:v>
              </c:pt>
              <c:pt idx="169">
                <c:v>136.4943641894837</c:v>
              </c:pt>
              <c:pt idx="170">
                <c:v>117.88367195500918</c:v>
              </c:pt>
              <c:pt idx="171">
                <c:v>190.97602608668572</c:v>
              </c:pt>
              <c:pt idx="172">
                <c:v>189.5960158059028</c:v>
              </c:pt>
              <c:pt idx="173">
                <c:v>143.87054268362436</c:v>
              </c:pt>
              <c:pt idx="174">
                <c:v>127.49815746615374</c:v>
              </c:pt>
              <c:pt idx="175">
                <c:v>183.77683409430153</c:v>
              </c:pt>
              <c:pt idx="176">
                <c:v>79.52503854236338</c:v>
              </c:pt>
              <c:pt idx="177">
                <c:v>196.86448987635143</c:v>
              </c:pt>
              <c:pt idx="178">
                <c:v>102.62433187434985</c:v>
              </c:pt>
              <c:pt idx="179">
                <c:v>203.9538954337174</c:v>
              </c:pt>
              <c:pt idx="180">
                <c:v>56.63654419835963</c:v>
              </c:pt>
              <c:pt idx="181">
                <c:v>71.69262672425387</c:v>
              </c:pt>
              <c:pt idx="182">
                <c:v>99.65000771377237</c:v>
              </c:pt>
              <c:pt idx="183">
                <c:v>149.31079824373577</c:v>
              </c:pt>
              <c:pt idx="184">
                <c:v>84.34094708549245</c:v>
              </c:pt>
              <c:pt idx="185">
                <c:v>153.07698682513217</c:v>
              </c:pt>
              <c:pt idx="186">
                <c:v>171.73028498949645</c:v>
              </c:pt>
              <c:pt idx="187">
                <c:v>215.58783272037323</c:v>
              </c:pt>
              <c:pt idx="188">
                <c:v>103.64672288016669</c:v>
              </c:pt>
              <c:pt idx="189">
                <c:v>172.90315537311935</c:v>
              </c:pt>
              <c:pt idx="190">
                <c:v>154.05412205570775</c:v>
              </c:pt>
              <c:pt idx="191">
                <c:v>76.84179002156432</c:v>
              </c:pt>
              <c:pt idx="192">
                <c:v>144.8996737210444</c:v>
              </c:pt>
              <c:pt idx="193">
                <c:v>189.7949225793022</c:v>
              </c:pt>
              <c:pt idx="194">
                <c:v>101.33873038539537</c:v>
              </c:pt>
              <c:pt idx="195">
                <c:v>222.6695492238915</c:v>
              </c:pt>
              <c:pt idx="196">
                <c:v>45.192598791399625</c:v>
              </c:pt>
              <c:pt idx="197">
                <c:v>122.35905960548759</c:v>
              </c:pt>
              <c:pt idx="198">
                <c:v>208.918521398737</c:v>
              </c:pt>
              <c:pt idx="199">
                <c:v>189.2124823125407</c:v>
              </c:pt>
              <c:pt idx="200">
                <c:v>130.76826748572694</c:v>
              </c:pt>
              <c:pt idx="201">
                <c:v>219.10570897187566</c:v>
              </c:pt>
              <c:pt idx="202">
                <c:v>218.14964524328082</c:v>
              </c:pt>
              <c:pt idx="203">
                <c:v>98.09176669110906</c:v>
              </c:pt>
              <c:pt idx="204">
                <c:v>46.13652879079982</c:v>
              </c:pt>
              <c:pt idx="205">
                <c:v>131.5168342336102</c:v>
              </c:pt>
              <c:pt idx="206">
                <c:v>123.18698051971502</c:v>
              </c:pt>
              <c:pt idx="207">
                <c:v>169.49034092038292</c:v>
              </c:pt>
              <c:pt idx="208">
                <c:v>146.39144043706335</c:v>
              </c:pt>
              <c:pt idx="209">
                <c:v>98.60727383786872</c:v>
              </c:pt>
              <c:pt idx="210">
                <c:v>157.1218535797392</c:v>
              </c:pt>
              <c:pt idx="211">
                <c:v>128.0703887076509</c:v>
              </c:pt>
              <c:pt idx="212">
                <c:v>76.9373595331105</c:v>
              </c:pt>
              <c:pt idx="213">
                <c:v>97.28671250427821</c:v>
              </c:pt>
              <c:pt idx="214">
                <c:v>127.51759464868766</c:v>
              </c:pt>
              <c:pt idx="215">
                <c:v>71.25144385129133</c:v>
              </c:pt>
              <c:pt idx="216">
                <c:v>216.12815614516447</c:v>
              </c:pt>
              <c:pt idx="217">
                <c:v>225.50257692356288</c:v>
              </c:pt>
              <c:pt idx="218">
                <c:v>177.88779730063683</c:v>
              </c:pt>
              <c:pt idx="219">
                <c:v>184.9803515289801</c:v>
              </c:pt>
              <c:pt idx="220">
                <c:v>174.60792149751984</c:v>
              </c:pt>
              <c:pt idx="221">
                <c:v>130.0333438231636</c:v>
              </c:pt>
              <c:pt idx="222">
                <c:v>185.69435219183057</c:v>
              </c:pt>
              <c:pt idx="223">
                <c:v>133.183283555704</c:v>
              </c:pt>
              <c:pt idx="224">
                <c:v>181.07870477044384</c:v>
              </c:pt>
              <c:pt idx="225">
                <c:v>173.24172622341874</c:v>
              </c:pt>
              <c:pt idx="226">
                <c:v>73.83324604943891</c:v>
              </c:pt>
              <c:pt idx="227">
                <c:v>135.66080989420394</c:v>
              </c:pt>
              <c:pt idx="228">
                <c:v>212.36551725874838</c:v>
              </c:pt>
              <c:pt idx="229">
                <c:v>208.64962431935695</c:v>
              </c:pt>
              <c:pt idx="230">
                <c:v>115.41778223917224</c:v>
              </c:pt>
              <c:pt idx="231">
                <c:v>57.4678301877523</c:v>
              </c:pt>
              <c:pt idx="232">
                <c:v>91.1095595221538</c:v>
              </c:pt>
              <c:pt idx="233">
                <c:v>155.03892029899106</c:v>
              </c:pt>
              <c:pt idx="234">
                <c:v>135.8300266688189</c:v>
              </c:pt>
              <c:pt idx="235">
                <c:v>180.08094386657461</c:v>
              </c:pt>
              <c:pt idx="236">
                <c:v>139.526993675585</c:v>
              </c:pt>
              <c:pt idx="237">
                <c:v>57.18034378408932</c:v>
              </c:pt>
              <c:pt idx="238">
                <c:v>132.62746869620744</c:v>
              </c:pt>
              <c:pt idx="239">
                <c:v>152.1466983334787</c:v>
              </c:pt>
              <c:pt idx="240">
                <c:v>183.29400343030838</c:v>
              </c:pt>
              <c:pt idx="241">
                <c:v>56.02917104259895</c:v>
              </c:pt>
              <c:pt idx="242">
                <c:v>170.8815870798297</c:v>
              </c:pt>
              <c:pt idx="243">
                <c:v>57.478054382757875</c:v>
              </c:pt>
              <c:pt idx="244">
                <c:v>199.75245324851758</c:v>
              </c:pt>
              <c:pt idx="245">
                <c:v>208.2724372996026</c:v>
              </c:pt>
              <c:pt idx="246">
                <c:v>144.01296509292212</c:v>
              </c:pt>
              <c:pt idx="247">
                <c:v>95.95450822246207</c:v>
              </c:pt>
              <c:pt idx="248">
                <c:v>62.10302740848849</c:v>
              </c:pt>
              <c:pt idx="249">
                <c:v>198.23098300019345</c:v>
              </c:pt>
              <c:pt idx="250">
                <c:v>189.98051626065072</c:v>
              </c:pt>
              <c:pt idx="251">
                <c:v>149.45050580724325</c:v>
              </c:pt>
              <c:pt idx="252">
                <c:v>67.48439324687664</c:v>
              </c:pt>
              <c:pt idx="253">
                <c:v>53.96376063331921</c:v>
              </c:pt>
              <c:pt idx="254">
                <c:v>209.04185364892194</c:v>
              </c:pt>
              <c:pt idx="255">
                <c:v>149.86819551188046</c:v>
              </c:pt>
              <c:pt idx="256">
                <c:v>69.7584937411145</c:v>
              </c:pt>
              <c:pt idx="257">
                <c:v>93.96781314185964</c:v>
              </c:pt>
              <c:pt idx="258">
                <c:v>160.04996932727605</c:v>
              </c:pt>
              <c:pt idx="259">
                <c:v>161.625936415072</c:v>
              </c:pt>
              <c:pt idx="260">
                <c:v>183.74746576039763</c:v>
              </c:pt>
              <c:pt idx="261">
                <c:v>180.2920994608614</c:v>
              </c:pt>
              <c:pt idx="262">
                <c:v>144.4410645035545</c:v>
              </c:pt>
              <c:pt idx="263">
                <c:v>144.33747966604875</c:v>
              </c:pt>
              <c:pt idx="264">
                <c:v>87.72545107263906</c:v>
              </c:pt>
              <c:pt idx="265">
                <c:v>192.59742562878148</c:v>
              </c:pt>
              <c:pt idx="266">
                <c:v>123.970350096691</c:v>
              </c:pt>
              <c:pt idx="267">
                <c:v>55.32894552070475</c:v>
              </c:pt>
              <c:pt idx="268">
                <c:v>202.08927075509794</c:v>
              </c:pt>
              <c:pt idx="269">
                <c:v>56.56218117679629</c:v>
              </c:pt>
              <c:pt idx="270">
                <c:v>200.36498846750902</c:v>
              </c:pt>
              <c:pt idx="271">
                <c:v>179.50652166684355</c:v>
              </c:pt>
              <c:pt idx="272">
                <c:v>119.94508198085403</c:v>
              </c:pt>
              <c:pt idx="273">
                <c:v>194.402303951895</c:v>
              </c:pt>
              <c:pt idx="274">
                <c:v>176.31610177609008</c:v>
              </c:pt>
              <c:pt idx="275">
                <c:v>136.9158966947703</c:v>
              </c:pt>
              <c:pt idx="276">
                <c:v>57.849222983632195</c:v>
              </c:pt>
              <c:pt idx="277">
                <c:v>185.19062598866773</c:v>
              </c:pt>
              <c:pt idx="278">
                <c:v>174.93488332818427</c:v>
              </c:pt>
              <c:pt idx="279">
                <c:v>68.1078086632483</c:v>
              </c:pt>
              <c:pt idx="280">
                <c:v>193.2024653216616</c:v>
              </c:pt>
              <c:pt idx="281">
                <c:v>59.0134416529194</c:v>
              </c:pt>
              <c:pt idx="282">
                <c:v>192.6642461142329</c:v>
              </c:pt>
              <c:pt idx="283">
                <c:v>130.8753581011336</c:v>
              </c:pt>
              <c:pt idx="284">
                <c:v>78.14882403191163</c:v>
              </c:pt>
              <c:pt idx="285">
                <c:v>195.543795435857</c:v>
              </c:pt>
              <c:pt idx="286">
                <c:v>71.1299569664726</c:v>
              </c:pt>
              <c:pt idx="287">
                <c:v>219.75960503350046</c:v>
              </c:pt>
              <c:pt idx="288">
                <c:v>78.70465225478227</c:v>
              </c:pt>
              <c:pt idx="289">
                <c:v>100.76438976902512</c:v>
              </c:pt>
              <c:pt idx="290">
                <c:v>207.77659136060478</c:v>
              </c:pt>
              <c:pt idx="291">
                <c:v>155.79267721734044</c:v>
              </c:pt>
              <c:pt idx="292">
                <c:v>78.70078920875886</c:v>
              </c:pt>
              <c:pt idx="293">
                <c:v>213.15791500134867</c:v>
              </c:pt>
              <c:pt idx="294">
                <c:v>112.81480296307981</c:v>
              </c:pt>
              <c:pt idx="295">
                <c:v>147.32825267324176</c:v>
              </c:pt>
              <c:pt idx="296">
                <c:v>201.4193813454472</c:v>
              </c:pt>
              <c:pt idx="297">
                <c:v>144.78243650669458</c:v>
              </c:pt>
              <c:pt idx="298">
                <c:v>152.13767935599546</c:v>
              </c:pt>
              <c:pt idx="299">
                <c:v>190.0107268063546</c:v>
              </c:pt>
              <c:pt idx="300">
                <c:v>160.81231012132034</c:v>
              </c:pt>
              <c:pt idx="301">
                <c:v>222.52919001483409</c:v>
              </c:pt>
              <c:pt idx="302">
                <c:v>181.48291243228982</c:v>
              </c:pt>
              <c:pt idx="303">
                <c:v>163.29775660054378</c:v>
              </c:pt>
              <c:pt idx="304">
                <c:v>196.56741607171753</c:v>
              </c:pt>
              <c:pt idx="305">
                <c:v>168.63055401688666</c:v>
              </c:pt>
              <c:pt idx="306">
                <c:v>112.98716766175484</c:v>
              </c:pt>
              <c:pt idx="307">
                <c:v>142.61601973854357</c:v>
              </c:pt>
              <c:pt idx="308">
                <c:v>140.41015825288656</c:v>
              </c:pt>
              <c:pt idx="309">
                <c:v>118.14249690877242</c:v>
              </c:pt>
              <c:pt idx="310">
                <c:v>167.27522171092193</c:v>
              </c:pt>
              <c:pt idx="311">
                <c:v>156.05797821417258</c:v>
              </c:pt>
              <c:pt idx="312">
                <c:v>172.13109577622578</c:v>
              </c:pt>
              <c:pt idx="313">
                <c:v>151.48377587588973</c:v>
              </c:pt>
              <c:pt idx="314">
                <c:v>129.1001181432189</c:v>
              </c:pt>
              <c:pt idx="315">
                <c:v>97.13638158677449</c:v>
              </c:pt>
              <c:pt idx="316">
                <c:v>59.88668901467638</c:v>
              </c:pt>
              <c:pt idx="317">
                <c:v>163.2811296205998</c:v>
              </c:pt>
              <c:pt idx="318">
                <c:v>66.34017533443652</c:v>
              </c:pt>
              <c:pt idx="319">
                <c:v>143.39489620430885</c:v>
              </c:pt>
              <c:pt idx="320">
                <c:v>82.39662862753252</c:v>
              </c:pt>
              <c:pt idx="321">
                <c:v>156.38787480635943</c:v>
              </c:pt>
              <c:pt idx="322">
                <c:v>133.19294473809526</c:v>
              </c:pt>
              <c:pt idx="323">
                <c:v>201.37024248096228</c:v>
              </c:pt>
              <c:pt idx="324">
                <c:v>130.11824702244854</c:v>
              </c:pt>
              <c:pt idx="325">
                <c:v>156.68932878566676</c:v>
              </c:pt>
              <c:pt idx="326">
                <c:v>65.38763556234728</c:v>
              </c:pt>
              <c:pt idx="327">
                <c:v>129.8046794187057</c:v>
              </c:pt>
              <c:pt idx="328">
                <c:v>186.8544663882864</c:v>
              </c:pt>
              <c:pt idx="329">
                <c:v>117.78246265659624</c:v>
              </c:pt>
              <c:pt idx="330">
                <c:v>145.20753075722712</c:v>
              </c:pt>
              <c:pt idx="331">
                <c:v>135.61612041492978</c:v>
              </c:pt>
              <c:pt idx="332">
                <c:v>154.5348173518188</c:v>
              </c:pt>
              <c:pt idx="333">
                <c:v>103.50505085808283</c:v>
              </c:pt>
              <c:pt idx="334">
                <c:v>178.05020496057793</c:v>
              </c:pt>
              <c:pt idx="335">
                <c:v>59.3499910169699</c:v>
              </c:pt>
              <c:pt idx="336">
                <c:v>186.97796193682677</c:v>
              </c:pt>
              <c:pt idx="337">
                <c:v>139.70117455555027</c:v>
              </c:pt>
              <c:pt idx="338">
                <c:v>185.94134610107457</c:v>
              </c:pt>
              <c:pt idx="339">
                <c:v>64.43916005099044</c:v>
              </c:pt>
              <c:pt idx="340">
                <c:v>89.41015200165374</c:v>
              </c:pt>
              <c:pt idx="341">
                <c:v>70.8142001212587</c:v>
              </c:pt>
              <c:pt idx="342">
                <c:v>197.76881325787633</c:v>
              </c:pt>
              <c:pt idx="343">
                <c:v>95.01235493246539</c:v>
              </c:pt>
              <c:pt idx="344">
                <c:v>62.72564697751653</c:v>
              </c:pt>
              <c:pt idx="345">
                <c:v>231.55014591931297</c:v>
              </c:pt>
              <c:pt idx="346">
                <c:v>173.2480435960277</c:v>
              </c:pt>
              <c:pt idx="347">
                <c:v>152.11267028823085</c:v>
              </c:pt>
              <c:pt idx="348">
                <c:v>234.97488124154196</c:v>
              </c:pt>
              <c:pt idx="349">
                <c:v>195.58648556694038</c:v>
              </c:pt>
              <c:pt idx="350">
                <c:v>84.85075183796226</c:v>
              </c:pt>
              <c:pt idx="351">
                <c:v>168.35504464950358</c:v>
              </c:pt>
              <c:pt idx="352">
                <c:v>209.44980960125957</c:v>
              </c:pt>
              <c:pt idx="353">
                <c:v>193.52983390311175</c:v>
              </c:pt>
              <c:pt idx="354">
                <c:v>129.91130194494494</c:v>
              </c:pt>
              <c:pt idx="355">
                <c:v>126.92462856885335</c:v>
              </c:pt>
              <c:pt idx="356">
                <c:v>61.378137933144984</c:v>
              </c:pt>
              <c:pt idx="357">
                <c:v>57.55449852449978</c:v>
              </c:pt>
              <c:pt idx="358">
                <c:v>163.46903329302677</c:v>
              </c:pt>
              <c:pt idx="359">
                <c:v>121.76145295071613</c:v>
              </c:pt>
              <c:pt idx="360">
                <c:v>156.02821338718599</c:v>
              </c:pt>
              <c:pt idx="361">
                <c:v>94.74957598795994</c:v>
              </c:pt>
              <c:pt idx="362">
                <c:v>88.41063876992186</c:v>
              </c:pt>
              <c:pt idx="363">
                <c:v>194.88794773505407</c:v>
              </c:pt>
              <c:pt idx="364">
                <c:v>102.78983946983696</c:v>
              </c:pt>
              <c:pt idx="365">
                <c:v>193.2686618966441</c:v>
              </c:pt>
              <c:pt idx="366">
                <c:v>141.17290820882403</c:v>
              </c:pt>
              <c:pt idx="367">
                <c:v>138.0480165689898</c:v>
              </c:pt>
              <c:pt idx="368">
                <c:v>92.67238643063723</c:v>
              </c:pt>
              <c:pt idx="369">
                <c:v>47.55666607880076</c:v>
              </c:pt>
              <c:pt idx="370">
                <c:v>151.7643906282981</c:v>
              </c:pt>
              <c:pt idx="371">
                <c:v>153.80339368914164</c:v>
              </c:pt>
              <c:pt idx="372">
                <c:v>85.44636785556575</c:v>
              </c:pt>
              <c:pt idx="373">
                <c:v>192.60289167170717</c:v>
              </c:pt>
              <c:pt idx="374">
                <c:v>157.13400010727725</c:v>
              </c:pt>
              <c:pt idx="375">
                <c:v>108.36689284442078</c:v>
              </c:pt>
              <c:pt idx="376">
                <c:v>122.29878515298608</c:v>
              </c:pt>
              <c:pt idx="377">
                <c:v>70.63894794272457</c:v>
              </c:pt>
              <c:pt idx="378">
                <c:v>137.38007293663975</c:v>
              </c:pt>
              <c:pt idx="379">
                <c:v>158.74634962606854</c:v>
              </c:pt>
              <c:pt idx="380">
                <c:v>127.62493613910067</c:v>
              </c:pt>
              <c:pt idx="381">
                <c:v>184.36699237951404</c:v>
              </c:pt>
              <c:pt idx="382">
                <c:v>145.62288017754565</c:v>
              </c:pt>
              <c:pt idx="383">
                <c:v>186.0122877637865</c:v>
              </c:pt>
              <c:pt idx="384">
                <c:v>165.15442585403994</c:v>
              </c:pt>
              <c:pt idx="385">
                <c:v>125.58220684425007</c:v>
              </c:pt>
              <c:pt idx="386">
                <c:v>193.6036234223997</c:v>
              </c:pt>
              <c:pt idx="387">
                <c:v>156.9616570942144</c:v>
              </c:pt>
              <c:pt idx="388">
                <c:v>171.89137102287344</c:v>
              </c:pt>
              <c:pt idx="389">
                <c:v>170.24165842412012</c:v>
              </c:pt>
              <c:pt idx="390">
                <c:v>94.66986088255564</c:v>
              </c:pt>
              <c:pt idx="391">
                <c:v>212.75060801566445</c:v>
              </c:pt>
              <c:pt idx="392">
                <c:v>217.45499776288693</c:v>
              </c:pt>
              <c:pt idx="393">
                <c:v>208.04621091489935</c:v>
              </c:pt>
              <c:pt idx="394">
                <c:v>103.16789177442679</c:v>
              </c:pt>
              <c:pt idx="395">
                <c:v>122.02685702022474</c:v>
              </c:pt>
              <c:pt idx="396">
                <c:v>165.85606770224004</c:v>
              </c:pt>
              <c:pt idx="397">
                <c:v>210.75095004066117</c:v>
              </c:pt>
              <c:pt idx="398">
                <c:v>166.83655193872133</c:v>
              </c:pt>
              <c:pt idx="399">
                <c:v>204.32023647962134</c:v>
              </c:pt>
              <c:pt idx="400">
                <c:v>194.32080092848753</c:v>
              </c:pt>
              <c:pt idx="401">
                <c:v>131.74181767522194</c:v>
              </c:pt>
              <c:pt idx="402">
                <c:v>222.01057053903915</c:v>
              </c:pt>
              <c:pt idx="403">
                <c:v>149.8484345724185</c:v>
              </c:pt>
              <c:pt idx="404">
                <c:v>151.07227495352933</c:v>
              </c:pt>
              <c:pt idx="405">
                <c:v>124.14517141016505</c:v>
              </c:pt>
              <c:pt idx="406">
                <c:v>63.34048422835921</c:v>
              </c:pt>
              <c:pt idx="407">
                <c:v>198.62290650053956</c:v>
              </c:pt>
              <c:pt idx="408">
                <c:v>100.25599476134455</c:v>
              </c:pt>
              <c:pt idx="409">
                <c:v>149.7407863163475</c:v>
              </c:pt>
              <c:pt idx="410">
                <c:v>123.92153117185207</c:v>
              </c:pt>
              <c:pt idx="411">
                <c:v>110.04715610394176</c:v>
              </c:pt>
              <c:pt idx="412">
                <c:v>149.59219751464752</c:v>
              </c:pt>
              <c:pt idx="413">
                <c:v>186.95375159104202</c:v>
              </c:pt>
              <c:pt idx="414">
                <c:v>139.7335752934805</c:v>
              </c:pt>
              <c:pt idx="415">
                <c:v>53.210744004936366</c:v>
              </c:pt>
              <c:pt idx="416">
                <c:v>161.25182771621814</c:v>
              </c:pt>
              <c:pt idx="417">
                <c:v>134.98997210900686</c:v>
              </c:pt>
              <c:pt idx="418">
                <c:v>97.24519448457295</c:v>
              </c:pt>
              <c:pt idx="419">
                <c:v>171.315581592879</c:v>
              </c:pt>
              <c:pt idx="420">
                <c:v>123.28729710897369</c:v>
              </c:pt>
              <c:pt idx="421">
                <c:v>171.14075771186012</c:v>
              </c:pt>
              <c:pt idx="422">
                <c:v>143.67839672259305</c:v>
              </c:pt>
              <c:pt idx="423">
                <c:v>80.00965591645118</c:v>
              </c:pt>
              <c:pt idx="424">
                <c:v>117.87827655203927</c:v>
              </c:pt>
              <c:pt idx="425">
                <c:v>121.9189582014739</c:v>
              </c:pt>
              <c:pt idx="426">
                <c:v>152.70897600466733</c:v>
              </c:pt>
              <c:pt idx="427">
                <c:v>64.00962364639969</c:v>
              </c:pt>
              <c:pt idx="428">
                <c:v>122.93650249235507</c:v>
              </c:pt>
              <c:pt idx="429">
                <c:v>98.90332490052634</c:v>
              </c:pt>
              <c:pt idx="430">
                <c:v>170.0324242310227</c:v>
              </c:pt>
              <c:pt idx="431">
                <c:v>198.13427559706912</c:v>
              </c:pt>
              <c:pt idx="432">
                <c:v>138.53413372102645</c:v>
              </c:pt>
              <c:pt idx="433">
                <c:v>83.0158199380229</c:v>
              </c:pt>
              <c:pt idx="434">
                <c:v>108.70688561165052</c:v>
              </c:pt>
              <c:pt idx="435">
                <c:v>142.37688991453578</c:v>
              </c:pt>
              <c:pt idx="436">
                <c:v>138.25364362531718</c:v>
              </c:pt>
              <c:pt idx="437">
                <c:v>97.47246288573007</c:v>
              </c:pt>
              <c:pt idx="438">
                <c:v>62.06044160055392</c:v>
              </c:pt>
              <c:pt idx="439">
                <c:v>83.97288499297869</c:v>
              </c:pt>
              <c:pt idx="440">
                <c:v>128.38398478745867</c:v>
              </c:pt>
              <c:pt idx="441">
                <c:v>198.92408150330704</c:v>
              </c:pt>
              <c:pt idx="442">
                <c:v>196.126404610749</c:v>
              </c:pt>
              <c:pt idx="443">
                <c:v>123.29451513525736</c:v>
              </c:pt>
              <c:pt idx="444">
                <c:v>117.29760125184366</c:v>
              </c:pt>
              <c:pt idx="445">
                <c:v>107.03201548955789</c:v>
              </c:pt>
              <c:pt idx="446">
                <c:v>191.57961994946947</c:v>
              </c:pt>
              <c:pt idx="447">
                <c:v>84.41362347627518</c:v>
              </c:pt>
              <c:pt idx="448">
                <c:v>110.28511132949525</c:v>
              </c:pt>
              <c:pt idx="449">
                <c:v>83.69693937383542</c:v>
              </c:pt>
              <c:pt idx="450">
                <c:v>182.22561455801724</c:v>
              </c:pt>
              <c:pt idx="451">
                <c:v>155.82999445024433</c:v>
              </c:pt>
              <c:pt idx="452">
                <c:v>93.67433876827222</c:v>
              </c:pt>
              <c:pt idx="453">
                <c:v>88.3241174328783</c:v>
              </c:pt>
              <c:pt idx="454">
                <c:v>49.07821572353456</c:v>
              </c:pt>
              <c:pt idx="455">
                <c:v>216.54112913364966</c:v>
              </c:pt>
              <c:pt idx="456">
                <c:v>182.36970163680238</c:v>
              </c:pt>
              <c:pt idx="457">
                <c:v>132.31836707819738</c:v>
              </c:pt>
              <c:pt idx="458">
                <c:v>160.5932823802598</c:v>
              </c:pt>
              <c:pt idx="459">
                <c:v>194.17018603263358</c:v>
              </c:pt>
              <c:pt idx="460">
                <c:v>151.33544157224625</c:v>
              </c:pt>
              <c:pt idx="461">
                <c:v>135.6936577170351</c:v>
              </c:pt>
              <c:pt idx="462">
                <c:v>112.31453845817403</c:v>
              </c:pt>
              <c:pt idx="463">
                <c:v>147.12298101394583</c:v>
              </c:pt>
              <c:pt idx="464">
                <c:v>146.84327178116013</c:v>
              </c:pt>
              <c:pt idx="465">
                <c:v>118.74008951427554</c:v>
              </c:pt>
              <c:pt idx="466">
                <c:v>58.838205095927634</c:v>
              </c:pt>
              <c:pt idx="467">
                <c:v>151.49146530594777</c:v>
              </c:pt>
              <c:pt idx="468">
                <c:v>99.26477243797788</c:v>
              </c:pt>
              <c:pt idx="469">
                <c:v>186.19357889586794</c:v>
              </c:pt>
              <c:pt idx="470">
                <c:v>88.22489480538161</c:v>
              </c:pt>
              <c:pt idx="471">
                <c:v>65.17656055475445</c:v>
              </c:pt>
              <c:pt idx="472">
                <c:v>153.71459891863412</c:v>
              </c:pt>
              <c:pt idx="473">
                <c:v>209.48691691388822</c:v>
              </c:pt>
              <c:pt idx="474">
                <c:v>149.0358046946242</c:v>
              </c:pt>
              <c:pt idx="475">
                <c:v>82.12085276055731</c:v>
              </c:pt>
              <c:pt idx="476">
                <c:v>111.92908591783203</c:v>
              </c:pt>
              <c:pt idx="477">
                <c:v>191.62826037039792</c:v>
              </c:pt>
              <c:pt idx="478">
                <c:v>165.33606594438936</c:v>
              </c:pt>
              <c:pt idx="479">
                <c:v>121.10658670372052</c:v>
              </c:pt>
              <c:pt idx="480">
                <c:v>139.90064717346877</c:v>
              </c:pt>
              <c:pt idx="481">
                <c:v>184.75944781859664</c:v>
              </c:pt>
              <c:pt idx="482">
                <c:v>99.89516643727877</c:v>
              </c:pt>
              <c:pt idx="483">
                <c:v>215.31291781558082</c:v>
              </c:pt>
              <c:pt idx="484">
                <c:v>151.8357409150135</c:v>
              </c:pt>
              <c:pt idx="485">
                <c:v>218.91862379968526</c:v>
              </c:pt>
              <c:pt idx="486">
                <c:v>133.22820689551088</c:v>
              </c:pt>
              <c:pt idx="487">
                <c:v>121.76247050156947</c:v>
              </c:pt>
              <c:pt idx="488">
                <c:v>203.5677950794349</c:v>
              </c:pt>
              <c:pt idx="489">
                <c:v>206.07546369943464</c:v>
              </c:pt>
              <c:pt idx="490">
                <c:v>148.44289080411096</c:v>
              </c:pt>
              <c:pt idx="491">
                <c:v>54.408246092438596</c:v>
              </c:pt>
              <c:pt idx="492">
                <c:v>172.857564138924</c:v>
              </c:pt>
              <c:pt idx="493">
                <c:v>100.86155902217669</c:v>
              </c:pt>
              <c:pt idx="494">
                <c:v>141.87624942492283</c:v>
              </c:pt>
              <c:pt idx="495">
                <c:v>199.18282162819906</c:v>
              </c:pt>
              <c:pt idx="496">
                <c:v>128.23492213528095</c:v>
              </c:pt>
              <c:pt idx="497">
                <c:v>164.14363304379947</c:v>
              </c:pt>
              <c:pt idx="498">
                <c:v>176.14270498857772</c:v>
              </c:pt>
              <c:pt idx="499">
                <c:v>108.98056091511981</c:v>
              </c:pt>
              <c:pt idx="500">
                <c:v>146.02616462370048</c:v>
              </c:pt>
              <c:pt idx="501">
                <c:v>81.3050292110864</c:v>
              </c:pt>
              <c:pt idx="502">
                <c:v>190.85691111551097</c:v>
              </c:pt>
              <c:pt idx="503">
                <c:v>100.0141996439724</c:v>
              </c:pt>
              <c:pt idx="504">
                <c:v>130.1800307339077</c:v>
              </c:pt>
              <c:pt idx="505">
                <c:v>232.03586705413332</c:v>
              </c:pt>
              <c:pt idx="506">
                <c:v>69.12335293216992</c:v>
              </c:pt>
              <c:pt idx="507">
                <c:v>103.31650207426217</c:v>
              </c:pt>
              <c:pt idx="508">
                <c:v>93.74466162681762</c:v>
              </c:pt>
              <c:pt idx="509">
                <c:v>160.5143472520789</c:v>
              </c:pt>
              <c:pt idx="510">
                <c:v>185.49347690103255</c:v>
              </c:pt>
              <c:pt idx="511">
                <c:v>117.73747247167513</c:v>
              </c:pt>
              <c:pt idx="512">
                <c:v>133.1253170917023</c:v>
              </c:pt>
              <c:pt idx="513">
                <c:v>94.11294260016413</c:v>
              </c:pt>
              <c:pt idx="514">
                <c:v>135.42183965309385</c:v>
              </c:pt>
              <c:pt idx="515">
                <c:v>198.01525476291565</c:v>
              </c:pt>
              <c:pt idx="516">
                <c:v>98.64174127515884</c:v>
              </c:pt>
              <c:pt idx="517">
                <c:v>106.13406810034917</c:v>
              </c:pt>
              <c:pt idx="518">
                <c:v>141.81565066688324</c:v>
              </c:pt>
              <c:pt idx="519">
                <c:v>168.09800866199032</c:v>
              </c:pt>
              <c:pt idx="520">
                <c:v>179.10127103929483</c:v>
              </c:pt>
              <c:pt idx="521">
                <c:v>225.7288394120947</c:v>
              </c:pt>
              <c:pt idx="522">
                <c:v>70.57044583547321</c:v>
              </c:pt>
              <c:pt idx="523">
                <c:v>73.28780249948639</c:v>
              </c:pt>
              <c:pt idx="524">
                <c:v>170.85015002542832</c:v>
              </c:pt>
              <c:pt idx="525">
                <c:v>64.82672741701484</c:v>
              </c:pt>
              <c:pt idx="526">
                <c:v>172.565399749074</c:v>
              </c:pt>
              <c:pt idx="527">
                <c:v>72.46469510433069</c:v>
              </c:pt>
              <c:pt idx="528">
                <c:v>131.32279931072134</c:v>
              </c:pt>
              <c:pt idx="529">
                <c:v>91.19379152365781</c:v>
              </c:pt>
              <c:pt idx="530">
                <c:v>194.90037219429774</c:v>
              </c:pt>
              <c:pt idx="531">
                <c:v>67.68675724411605</c:v>
              </c:pt>
              <c:pt idx="532">
                <c:v>137.80006033172359</c:v>
              </c:pt>
              <c:pt idx="533">
                <c:v>59.5644286732982</c:v>
              </c:pt>
              <c:pt idx="534">
                <c:v>167.6115213474272</c:v>
              </c:pt>
              <c:pt idx="535">
                <c:v>189.60370918735092</c:v>
              </c:pt>
              <c:pt idx="536">
                <c:v>149.11186661806084</c:v>
              </c:pt>
              <c:pt idx="537">
                <c:v>205.89473190076117</c:v>
              </c:pt>
              <c:pt idx="538">
                <c:v>89.82423984441196</c:v>
              </c:pt>
              <c:pt idx="539">
                <c:v>225.3465844342727</c:v>
              </c:pt>
              <c:pt idx="540">
                <c:v>146.00736297237353</c:v>
              </c:pt>
              <c:pt idx="541">
                <c:v>164.2641772792899</c:v>
              </c:pt>
              <c:pt idx="542">
                <c:v>79.83625646958993</c:v>
              </c:pt>
              <c:pt idx="543">
                <c:v>136.90846395444643</c:v>
              </c:pt>
              <c:pt idx="544">
                <c:v>150.71198459896303</c:v>
              </c:pt>
              <c:pt idx="545">
                <c:v>206.2585380900779</c:v>
              </c:pt>
              <c:pt idx="546">
                <c:v>158.24895422569142</c:v>
              </c:pt>
              <c:pt idx="547">
                <c:v>66.20867026418512</c:v>
              </c:pt>
              <c:pt idx="548">
                <c:v>156.14187054251897</c:v>
              </c:pt>
              <c:pt idx="549">
                <c:v>146.7091668994388</c:v>
              </c:pt>
              <c:pt idx="550">
                <c:v>82.36979778446198</c:v>
              </c:pt>
              <c:pt idx="551">
                <c:v>233.0946446104146</c:v>
              </c:pt>
              <c:pt idx="552">
                <c:v>202.23455558987646</c:v>
              </c:pt>
              <c:pt idx="553">
                <c:v>99.69879554189161</c:v>
              </c:pt>
              <c:pt idx="554">
                <c:v>97.15645363385502</c:v>
              </c:pt>
              <c:pt idx="555">
                <c:v>87.11955321795708</c:v>
              </c:pt>
              <c:pt idx="556">
                <c:v>96.50528851080135</c:v>
              </c:pt>
              <c:pt idx="557">
                <c:v>179.85964579559797</c:v>
              </c:pt>
              <c:pt idx="558">
                <c:v>155.9775718986858</c:v>
              </c:pt>
              <c:pt idx="559">
                <c:v>126.59610703373198</c:v>
              </c:pt>
              <c:pt idx="560">
                <c:v>123.06671123014213</c:v>
              </c:pt>
              <c:pt idx="561">
                <c:v>133.10866843565967</c:v>
              </c:pt>
              <c:pt idx="562">
                <c:v>168.85308976310543</c:v>
              </c:pt>
              <c:pt idx="563">
                <c:v>192.72169822360271</c:v>
              </c:pt>
              <c:pt idx="564">
                <c:v>172.52104816748445</c:v>
              </c:pt>
              <c:pt idx="565">
                <c:v>125.89134212307818</c:v>
              </c:pt>
              <c:pt idx="566">
                <c:v>70.18041933895299</c:v>
              </c:pt>
              <c:pt idx="567">
                <c:v>174.04628122077364</c:v>
              </c:pt>
              <c:pt idx="568">
                <c:v>108.41805784224049</c:v>
              </c:pt>
              <c:pt idx="569">
                <c:v>220.5144808928288</c:v>
              </c:pt>
              <c:pt idx="570">
                <c:v>130.70317094671074</c:v>
              </c:pt>
              <c:pt idx="571">
                <c:v>202.5081033970968</c:v>
              </c:pt>
              <c:pt idx="572">
                <c:v>58.563867659811976</c:v>
              </c:pt>
              <c:pt idx="573">
                <c:v>201.78769089780636</c:v>
              </c:pt>
              <c:pt idx="574">
                <c:v>127.02596127406477</c:v>
              </c:pt>
              <c:pt idx="575">
                <c:v>86.69909928939785</c:v>
              </c:pt>
              <c:pt idx="576">
                <c:v>191.73492245302816</c:v>
              </c:pt>
              <c:pt idx="577">
                <c:v>135.50409761092652</c:v>
              </c:pt>
              <c:pt idx="578">
                <c:v>127.36640154015822</c:v>
              </c:pt>
              <c:pt idx="579">
                <c:v>125.5764503011424</c:v>
              </c:pt>
              <c:pt idx="580">
                <c:v>144.50082371146715</c:v>
              </c:pt>
              <c:pt idx="581">
                <c:v>165.53738433587665</c:v>
              </c:pt>
              <c:pt idx="582">
                <c:v>62.796603151887325</c:v>
              </c:pt>
              <c:pt idx="583">
                <c:v>166.9399298913047</c:v>
              </c:pt>
              <c:pt idx="584">
                <c:v>94.71463539015124</c:v>
              </c:pt>
              <c:pt idx="585">
                <c:v>151.67886612167894</c:v>
              </c:pt>
              <c:pt idx="586">
                <c:v>99.33755841782101</c:v>
              </c:pt>
              <c:pt idx="587">
                <c:v>137.69593329065378</c:v>
              </c:pt>
              <c:pt idx="588">
                <c:v>139.51265219700002</c:v>
              </c:pt>
              <c:pt idx="589">
                <c:v>124.9846283765756</c:v>
              </c:pt>
              <c:pt idx="590">
                <c:v>67.62674401334505</c:v>
              </c:pt>
              <c:pt idx="591">
                <c:v>221.2576990925712</c:v>
              </c:pt>
              <c:pt idx="592">
                <c:v>194.5234882149778</c:v>
              </c:pt>
              <c:pt idx="593">
                <c:v>138.42920725962196</c:v>
              </c:pt>
              <c:pt idx="594">
                <c:v>159.27745627740126</c:v>
              </c:pt>
              <c:pt idx="595">
                <c:v>57.88519316126513</c:v>
              </c:pt>
              <c:pt idx="596">
                <c:v>134.55037985755015</c:v>
              </c:pt>
              <c:pt idx="597">
                <c:v>133.40788675372278</c:v>
              </c:pt>
              <c:pt idx="598">
                <c:v>137.1351861664288</c:v>
              </c:pt>
              <c:pt idx="599">
                <c:v>161.48905547847482</c:v>
              </c:pt>
              <c:pt idx="600">
                <c:v>111.74396476115291</c:v>
              </c:pt>
              <c:pt idx="601">
                <c:v>203.06543483927805</c:v>
              </c:pt>
              <c:pt idx="602">
                <c:v>180.5057664826846</c:v>
              </c:pt>
              <c:pt idx="603">
                <c:v>133.651165391632</c:v>
              </c:pt>
              <c:pt idx="604">
                <c:v>191.46236810382607</c:v>
              </c:pt>
              <c:pt idx="605">
                <c:v>96.15427114602768</c:v>
              </c:pt>
              <c:pt idx="606">
                <c:v>88.683209719767</c:v>
              </c:pt>
              <c:pt idx="607">
                <c:v>151.52196952940037</c:v>
              </c:pt>
              <c:pt idx="608">
                <c:v>142.7900738964066</c:v>
              </c:pt>
              <c:pt idx="609">
                <c:v>159.09263289186845</c:v>
              </c:pt>
              <c:pt idx="610">
                <c:v>187.47900194802529</c:v>
              </c:pt>
              <c:pt idx="611">
                <c:v>57.75169391548422</c:v>
              </c:pt>
              <c:pt idx="612">
                <c:v>184.59323332947935</c:v>
              </c:pt>
              <c:pt idx="613">
                <c:v>177.6340716323802</c:v>
              </c:pt>
              <c:pt idx="614">
                <c:v>111.3672406417987</c:v>
              </c:pt>
              <c:pt idx="615">
                <c:v>131.28842595243037</c:v>
              </c:pt>
              <c:pt idx="616">
                <c:v>207.8588823690038</c:v>
              </c:pt>
              <c:pt idx="617">
                <c:v>177.09488953027466</c:v>
              </c:pt>
              <c:pt idx="618">
                <c:v>186.66145943500337</c:v>
              </c:pt>
              <c:pt idx="619">
                <c:v>106.85034649498978</c:v>
              </c:pt>
              <c:pt idx="620">
                <c:v>156.3257153729418</c:v>
              </c:pt>
              <c:pt idx="621">
                <c:v>85.68814089582278</c:v>
              </c:pt>
              <c:pt idx="622">
                <c:v>175.6377366003196</c:v>
              </c:pt>
              <c:pt idx="623">
                <c:v>196.04879226903088</c:v>
              </c:pt>
              <c:pt idx="624">
                <c:v>108.08156363177785</c:v>
              </c:pt>
              <c:pt idx="625">
                <c:v>123.32240640114681</c:v>
              </c:pt>
              <c:pt idx="626">
                <c:v>159.12261863527561</c:v>
              </c:pt>
              <c:pt idx="627">
                <c:v>112.78833604921203</c:v>
              </c:pt>
              <c:pt idx="628">
                <c:v>116.98304538005013</c:v>
              </c:pt>
              <c:pt idx="629">
                <c:v>77.60691588434285</c:v>
              </c:pt>
              <c:pt idx="630">
                <c:v>145.76946459329938</c:v>
              </c:pt>
              <c:pt idx="631">
                <c:v>154.76863476487065</c:v>
              </c:pt>
              <c:pt idx="632">
                <c:v>111.1711667872834</c:v>
              </c:pt>
              <c:pt idx="633">
                <c:v>87.11320692533938</c:v>
              </c:pt>
              <c:pt idx="634">
                <c:v>75.54177943953775</c:v>
              </c:pt>
              <c:pt idx="635">
                <c:v>202.2254061865913</c:v>
              </c:pt>
              <c:pt idx="636">
                <c:v>154.84493823832582</c:v>
              </c:pt>
              <c:pt idx="637">
                <c:v>146.90472621369076</c:v>
              </c:pt>
              <c:pt idx="638">
                <c:v>85.00190069033974</c:v>
              </c:pt>
              <c:pt idx="639">
                <c:v>96.07937023512366</c:v>
              </c:pt>
              <c:pt idx="640">
                <c:v>172.89187989221946</c:v>
              </c:pt>
              <c:pt idx="641">
                <c:v>117.99921867483484</c:v>
              </c:pt>
              <c:pt idx="642">
                <c:v>85.37809868034881</c:v>
              </c:pt>
              <c:pt idx="643">
                <c:v>166.0452557271758</c:v>
              </c:pt>
              <c:pt idx="644">
                <c:v>140.11551414276005</c:v>
              </c:pt>
              <c:pt idx="645">
                <c:v>163.80103979269424</c:v>
              </c:pt>
              <c:pt idx="646">
                <c:v>221.55466082225118</c:v>
              </c:pt>
              <c:pt idx="647">
                <c:v>131.31240237239814</c:v>
              </c:pt>
              <c:pt idx="648">
                <c:v>130.9313913389483</c:v>
              </c:pt>
              <c:pt idx="649">
                <c:v>105.39874755635547</c:v>
              </c:pt>
              <c:pt idx="650">
                <c:v>192.70284239684818</c:v>
              </c:pt>
              <c:pt idx="651">
                <c:v>113.41566194508097</c:v>
              </c:pt>
              <c:pt idx="652">
                <c:v>181.41548723874857</c:v>
              </c:pt>
              <c:pt idx="653">
                <c:v>183.97472660339815</c:v>
              </c:pt>
              <c:pt idx="654">
                <c:v>136.11990680711668</c:v>
              </c:pt>
              <c:pt idx="655">
                <c:v>195.9312164209881</c:v>
              </c:pt>
              <c:pt idx="656">
                <c:v>94.84589805116411</c:v>
              </c:pt>
              <c:pt idx="657">
                <c:v>176.91633952432517</c:v>
              </c:pt>
              <c:pt idx="658">
                <c:v>115.9628317990921</c:v>
              </c:pt>
              <c:pt idx="659">
                <c:v>144.75515591874853</c:v>
              </c:pt>
              <c:pt idx="660">
                <c:v>80.80987762558914</c:v>
              </c:pt>
              <c:pt idx="661">
                <c:v>165.27374279609998</c:v>
              </c:pt>
              <c:pt idx="662">
                <c:v>180.12442340875361</c:v>
              </c:pt>
              <c:pt idx="663">
                <c:v>116.69377994832003</c:v>
              </c:pt>
              <c:pt idx="664">
                <c:v>82.57255751645326</c:v>
              </c:pt>
              <c:pt idx="665">
                <c:v>144.31779128847847</c:v>
              </c:pt>
              <c:pt idx="666">
                <c:v>118.40040168677363</c:v>
              </c:pt>
              <c:pt idx="667">
                <c:v>98.71142575076912</c:v>
              </c:pt>
              <c:pt idx="668">
                <c:v>167.86581766566866</c:v>
              </c:pt>
              <c:pt idx="669">
                <c:v>148.62428725601998</c:v>
              </c:pt>
              <c:pt idx="670">
                <c:v>82.01818467127644</c:v>
              </c:pt>
              <c:pt idx="671">
                <c:v>199.66342499819973</c:v>
              </c:pt>
              <c:pt idx="672">
                <c:v>163.54555214449587</c:v>
              </c:pt>
              <c:pt idx="673">
                <c:v>205.66514263166755</c:v>
              </c:pt>
              <c:pt idx="674">
                <c:v>93.66066686016369</c:v>
              </c:pt>
              <c:pt idx="675">
                <c:v>99.04975752069129</c:v>
              </c:pt>
              <c:pt idx="676">
                <c:v>219.90922738693678</c:v>
              </c:pt>
              <c:pt idx="677">
                <c:v>126.60926198189323</c:v>
              </c:pt>
              <c:pt idx="678">
                <c:v>231.7217211397832</c:v>
              </c:pt>
              <c:pt idx="679">
                <c:v>61.5092123592017</c:v>
              </c:pt>
              <c:pt idx="680">
                <c:v>94.24277787747528</c:v>
              </c:pt>
              <c:pt idx="681">
                <c:v>202.10469066931375</c:v>
              </c:pt>
              <c:pt idx="682">
                <c:v>172.01207128304762</c:v>
              </c:pt>
              <c:pt idx="683">
                <c:v>95.13224909900751</c:v>
              </c:pt>
              <c:pt idx="684">
                <c:v>101.15944646191103</c:v>
              </c:pt>
              <c:pt idx="685">
                <c:v>163.23628964285493</c:v>
              </c:pt>
              <c:pt idx="686">
                <c:v>126.23189469263093</c:v>
              </c:pt>
              <c:pt idx="687">
                <c:v>183.92085111623862</c:v>
              </c:pt>
              <c:pt idx="688">
                <c:v>124.633986989562</c:v>
              </c:pt>
              <c:pt idx="689">
                <c:v>80.30758493088166</c:v>
              </c:pt>
              <c:pt idx="690">
                <c:v>126.67841467066793</c:v>
              </c:pt>
              <c:pt idx="691">
                <c:v>217.96177791606434</c:v>
              </c:pt>
              <c:pt idx="692">
                <c:v>94.97298670231852</c:v>
              </c:pt>
              <c:pt idx="693">
                <c:v>104.89276841251885</c:v>
              </c:pt>
              <c:pt idx="694">
                <c:v>84.98688351789013</c:v>
              </c:pt>
              <c:pt idx="695">
                <c:v>216.5262258100384</c:v>
              </c:pt>
              <c:pt idx="696">
                <c:v>78.80836549870894</c:v>
              </c:pt>
              <c:pt idx="697">
                <c:v>181.90269440157493</c:v>
              </c:pt>
              <c:pt idx="698">
                <c:v>140.45693040016099</c:v>
              </c:pt>
              <c:pt idx="699">
                <c:v>207.84132211999648</c:v>
              </c:pt>
              <c:pt idx="700">
                <c:v>79.62463533944751</c:v>
              </c:pt>
              <c:pt idx="701">
                <c:v>149.46254042661053</c:v>
              </c:pt>
              <c:pt idx="702">
                <c:v>227.76635071603343</c:v>
              </c:pt>
              <c:pt idx="703">
                <c:v>80.7736779298173</c:v>
              </c:pt>
              <c:pt idx="704">
                <c:v>120.09179672542521</c:v>
              </c:pt>
              <c:pt idx="705">
                <c:v>199.66859811002206</c:v>
              </c:pt>
              <c:pt idx="706">
                <c:v>197.25516535856013</c:v>
              </c:pt>
              <c:pt idx="707">
                <c:v>72.31650641618363</c:v>
              </c:pt>
              <c:pt idx="708">
                <c:v>98.96512495964711</c:v>
              </c:pt>
              <c:pt idx="709">
                <c:v>84.46002778164548</c:v>
              </c:pt>
              <c:pt idx="710">
                <c:v>193.54170031289834</c:v>
              </c:pt>
              <c:pt idx="711">
                <c:v>223.58939108660093</c:v>
              </c:pt>
              <c:pt idx="712">
                <c:v>135.61837235281928</c:v>
              </c:pt>
              <c:pt idx="713">
                <c:v>67.09258245899471</c:v>
              </c:pt>
              <c:pt idx="714">
                <c:v>143.7201355443537</c:v>
              </c:pt>
              <c:pt idx="715">
                <c:v>220.48691773437926</c:v>
              </c:pt>
              <c:pt idx="716">
                <c:v>205.33155760081215</c:v>
              </c:pt>
              <c:pt idx="717">
                <c:v>210.9467150762478</c:v>
              </c:pt>
              <c:pt idx="718">
                <c:v>177.43161592345336</c:v>
              </c:pt>
              <c:pt idx="719">
                <c:v>98.42701343475588</c:v>
              </c:pt>
              <c:pt idx="720">
                <c:v>125.68080284380122</c:v>
              </c:pt>
              <c:pt idx="721">
                <c:v>150.90902482813368</c:v>
              </c:pt>
              <c:pt idx="722">
                <c:v>96.38894411506644</c:v>
              </c:pt>
              <c:pt idx="723">
                <c:v>217.98911711302915</c:v>
              </c:pt>
              <c:pt idx="724">
                <c:v>112.97003292819427</c:v>
              </c:pt>
              <c:pt idx="725">
                <c:v>93.06597251091588</c:v>
              </c:pt>
              <c:pt idx="726">
                <c:v>133.51451755241163</c:v>
              </c:pt>
              <c:pt idx="727">
                <c:v>211.6146690247499</c:v>
              </c:pt>
              <c:pt idx="728">
                <c:v>171.02938739157904</c:v>
              </c:pt>
              <c:pt idx="729">
                <c:v>183.37442881942334</c:v>
              </c:pt>
              <c:pt idx="730">
                <c:v>92.4478881995702</c:v>
              </c:pt>
              <c:pt idx="731">
                <c:v>132.9008598990538</c:v>
              </c:pt>
              <c:pt idx="732">
                <c:v>136.06879453498811</c:v>
              </c:pt>
              <c:pt idx="733">
                <c:v>154.65687139816689</c:v>
              </c:pt>
              <c:pt idx="734">
                <c:v>172.17619330688274</c:v>
              </c:pt>
              <c:pt idx="735">
                <c:v>173.3177513371724</c:v>
              </c:pt>
              <c:pt idx="736">
                <c:v>147.0319744468446</c:v>
              </c:pt>
              <c:pt idx="737">
                <c:v>116.04719042125753</c:v>
              </c:pt>
              <c:pt idx="738">
                <c:v>129.5787531305645</c:v>
              </c:pt>
              <c:pt idx="739">
                <c:v>131.27961267734116</c:v>
              </c:pt>
              <c:pt idx="740">
                <c:v>146.78902770525468</c:v>
              </c:pt>
              <c:pt idx="741">
                <c:v>150.72448170493612</c:v>
              </c:pt>
              <c:pt idx="742">
                <c:v>142.71607377377612</c:v>
              </c:pt>
              <c:pt idx="743">
                <c:v>83.7538594806986</c:v>
              </c:pt>
              <c:pt idx="744">
                <c:v>94.0605909966991</c:v>
              </c:pt>
              <c:pt idx="745">
                <c:v>193.041917668041</c:v>
              </c:pt>
              <c:pt idx="746">
                <c:v>133.0120936741851</c:v>
              </c:pt>
              <c:pt idx="747">
                <c:v>71.14535274454529</c:v>
              </c:pt>
              <c:pt idx="748">
                <c:v>196.612527157422</c:v>
              </c:pt>
              <c:pt idx="749">
                <c:v>124.2912396344434</c:v>
              </c:pt>
              <c:pt idx="750">
                <c:v>219.2501211608894</c:v>
              </c:pt>
              <c:pt idx="751">
                <c:v>117.18814333866914</c:v>
              </c:pt>
              <c:pt idx="752">
                <c:v>157.07200456562379</c:v>
              </c:pt>
              <c:pt idx="753">
                <c:v>167.9515897291815</c:v>
              </c:pt>
              <c:pt idx="754">
                <c:v>144.64011084941748</c:v>
              </c:pt>
              <c:pt idx="755">
                <c:v>234.6869254106182</c:v>
              </c:pt>
              <c:pt idx="756">
                <c:v>100.79748412847631</c:v>
              </c:pt>
              <c:pt idx="757">
                <c:v>152.91899448459907</c:v>
              </c:pt>
              <c:pt idx="758">
                <c:v>190.97869914598422</c:v>
              </c:pt>
              <c:pt idx="759">
                <c:v>200.3550320995691</c:v>
              </c:pt>
              <c:pt idx="760">
                <c:v>102.38617210783505</c:v>
              </c:pt>
              <c:pt idx="761">
                <c:v>170.71153240296238</c:v>
              </c:pt>
              <c:pt idx="762">
                <c:v>124.9469832069853</c:v>
              </c:pt>
              <c:pt idx="763">
                <c:v>209.85337019571</c:v>
              </c:pt>
              <c:pt idx="764">
                <c:v>102.4507563234278</c:v>
              </c:pt>
              <c:pt idx="765">
                <c:v>169.77768911881026</c:v>
              </c:pt>
              <c:pt idx="766">
                <c:v>163.65174117250297</c:v>
              </c:pt>
              <c:pt idx="767">
                <c:v>183.9174255247895</c:v>
              </c:pt>
              <c:pt idx="768">
                <c:v>196.07298730773093</c:v>
              </c:pt>
              <c:pt idx="769">
                <c:v>152.42579444284323</c:v>
              </c:pt>
              <c:pt idx="770">
                <c:v>130.1296160879289</c:v>
              </c:pt>
              <c:pt idx="771">
                <c:v>61.95327188403199</c:v>
              </c:pt>
              <c:pt idx="772">
                <c:v>194.8113306619677</c:v>
              </c:pt>
              <c:pt idx="773">
                <c:v>58.75786161512805</c:v>
              </c:pt>
              <c:pt idx="774">
                <c:v>197.93976208052348</c:v>
              </c:pt>
              <c:pt idx="775">
                <c:v>217.33121063413898</c:v>
              </c:pt>
              <c:pt idx="776">
                <c:v>209.3774752942749</c:v>
              </c:pt>
              <c:pt idx="777">
                <c:v>137.74028786637882</c:v>
              </c:pt>
              <c:pt idx="778">
                <c:v>143.9386337678107</c:v>
              </c:pt>
              <c:pt idx="779">
                <c:v>136.79455374656752</c:v>
              </c:pt>
              <c:pt idx="780">
                <c:v>155.32714838004506</c:v>
              </c:pt>
              <c:pt idx="781">
                <c:v>150.84933380666104</c:v>
              </c:pt>
              <c:pt idx="782">
                <c:v>137.2607958184736</c:v>
              </c:pt>
              <c:pt idx="783">
                <c:v>196.89749687435165</c:v>
              </c:pt>
              <c:pt idx="784">
                <c:v>173.56833887074436</c:v>
              </c:pt>
              <c:pt idx="785">
                <c:v>58.97597994863425</c:v>
              </c:pt>
              <c:pt idx="786">
                <c:v>121.97450033274468</c:v>
              </c:pt>
              <c:pt idx="787">
                <c:v>56.0345760020561</c:v>
              </c:pt>
              <c:pt idx="788">
                <c:v>183.21017954379894</c:v>
              </c:pt>
              <c:pt idx="789">
                <c:v>84.56640389314407</c:v>
              </c:pt>
              <c:pt idx="790">
                <c:v>112.63314902754242</c:v>
              </c:pt>
              <c:pt idx="791">
                <c:v>115.0210388211959</c:v>
              </c:pt>
              <c:pt idx="792">
                <c:v>180.73169967414893</c:v>
              </c:pt>
              <c:pt idx="793">
                <c:v>203.9267900648264</c:v>
              </c:pt>
              <c:pt idx="794">
                <c:v>71.86883698063153</c:v>
              </c:pt>
              <c:pt idx="795">
                <c:v>76.34968610801681</c:v>
              </c:pt>
              <c:pt idx="796">
                <c:v>176.4096275638131</c:v>
              </c:pt>
              <c:pt idx="797">
                <c:v>84.80525818248279</c:v>
              </c:pt>
              <c:pt idx="798">
                <c:v>201.1446202067728</c:v>
              </c:pt>
              <c:pt idx="799">
                <c:v>100.45852492595664</c:v>
              </c:pt>
              <c:pt idx="800">
                <c:v>114.16200236091376</c:v>
              </c:pt>
              <c:pt idx="801">
                <c:v>117.80063660195373</c:v>
              </c:pt>
              <c:pt idx="802">
                <c:v>74.74908448474184</c:v>
              </c:pt>
              <c:pt idx="803">
                <c:v>82.88301878182989</c:v>
              </c:pt>
              <c:pt idx="804">
                <c:v>225.14978238256805</c:v>
              </c:pt>
              <c:pt idx="805">
                <c:v>136.87662408785405</c:v>
              </c:pt>
              <c:pt idx="806">
                <c:v>141.01378902627687</c:v>
              </c:pt>
              <c:pt idx="807">
                <c:v>211.5705267889071</c:v>
              </c:pt>
              <c:pt idx="808">
                <c:v>192.06265224323485</c:v>
              </c:pt>
              <c:pt idx="809">
                <c:v>197.19519004992821</c:v>
              </c:pt>
              <c:pt idx="810">
                <c:v>88.11493181176988</c:v>
              </c:pt>
              <c:pt idx="811">
                <c:v>193.65183064413438</c:v>
              </c:pt>
              <c:pt idx="812">
                <c:v>56.40486086133714</c:v>
              </c:pt>
              <c:pt idx="813">
                <c:v>119.27581166442458</c:v>
              </c:pt>
              <c:pt idx="814">
                <c:v>165.7090498870376</c:v>
              </c:pt>
              <c:pt idx="815">
                <c:v>186.7584298311882</c:v>
              </c:pt>
              <c:pt idx="816">
                <c:v>112.64914979326022</c:v>
              </c:pt>
              <c:pt idx="817">
                <c:v>68.40717530364827</c:v>
              </c:pt>
              <c:pt idx="818">
                <c:v>114.72586416584981</c:v>
              </c:pt>
              <c:pt idx="819">
                <c:v>196.60479830375033</c:v>
              </c:pt>
              <c:pt idx="820">
                <c:v>204.579314118442</c:v>
              </c:pt>
              <c:pt idx="821">
                <c:v>145.7882247183628</c:v>
              </c:pt>
              <c:pt idx="822">
                <c:v>168.02855786029744</c:v>
              </c:pt>
              <c:pt idx="823">
                <c:v>177.82869751533664</c:v>
              </c:pt>
              <c:pt idx="824">
                <c:v>76.08103076876017</c:v>
              </c:pt>
              <c:pt idx="825">
                <c:v>176.19680438287168</c:v>
              </c:pt>
              <c:pt idx="826">
                <c:v>126.80013308256926</c:v>
              </c:pt>
              <c:pt idx="827">
                <c:v>119.573414200523</c:v>
              </c:pt>
              <c:pt idx="828">
                <c:v>81.1000765662872</c:v>
              </c:pt>
              <c:pt idx="829">
                <c:v>127.29178845789099</c:v>
              </c:pt>
              <c:pt idx="830">
                <c:v>192.5683473324802</c:v>
              </c:pt>
              <c:pt idx="831">
                <c:v>187.59436249904965</c:v>
              </c:pt>
              <c:pt idx="832">
                <c:v>95.9082879988444</c:v>
              </c:pt>
              <c:pt idx="833">
                <c:v>133.46304654044235</c:v>
              </c:pt>
              <c:pt idx="834">
                <c:v>233.32338940845705</c:v>
              </c:pt>
              <c:pt idx="835">
                <c:v>198.05934096365817</c:v>
              </c:pt>
              <c:pt idx="836">
                <c:v>143.57706741912142</c:v>
              </c:pt>
              <c:pt idx="837">
                <c:v>208.93351156769455</c:v>
              </c:pt>
              <c:pt idx="838">
                <c:v>215.1495884577325</c:v>
              </c:pt>
              <c:pt idx="839">
                <c:v>210.04508958969197</c:v>
              </c:pt>
              <c:pt idx="840">
                <c:v>177.84362791822537</c:v>
              </c:pt>
              <c:pt idx="841">
                <c:v>169.88321236047815</c:v>
              </c:pt>
              <c:pt idx="842">
                <c:v>164.39766080387122</c:v>
              </c:pt>
              <c:pt idx="843">
                <c:v>143.23311625240882</c:v>
              </c:pt>
              <c:pt idx="844">
                <c:v>169.34839800457368</c:v>
              </c:pt>
              <c:pt idx="845">
                <c:v>120.89131782795646</c:v>
              </c:pt>
              <c:pt idx="846">
                <c:v>222.5418920110132</c:v>
              </c:pt>
              <c:pt idx="847">
                <c:v>83.87889460604234</c:v>
              </c:pt>
              <c:pt idx="848">
                <c:v>170.9302961542742</c:v>
              </c:pt>
              <c:pt idx="849">
                <c:v>151.38908796606842</c:v>
              </c:pt>
              <c:pt idx="850">
                <c:v>156.36377349182433</c:v>
              </c:pt>
              <c:pt idx="851">
                <c:v>134.87034685044767</c:v>
              </c:pt>
              <c:pt idx="852">
                <c:v>105.88804564855349</c:v>
              </c:pt>
              <c:pt idx="853">
                <c:v>99.89319060279834</c:v>
              </c:pt>
              <c:pt idx="854">
                <c:v>124.70987140941817</c:v>
              </c:pt>
              <c:pt idx="855">
                <c:v>180.32725704228523</c:v>
              </c:pt>
              <c:pt idx="856">
                <c:v>62.39487020950392</c:v>
              </c:pt>
              <c:pt idx="857">
                <c:v>166.55815183639658</c:v>
              </c:pt>
              <c:pt idx="858">
                <c:v>123.03448206140281</c:v>
              </c:pt>
              <c:pt idx="859">
                <c:v>57.39726822390253</c:v>
              </c:pt>
              <c:pt idx="860">
                <c:v>137.4466827023614</c:v>
              </c:pt>
              <c:pt idx="861">
                <c:v>213.484676204301</c:v>
              </c:pt>
              <c:pt idx="862">
                <c:v>182.98534681965398</c:v>
              </c:pt>
              <c:pt idx="863">
                <c:v>58.10788152283271</c:v>
              </c:pt>
              <c:pt idx="864">
                <c:v>147.66825915595734</c:v>
              </c:pt>
              <c:pt idx="865">
                <c:v>199.87864227842607</c:v>
              </c:pt>
              <c:pt idx="866">
                <c:v>212.774159308495</c:v>
              </c:pt>
              <c:pt idx="867">
                <c:v>108.29956264757432</c:v>
              </c:pt>
              <c:pt idx="868">
                <c:v>121.58696676413052</c:v>
              </c:pt>
              <c:pt idx="869">
                <c:v>93.29197918328161</c:v>
              </c:pt>
              <c:pt idx="870">
                <c:v>164.24222397642336</c:v>
              </c:pt>
              <c:pt idx="871">
                <c:v>93.0004216280998</c:v>
              </c:pt>
              <c:pt idx="872">
                <c:v>174.91106210397612</c:v>
              </c:pt>
              <c:pt idx="873">
                <c:v>128.80103886556975</c:v>
              </c:pt>
              <c:pt idx="874">
                <c:v>163.83439622358904</c:v>
              </c:pt>
              <c:pt idx="875">
                <c:v>106.04695523733886</c:v>
              </c:pt>
              <c:pt idx="876">
                <c:v>122.94815415194688</c:v>
              </c:pt>
              <c:pt idx="877">
                <c:v>119.03097137645808</c:v>
              </c:pt>
              <c:pt idx="878">
                <c:v>189.40168874505525</c:v>
              </c:pt>
              <c:pt idx="879">
                <c:v>162.93331601081024</c:v>
              </c:pt>
              <c:pt idx="880">
                <c:v>93.27083921615267</c:v>
              </c:pt>
              <c:pt idx="881">
                <c:v>132.3017001651637</c:v>
              </c:pt>
              <c:pt idx="882">
                <c:v>96.70625748764033</c:v>
              </c:pt>
              <c:pt idx="883">
                <c:v>155.01953550288925</c:v>
              </c:pt>
              <c:pt idx="884">
                <c:v>176.78431612634375</c:v>
              </c:pt>
              <c:pt idx="885">
                <c:v>121.61418731976066</c:v>
              </c:pt>
              <c:pt idx="886">
                <c:v>156.65078838868175</c:v>
              </c:pt>
              <c:pt idx="887">
                <c:v>191.01930580953612</c:v>
              </c:pt>
              <c:pt idx="888">
                <c:v>193.44426277226623</c:v>
              </c:pt>
              <c:pt idx="889">
                <c:v>127.8173680584595</c:v>
              </c:pt>
              <c:pt idx="890">
                <c:v>185.2592807937465</c:v>
              </c:pt>
              <c:pt idx="891">
                <c:v>84.86888491211556</c:v>
              </c:pt>
              <c:pt idx="892">
                <c:v>78.50850018319554</c:v>
              </c:pt>
              <c:pt idx="893">
                <c:v>160.91389823726303</c:v>
              </c:pt>
              <c:pt idx="894">
                <c:v>197.21973127720025</c:v>
              </c:pt>
              <c:pt idx="895">
                <c:v>85.21743991814448</c:v>
              </c:pt>
              <c:pt idx="896">
                <c:v>125.24695919269409</c:v>
              </c:pt>
              <c:pt idx="897">
                <c:v>204.19551683590427</c:v>
              </c:pt>
              <c:pt idx="898">
                <c:v>189.17544091583449</c:v>
              </c:pt>
              <c:pt idx="899">
                <c:v>140.58171963697163</c:v>
              </c:pt>
              <c:pt idx="900">
                <c:v>98.70104135993208</c:v>
              </c:pt>
              <c:pt idx="901">
                <c:v>158.84750431409344</c:v>
              </c:pt>
              <c:pt idx="902">
                <c:v>210.62248211759996</c:v>
              </c:pt>
              <c:pt idx="903">
                <c:v>177.1512552365963</c:v>
              </c:pt>
              <c:pt idx="904">
                <c:v>116.29814126311202</c:v>
              </c:pt>
              <c:pt idx="905">
                <c:v>206.10936710515958</c:v>
              </c:pt>
              <c:pt idx="906">
                <c:v>215.6131388320942</c:v>
              </c:pt>
              <c:pt idx="907">
                <c:v>165.3684171726824</c:v>
              </c:pt>
              <c:pt idx="908">
                <c:v>128.47741137137888</c:v>
              </c:pt>
              <c:pt idx="909">
                <c:v>73.01644854955794</c:v>
              </c:pt>
              <c:pt idx="910">
                <c:v>85.75641499376884</c:v>
              </c:pt>
              <c:pt idx="911">
                <c:v>203.84178389098471</c:v>
              </c:pt>
              <c:pt idx="912">
                <c:v>64.00039038821546</c:v>
              </c:pt>
              <c:pt idx="913">
                <c:v>89.24298959940083</c:v>
              </c:pt>
              <c:pt idx="914">
                <c:v>119.63989795397708</c:v>
              </c:pt>
              <c:pt idx="915">
                <c:v>206.99521229035028</c:v>
              </c:pt>
              <c:pt idx="916">
                <c:v>176.97052158131063</c:v>
              </c:pt>
              <c:pt idx="917">
                <c:v>85.51528560017029</c:v>
              </c:pt>
              <c:pt idx="918">
                <c:v>171.68096313139694</c:v>
              </c:pt>
              <c:pt idx="919">
                <c:v>219.1725972500939</c:v>
              </c:pt>
              <c:pt idx="920">
                <c:v>97.23823195675001</c:v>
              </c:pt>
              <c:pt idx="921">
                <c:v>143.47072012252139</c:v>
              </c:pt>
              <c:pt idx="922">
                <c:v>197.57049308610735</c:v>
              </c:pt>
              <c:pt idx="923">
                <c:v>129.4239933276458</c:v>
              </c:pt>
              <c:pt idx="924">
                <c:v>78.02553130292574</c:v>
              </c:pt>
              <c:pt idx="925">
                <c:v>70.30127068114756</c:v>
              </c:pt>
              <c:pt idx="926">
                <c:v>215.62215170952814</c:v>
              </c:pt>
              <c:pt idx="927">
                <c:v>84.54696504569696</c:v>
              </c:pt>
              <c:pt idx="928">
                <c:v>97.31243592618834</c:v>
              </c:pt>
              <c:pt idx="929">
                <c:v>171.90026952141818</c:v>
              </c:pt>
              <c:pt idx="930">
                <c:v>151.86091936607818</c:v>
              </c:pt>
              <c:pt idx="931">
                <c:v>130.8025653493488</c:v>
              </c:pt>
              <c:pt idx="932">
                <c:v>193.8287068617188</c:v>
              </c:pt>
              <c:pt idx="933">
                <c:v>78.92332645900517</c:v>
              </c:pt>
              <c:pt idx="934">
                <c:v>141.16809735945458</c:v>
              </c:pt>
              <c:pt idx="935">
                <c:v>135.97991699822592</c:v>
              </c:pt>
              <c:pt idx="936">
                <c:v>130.90377988071336</c:v>
              </c:pt>
              <c:pt idx="937">
                <c:v>185.0155108632484</c:v>
              </c:pt>
              <c:pt idx="938">
                <c:v>108.66815871104572</c:v>
              </c:pt>
              <c:pt idx="939">
                <c:v>116.76589502229085</c:v>
              </c:pt>
              <c:pt idx="940">
                <c:v>91.9391259583973</c:v>
              </c:pt>
              <c:pt idx="941">
                <c:v>140.76474152163655</c:v>
              </c:pt>
              <c:pt idx="942">
                <c:v>114.46283662476625</c:v>
              </c:pt>
              <c:pt idx="943">
                <c:v>194.92954263801963</c:v>
              </c:pt>
              <c:pt idx="944">
                <c:v>136.94642888054892</c:v>
              </c:pt>
              <c:pt idx="945">
                <c:v>159.90366204220055</c:v>
              </c:pt>
              <c:pt idx="946">
                <c:v>145.3776868212045</c:v>
              </c:pt>
              <c:pt idx="947">
                <c:v>124.54483754387884</c:v>
              </c:pt>
              <c:pt idx="948">
                <c:v>109.20772905365754</c:v>
              </c:pt>
              <c:pt idx="949">
                <c:v>187.24360590682377</c:v>
              </c:pt>
              <c:pt idx="950">
                <c:v>82.64441333401629</c:v>
              </c:pt>
              <c:pt idx="951">
                <c:v>212.0661513985272</c:v>
              </c:pt>
              <c:pt idx="952">
                <c:v>175.09648094944453</c:v>
              </c:pt>
              <c:pt idx="953">
                <c:v>162.0670303557317</c:v>
              </c:pt>
              <c:pt idx="954">
                <c:v>158.09456331582248</c:v>
              </c:pt>
              <c:pt idx="955">
                <c:v>74.95468355955576</c:v>
              </c:pt>
              <c:pt idx="956">
                <c:v>149.20143243705036</c:v>
              </c:pt>
              <c:pt idx="957">
                <c:v>97.52229141914657</c:v>
              </c:pt>
              <c:pt idx="958">
                <c:v>193.85848867602598</c:v>
              </c:pt>
              <c:pt idx="959">
                <c:v>106.37554601149793</c:v>
              </c:pt>
              <c:pt idx="960">
                <c:v>205.58920192986878</c:v>
              </c:pt>
              <c:pt idx="961">
                <c:v>202.11616853435208</c:v>
              </c:pt>
              <c:pt idx="962">
                <c:v>185.59081715401027</c:v>
              </c:pt>
              <c:pt idx="963">
                <c:v>67.44261437953105</c:v>
              </c:pt>
              <c:pt idx="964">
                <c:v>54.0764100312122</c:v>
              </c:pt>
              <c:pt idx="965">
                <c:v>172.74669921509508</c:v>
              </c:pt>
              <c:pt idx="966">
                <c:v>158.61199047869803</c:v>
              </c:pt>
              <c:pt idx="967">
                <c:v>126.01352926543132</c:v>
              </c:pt>
              <c:pt idx="968">
                <c:v>121.84619193787418</c:v>
              </c:pt>
              <c:pt idx="969">
                <c:v>135.46551966253062</c:v>
              </c:pt>
              <c:pt idx="970">
                <c:v>177.33164862985535</c:v>
              </c:pt>
              <c:pt idx="971">
                <c:v>146.72648651488817</c:v>
              </c:pt>
              <c:pt idx="972">
                <c:v>99.740110086295</c:v>
              </c:pt>
              <c:pt idx="973">
                <c:v>144.68172838582302</c:v>
              </c:pt>
              <c:pt idx="974">
                <c:v>136.15643696112332</c:v>
              </c:pt>
              <c:pt idx="975">
                <c:v>87.67482148859025</c:v>
              </c:pt>
              <c:pt idx="976">
                <c:v>81.71277224853628</c:v>
              </c:pt>
              <c:pt idx="977">
                <c:v>200.45432858671595</c:v>
              </c:pt>
              <c:pt idx="978">
                <c:v>209.67544193047019</c:v>
              </c:pt>
              <c:pt idx="979">
                <c:v>178.43966229078168</c:v>
              </c:pt>
              <c:pt idx="980">
                <c:v>143.8935420237496</c:v>
              </c:pt>
              <c:pt idx="981">
                <c:v>197.5687021814553</c:v>
              </c:pt>
              <c:pt idx="982">
                <c:v>123.02465641492898</c:v>
              </c:pt>
              <c:pt idx="983">
                <c:v>125.05466296357336</c:v>
              </c:pt>
              <c:pt idx="984">
                <c:v>189.22506636624408</c:v>
              </c:pt>
              <c:pt idx="985">
                <c:v>157.9006508725501</c:v>
              </c:pt>
              <c:pt idx="986">
                <c:v>70.83833259711842</c:v>
              </c:pt>
              <c:pt idx="987">
                <c:v>177.87014810829388</c:v>
              </c:pt>
              <c:pt idx="988">
                <c:v>139.65541246802763</c:v>
              </c:pt>
              <c:pt idx="989">
                <c:v>157.8215374694014</c:v>
              </c:pt>
              <c:pt idx="990">
                <c:v>171.280452367765</c:v>
              </c:pt>
              <c:pt idx="991">
                <c:v>137.69500619307587</c:v>
              </c:pt>
              <c:pt idx="992">
                <c:v>148.41515728188915</c:v>
              </c:pt>
              <c:pt idx="993">
                <c:v>175.44749065445257</c:v>
              </c:pt>
              <c:pt idx="994">
                <c:v>223.68329549195553</c:v>
              </c:pt>
              <c:pt idx="995">
                <c:v>168.30011615094085</c:v>
              </c:pt>
              <c:pt idx="996">
                <c:v>178.079306025638</c:v>
              </c:pt>
              <c:pt idx="997">
                <c:v>124.71988203072318</c:v>
              </c:pt>
              <c:pt idx="998">
                <c:v>66.49691377575263</c:v>
              </c:pt>
              <c:pt idx="999">
                <c:v>194.800761832668</c:v>
              </c:pt>
              <c:pt idx="1000">
                <c:v>149.6227724233501</c:v>
              </c:pt>
              <c:pt idx="1001">
                <c:v>100.04624150177149</c:v>
              </c:pt>
              <c:pt idx="1002">
                <c:v>183.82034603980298</c:v>
              </c:pt>
              <c:pt idx="1003">
                <c:v>229.0408059054909</c:v>
              </c:pt>
              <c:pt idx="1004">
                <c:v>65.39645047864894</c:v>
              </c:pt>
              <c:pt idx="1005">
                <c:v>183.00638035406257</c:v>
              </c:pt>
              <c:pt idx="1006">
                <c:v>188.8265300370133</c:v>
              </c:pt>
              <c:pt idx="1007">
                <c:v>138.94670845955721</c:v>
              </c:pt>
              <c:pt idx="1008">
                <c:v>74.09305965917113</c:v>
              </c:pt>
              <c:pt idx="1009">
                <c:v>128.2059904788191</c:v>
              </c:pt>
              <c:pt idx="1010">
                <c:v>145.91106254667255</c:v>
              </c:pt>
              <c:pt idx="1011">
                <c:v>60.92715900599947</c:v>
              </c:pt>
              <c:pt idx="1012">
                <c:v>106.66556164538288</c:v>
              </c:pt>
              <c:pt idx="1013">
                <c:v>143.98851792766175</c:v>
              </c:pt>
              <c:pt idx="1014">
                <c:v>157.5169766508235</c:v>
              </c:pt>
              <c:pt idx="1015">
                <c:v>177.2418210495644</c:v>
              </c:pt>
              <c:pt idx="1016">
                <c:v>58.617102283817374</c:v>
              </c:pt>
              <c:pt idx="1017">
                <c:v>111.35623110721131</c:v>
              </c:pt>
              <c:pt idx="1018">
                <c:v>159.47930573334583</c:v>
              </c:pt>
              <c:pt idx="1019">
                <c:v>168.873297740749</c:v>
              </c:pt>
              <c:pt idx="1020">
                <c:v>152.66292422186308</c:v>
              </c:pt>
              <c:pt idx="1021">
                <c:v>165.58821636571406</c:v>
              </c:pt>
              <c:pt idx="1022">
                <c:v>85.98077142438171</c:v>
              </c:pt>
              <c:pt idx="1023">
                <c:v>157.2901483528044</c:v>
              </c:pt>
              <c:pt idx="1024">
                <c:v>102.65774175891572</c:v>
              </c:pt>
              <c:pt idx="1025">
                <c:v>98.33243585162188</c:v>
              </c:pt>
              <c:pt idx="1026">
                <c:v>124.58166350875996</c:v>
              </c:pt>
              <c:pt idx="1027">
                <c:v>149.19722985323023</c:v>
              </c:pt>
              <c:pt idx="1028">
                <c:v>58.79262210893648</c:v>
              </c:pt>
              <c:pt idx="1029">
                <c:v>72.73209653198082</c:v>
              </c:pt>
              <c:pt idx="1030">
                <c:v>159.03413464365858</c:v>
              </c:pt>
              <c:pt idx="1031">
                <c:v>187.39782099861264</c:v>
              </c:pt>
              <c:pt idx="1032">
                <c:v>169.84844364426002</c:v>
              </c:pt>
              <c:pt idx="1033">
                <c:v>188.8563933533606</c:v>
              </c:pt>
              <c:pt idx="1034">
                <c:v>75.9783071267842</c:v>
              </c:pt>
              <c:pt idx="1035">
                <c:v>183.14624743422374</c:v>
              </c:pt>
              <c:pt idx="1036">
                <c:v>143.40473956955145</c:v>
              </c:pt>
              <c:pt idx="1037">
                <c:v>55.859079985574226</c:v>
              </c:pt>
              <c:pt idx="1038">
                <c:v>136.475243724666</c:v>
              </c:pt>
              <c:pt idx="1039">
                <c:v>194.4405850462169</c:v>
              </c:pt>
              <c:pt idx="1040">
                <c:v>133.7779106906293</c:v>
              </c:pt>
              <c:pt idx="1041">
                <c:v>183.30549395810283</c:v>
              </c:pt>
              <c:pt idx="1042">
                <c:v>165.80847662318598</c:v>
              </c:pt>
              <c:pt idx="1043">
                <c:v>133.34671255375991</c:v>
              </c:pt>
              <c:pt idx="1044">
                <c:v>103.42703510942835</c:v>
              </c:pt>
              <c:pt idx="1045">
                <c:v>225.92720285970532</c:v>
              </c:pt>
              <c:pt idx="1046">
                <c:v>170.8077061661212</c:v>
              </c:pt>
              <c:pt idx="1047">
                <c:v>187.33011339361366</c:v>
              </c:pt>
              <c:pt idx="1048">
                <c:v>203.86862646703577</c:v>
              </c:pt>
              <c:pt idx="1049">
                <c:v>108.44733033093284</c:v>
              </c:pt>
              <c:pt idx="1050">
                <c:v>149.34209496090853</c:v>
              </c:pt>
              <c:pt idx="1051">
                <c:v>83.15080882411948</c:v>
              </c:pt>
              <c:pt idx="1052">
                <c:v>68.9334460418608</c:v>
              </c:pt>
              <c:pt idx="1053">
                <c:v>210.36346431477324</c:v>
              </c:pt>
              <c:pt idx="1054">
                <c:v>109.53305472758953</c:v>
              </c:pt>
              <c:pt idx="1055">
                <c:v>204.32032550813358</c:v>
              </c:pt>
              <c:pt idx="1056">
                <c:v>137.11164130088252</c:v>
              </c:pt>
              <c:pt idx="1057">
                <c:v>85.6586616030439</c:v>
              </c:pt>
              <c:pt idx="1058">
                <c:v>147.978586038517</c:v>
              </c:pt>
              <c:pt idx="1059">
                <c:v>127.00700315495949</c:v>
              </c:pt>
              <c:pt idx="1060">
                <c:v>72.32645400769539</c:v>
              </c:pt>
              <c:pt idx="1061">
                <c:v>111.83511784881587</c:v>
              </c:pt>
              <c:pt idx="1062">
                <c:v>175.1288501726686</c:v>
              </c:pt>
              <c:pt idx="1063">
                <c:v>84.59001265190585</c:v>
              </c:pt>
              <c:pt idx="1064">
                <c:v>125.87580486057773</c:v>
              </c:pt>
              <c:pt idx="1065">
                <c:v>177.26187877654442</c:v>
              </c:pt>
              <c:pt idx="1066">
                <c:v>97.28310126734746</c:v>
              </c:pt>
              <c:pt idx="1067">
                <c:v>177.47274913232883</c:v>
              </c:pt>
              <c:pt idx="1068">
                <c:v>192.63777894249853</c:v>
              </c:pt>
              <c:pt idx="1069">
                <c:v>156.0330676275472</c:v>
              </c:pt>
              <c:pt idx="1070">
                <c:v>166.26032019401853</c:v>
              </c:pt>
              <c:pt idx="1071">
                <c:v>170.37256925774744</c:v>
              </c:pt>
              <c:pt idx="1072">
                <c:v>108.93778682276572</c:v>
              </c:pt>
              <c:pt idx="1073">
                <c:v>133.79985958300077</c:v>
              </c:pt>
              <c:pt idx="1074">
                <c:v>155.2430569054245</c:v>
              </c:pt>
              <c:pt idx="1075">
                <c:v>207.19686992180246</c:v>
              </c:pt>
              <c:pt idx="1076">
                <c:v>103.90767115253949</c:v>
              </c:pt>
              <c:pt idx="1077">
                <c:v>87.49598248236939</c:v>
              </c:pt>
              <c:pt idx="1078">
                <c:v>88.06714912952285</c:v>
              </c:pt>
              <c:pt idx="1079">
                <c:v>115.53174425416911</c:v>
              </c:pt>
              <c:pt idx="1080">
                <c:v>155.54177831157153</c:v>
              </c:pt>
              <c:pt idx="1081">
                <c:v>187.8742891980762</c:v>
              </c:pt>
              <c:pt idx="1082">
                <c:v>107.68378894289376</c:v>
              </c:pt>
              <c:pt idx="1083">
                <c:v>143.10653694438628</c:v>
              </c:pt>
              <c:pt idx="1084">
                <c:v>81.93349257016473</c:v>
              </c:pt>
              <c:pt idx="1085">
                <c:v>141.55638004250608</c:v>
              </c:pt>
              <c:pt idx="1086">
                <c:v>144.65284688665508</c:v>
              </c:pt>
              <c:pt idx="1087">
                <c:v>88.07536678323183</c:v>
              </c:pt>
              <c:pt idx="1088">
                <c:v>199.13661783137277</c:v>
              </c:pt>
              <c:pt idx="1089">
                <c:v>204.64423047535638</c:v>
              </c:pt>
              <c:pt idx="1090">
                <c:v>192.29855901438245</c:v>
              </c:pt>
              <c:pt idx="1091">
                <c:v>91.74004905961885</c:v>
              </c:pt>
              <c:pt idx="1092">
                <c:v>137.90418730366497</c:v>
              </c:pt>
              <c:pt idx="1093">
                <c:v>69.8798145552008</c:v>
              </c:pt>
              <c:pt idx="1094">
                <c:v>65.6741450758582</c:v>
              </c:pt>
              <c:pt idx="1095">
                <c:v>135.42059129970784</c:v>
              </c:pt>
              <c:pt idx="1096">
                <c:v>50.707859072573555</c:v>
              </c:pt>
              <c:pt idx="1097">
                <c:v>133.4975059463647</c:v>
              </c:pt>
              <c:pt idx="1098">
                <c:v>122.06248658764981</c:v>
              </c:pt>
              <c:pt idx="1099">
                <c:v>215.61051114009265</c:v>
              </c:pt>
              <c:pt idx="1100">
                <c:v>194.57181210331672</c:v>
              </c:pt>
              <c:pt idx="1101">
                <c:v>181.31338054549664</c:v>
              </c:pt>
              <c:pt idx="1102">
                <c:v>146.27529499396135</c:v>
              </c:pt>
              <c:pt idx="1103">
                <c:v>211.78179412741486</c:v>
              </c:pt>
              <c:pt idx="1104">
                <c:v>179.25702416305518</c:v>
              </c:pt>
              <c:pt idx="1105">
                <c:v>156.4711001810183</c:v>
              </c:pt>
              <c:pt idx="1106">
                <c:v>166.3020607708512</c:v>
              </c:pt>
              <c:pt idx="1107">
                <c:v>183.7293445857105</c:v>
              </c:pt>
              <c:pt idx="1108">
                <c:v>145.24705122141785</c:v>
              </c:pt>
              <c:pt idx="1109">
                <c:v>217.2393147421893</c:v>
              </c:pt>
              <c:pt idx="1110">
                <c:v>134.26044159531534</c:v>
              </c:pt>
              <c:pt idx="1111">
                <c:v>229.10467091600415</c:v>
              </c:pt>
              <c:pt idx="1112">
                <c:v>162.7417620083649</c:v>
              </c:pt>
              <c:pt idx="1113">
                <c:v>106.62356348252557</c:v>
              </c:pt>
              <c:pt idx="1114">
                <c:v>216.46080221835035</c:v>
              </c:pt>
              <c:pt idx="1115">
                <c:v>219.64421805248466</c:v>
              </c:pt>
              <c:pt idx="1116">
                <c:v>134.41033246156735</c:v>
              </c:pt>
              <c:pt idx="1117">
                <c:v>115.07337248308974</c:v>
              </c:pt>
              <c:pt idx="1118">
                <c:v>112.08081753934606</c:v>
              </c:pt>
              <c:pt idx="1119">
                <c:v>202.62859651293172</c:v>
              </c:pt>
              <c:pt idx="1120">
                <c:v>162.1505479323954</c:v>
              </c:pt>
              <c:pt idx="1121">
                <c:v>103.33926956592195</c:v>
              </c:pt>
              <c:pt idx="1122">
                <c:v>156.57211012239677</c:v>
              </c:pt>
              <c:pt idx="1123">
                <c:v>127.37365618879217</c:v>
              </c:pt>
              <c:pt idx="1124">
                <c:v>59.61073449922193</c:v>
              </c:pt>
              <c:pt idx="1125">
                <c:v>232.68634290536062</c:v>
              </c:pt>
              <c:pt idx="1126">
                <c:v>124.79045096410171</c:v>
              </c:pt>
              <c:pt idx="1127">
                <c:v>157.7130598751211</c:v>
              </c:pt>
              <c:pt idx="1128">
                <c:v>103.1518678619974</c:v>
              </c:pt>
              <c:pt idx="1129">
                <c:v>100.49183705939882</c:v>
              </c:pt>
              <c:pt idx="1130">
                <c:v>148.62478430367855</c:v>
              </c:pt>
              <c:pt idx="1131">
                <c:v>209.1180803773277</c:v>
              </c:pt>
              <c:pt idx="1132">
                <c:v>52.2103959787533</c:v>
              </c:pt>
              <c:pt idx="1133">
                <c:v>56.48514369188636</c:v>
              </c:pt>
              <c:pt idx="1134">
                <c:v>189.2764624505687</c:v>
              </c:pt>
              <c:pt idx="1135">
                <c:v>194.71834875540867</c:v>
              </c:pt>
              <c:pt idx="1136">
                <c:v>94.95191380085785</c:v>
              </c:pt>
              <c:pt idx="1137">
                <c:v>229.87852358361337</c:v>
              </c:pt>
              <c:pt idx="1138">
                <c:v>167.18476610345135</c:v>
              </c:pt>
              <c:pt idx="1139">
                <c:v>172.6774282313771</c:v>
              </c:pt>
              <c:pt idx="1140">
                <c:v>127.7204563683458</c:v>
              </c:pt>
              <c:pt idx="1141">
                <c:v>204.22698668789226</c:v>
              </c:pt>
              <c:pt idx="1142">
                <c:v>116.84583125899877</c:v>
              </c:pt>
              <c:pt idx="1143">
                <c:v>227.71988670605435</c:v>
              </c:pt>
              <c:pt idx="1144">
                <c:v>172.6463787848629</c:v>
              </c:pt>
              <c:pt idx="1145">
                <c:v>198.83014913697286</c:v>
              </c:pt>
              <c:pt idx="1146">
                <c:v>135.41366723453143</c:v>
              </c:pt>
              <c:pt idx="1147">
                <c:v>154.11440710003876</c:v>
              </c:pt>
              <c:pt idx="1148">
                <c:v>212.25297854644</c:v>
              </c:pt>
              <c:pt idx="1149">
                <c:v>187.36858030910676</c:v>
              </c:pt>
              <c:pt idx="1150">
                <c:v>176.0125878586083</c:v>
              </c:pt>
              <c:pt idx="1151">
                <c:v>131.81671106096977</c:v>
              </c:pt>
              <c:pt idx="1152">
                <c:v>192.5630704930389</c:v>
              </c:pt>
              <c:pt idx="1153">
                <c:v>172.91151359688422</c:v>
              </c:pt>
              <c:pt idx="1154">
                <c:v>172.7862277323373</c:v>
              </c:pt>
              <c:pt idx="1155">
                <c:v>121.32138077457189</c:v>
              </c:pt>
              <c:pt idx="1156">
                <c:v>179.9253630885301</c:v>
              </c:pt>
              <c:pt idx="1157">
                <c:v>221.27171211007905</c:v>
              </c:pt>
              <c:pt idx="1158">
                <c:v>189.93297636409636</c:v>
              </c:pt>
              <c:pt idx="1159">
                <c:v>150.98868608012253</c:v>
              </c:pt>
              <c:pt idx="1160">
                <c:v>169.93485510562672</c:v>
              </c:pt>
              <c:pt idx="1161">
                <c:v>161.78197917858535</c:v>
              </c:pt>
              <c:pt idx="1162">
                <c:v>62.33778670135333</c:v>
              </c:pt>
              <c:pt idx="1163">
                <c:v>111.13257012410905</c:v>
              </c:pt>
              <c:pt idx="1164">
                <c:v>136.08405573850328</c:v>
              </c:pt>
              <c:pt idx="1165">
                <c:v>69.03819120868604</c:v>
              </c:pt>
              <c:pt idx="1166">
                <c:v>187.2872502853832</c:v>
              </c:pt>
              <c:pt idx="1167">
                <c:v>95.82968019319901</c:v>
              </c:pt>
              <c:pt idx="1168">
                <c:v>88.34871158418427</c:v>
              </c:pt>
              <c:pt idx="1169">
                <c:v>214.05225523758614</c:v>
              </c:pt>
              <c:pt idx="1170">
                <c:v>184.0077635679707</c:v>
              </c:pt>
              <c:pt idx="1171">
                <c:v>172.44889855729565</c:v>
              </c:pt>
              <c:pt idx="1172">
                <c:v>165.41691461020514</c:v>
              </c:pt>
              <c:pt idx="1173">
                <c:v>180.8056749647066</c:v>
              </c:pt>
              <c:pt idx="1174">
                <c:v>129.65736253677952</c:v>
              </c:pt>
              <c:pt idx="1175">
                <c:v>123.87515506993083</c:v>
              </c:pt>
              <c:pt idx="1176">
                <c:v>117.45722252814502</c:v>
              </c:pt>
              <c:pt idx="1177">
                <c:v>197.33611491629154</c:v>
              </c:pt>
              <c:pt idx="1178">
                <c:v>185.75577208153493</c:v>
              </c:pt>
              <c:pt idx="1179">
                <c:v>144.58373835785764</c:v>
              </c:pt>
              <c:pt idx="1180">
                <c:v>71.18193644196064</c:v>
              </c:pt>
              <c:pt idx="1181">
                <c:v>137.19931067200423</c:v>
              </c:pt>
              <c:pt idx="1182">
                <c:v>214.97442442112737</c:v>
              </c:pt>
              <c:pt idx="1183">
                <c:v>156.48811991760246</c:v>
              </c:pt>
              <c:pt idx="1184">
                <c:v>158.03978680555815</c:v>
              </c:pt>
              <c:pt idx="1185">
                <c:v>199.4842299367578</c:v>
              </c:pt>
              <c:pt idx="1186">
                <c:v>71.58791859679317</c:v>
              </c:pt>
              <c:pt idx="1187">
                <c:v>191.267173851641</c:v>
              </c:pt>
              <c:pt idx="1188">
                <c:v>126.66081051479856</c:v>
              </c:pt>
              <c:pt idx="1189">
                <c:v>179.50929779830918</c:v>
              </c:pt>
              <c:pt idx="1190">
                <c:v>224.88483988958916</c:v>
              </c:pt>
              <c:pt idx="1191">
                <c:v>53.56870373198332</c:v>
              </c:pt>
              <c:pt idx="1192">
                <c:v>178.8737983402566</c:v>
              </c:pt>
              <c:pt idx="1193">
                <c:v>144.7882556090159</c:v>
              </c:pt>
              <c:pt idx="1194">
                <c:v>148.24824061886335</c:v>
              </c:pt>
              <c:pt idx="1195">
                <c:v>194.84657307635143</c:v>
              </c:pt>
              <c:pt idx="1196">
                <c:v>82.66092270689748</c:v>
              </c:pt>
              <c:pt idx="1197">
                <c:v>173.56323429669396</c:v>
              </c:pt>
              <c:pt idx="1198">
                <c:v>172.72206781692998</c:v>
              </c:pt>
              <c:pt idx="1199">
                <c:v>134.07347588450114</c:v>
              </c:pt>
              <c:pt idx="1200">
                <c:v>137.41890050349798</c:v>
              </c:pt>
              <c:pt idx="1201">
                <c:v>164.25435114162198</c:v>
              </c:pt>
              <c:pt idx="1202">
                <c:v>201.35459476293343</c:v>
              </c:pt>
              <c:pt idx="1203">
                <c:v>169.01491856608502</c:v>
              </c:pt>
              <c:pt idx="1204">
                <c:v>187.80752518714772</c:v>
              </c:pt>
              <c:pt idx="1205">
                <c:v>146.4248902241106</c:v>
              </c:pt>
              <c:pt idx="1206">
                <c:v>167.71141919132515</c:v>
              </c:pt>
              <c:pt idx="1207">
                <c:v>128.05211399202256</c:v>
              </c:pt>
              <c:pt idx="1208">
                <c:v>140.70221434744542</c:v>
              </c:pt>
              <c:pt idx="1209">
                <c:v>141.25099429301304</c:v>
              </c:pt>
              <c:pt idx="1210">
                <c:v>147.62561850355058</c:v>
              </c:pt>
              <c:pt idx="1211">
                <c:v>171.9851407470028</c:v>
              </c:pt>
              <c:pt idx="1212">
                <c:v>62.533947302017616</c:v>
              </c:pt>
              <c:pt idx="1213">
                <c:v>214.55684279008975</c:v>
              </c:pt>
              <c:pt idx="1214">
                <c:v>97.1585285459154</c:v>
              </c:pt>
              <c:pt idx="1215">
                <c:v>184.25326751176175</c:v>
              </c:pt>
              <c:pt idx="1216">
                <c:v>196.78998515179975</c:v>
              </c:pt>
              <c:pt idx="1217">
                <c:v>192.86284141262902</c:v>
              </c:pt>
              <c:pt idx="1218">
                <c:v>183.14937303774585</c:v>
              </c:pt>
              <c:pt idx="1219">
                <c:v>166.3761251822301</c:v>
              </c:pt>
              <c:pt idx="1220">
                <c:v>98.62821531223668</c:v>
              </c:pt>
              <c:pt idx="1221">
                <c:v>123.50483516466323</c:v>
              </c:pt>
              <c:pt idx="1222">
                <c:v>178.12749745944808</c:v>
              </c:pt>
              <c:pt idx="1223">
                <c:v>201.26299434522184</c:v>
              </c:pt>
              <c:pt idx="1224">
                <c:v>142.63631637742026</c:v>
              </c:pt>
              <c:pt idx="1225">
                <c:v>67.34906180119148</c:v>
              </c:pt>
              <c:pt idx="1226">
                <c:v>131.79523468973963</c:v>
              </c:pt>
              <c:pt idx="1227">
                <c:v>142.9413864475685</c:v>
              </c:pt>
              <c:pt idx="1228">
                <c:v>144.49645749187584</c:v>
              </c:pt>
              <c:pt idx="1229">
                <c:v>197.46712051313094</c:v>
              </c:pt>
              <c:pt idx="1230">
                <c:v>142.25126545256097</c:v>
              </c:pt>
              <c:pt idx="1231">
                <c:v>170.02859271586365</c:v>
              </c:pt>
              <c:pt idx="1232">
                <c:v>151.8240131411576</c:v>
              </c:pt>
              <c:pt idx="1233">
                <c:v>154.5436971407022</c:v>
              </c:pt>
              <c:pt idx="1234">
                <c:v>85.46575721622918</c:v>
              </c:pt>
              <c:pt idx="1235">
                <c:v>115.87253053172756</c:v>
              </c:pt>
              <c:pt idx="1236">
                <c:v>97.70265461221916</c:v>
              </c:pt>
              <c:pt idx="1237">
                <c:v>101.79435339077332</c:v>
              </c:pt>
              <c:pt idx="1238">
                <c:v>98.03211800436883</c:v>
              </c:pt>
              <c:pt idx="1239">
                <c:v>161.84413230340164</c:v>
              </c:pt>
              <c:pt idx="1240">
                <c:v>141.94202772351724</c:v>
              </c:pt>
              <c:pt idx="1241">
                <c:v>111.5116220219933</c:v>
              </c:pt>
              <c:pt idx="1242">
                <c:v>214.46845046492132</c:v>
              </c:pt>
              <c:pt idx="1243">
                <c:v>214.10065367204993</c:v>
              </c:pt>
              <c:pt idx="1244">
                <c:v>97.13488102211792</c:v>
              </c:pt>
              <c:pt idx="1245">
                <c:v>77.3941636219667</c:v>
              </c:pt>
              <c:pt idx="1246">
                <c:v>159.86011479226065</c:v>
              </c:pt>
              <c:pt idx="1247">
                <c:v>190.53613291849152</c:v>
              </c:pt>
              <c:pt idx="1248">
                <c:v>188.32355945253784</c:v>
              </c:pt>
              <c:pt idx="1249">
                <c:v>178.48353019410644</c:v>
              </c:pt>
              <c:pt idx="1250">
                <c:v>151.85934035736642</c:v>
              </c:pt>
              <c:pt idx="1251">
                <c:v>92.84460479280531</c:v>
              </c:pt>
              <c:pt idx="1252">
                <c:v>83.1818925800784</c:v>
              </c:pt>
              <c:pt idx="1253">
                <c:v>211.66744688915765</c:v>
              </c:pt>
              <c:pt idx="1254">
                <c:v>122.00565394754344</c:v>
              </c:pt>
              <c:pt idx="1255">
                <c:v>147.4712242505505</c:v>
              </c:pt>
              <c:pt idx="1256">
                <c:v>177.52131291383782</c:v>
              </c:pt>
              <c:pt idx="1257">
                <c:v>84.03056287863777</c:v>
              </c:pt>
              <c:pt idx="1258">
                <c:v>132.58043073657439</c:v>
              </c:pt>
              <c:pt idx="1259">
                <c:v>168.9243938888855</c:v>
              </c:pt>
              <c:pt idx="1260">
                <c:v>118.58200478589846</c:v>
              </c:pt>
              <c:pt idx="1261">
                <c:v>174.89866610053446</c:v>
              </c:pt>
              <c:pt idx="1262">
                <c:v>140.1155054098695</c:v>
              </c:pt>
              <c:pt idx="1263">
                <c:v>110.04686910865884</c:v>
              </c:pt>
              <c:pt idx="1264">
                <c:v>125.25553905904752</c:v>
              </c:pt>
              <c:pt idx="1265">
                <c:v>177.095897972209</c:v>
              </c:pt>
              <c:pt idx="1266">
                <c:v>103.88330921165476</c:v>
              </c:pt>
              <c:pt idx="1267">
                <c:v>233.8268098299435</c:v>
              </c:pt>
              <c:pt idx="1268">
                <c:v>101.1397092296861</c:v>
              </c:pt>
              <c:pt idx="1269">
                <c:v>97.6094380751571</c:v>
              </c:pt>
              <c:pt idx="1270">
                <c:v>178.50285878194114</c:v>
              </c:pt>
              <c:pt idx="1271">
                <c:v>135.7230531310833</c:v>
              </c:pt>
              <c:pt idx="1272">
                <c:v>206.99705998965612</c:v>
              </c:pt>
              <c:pt idx="1273">
                <c:v>187.27859098450998</c:v>
              </c:pt>
              <c:pt idx="1274">
                <c:v>182.39604640314187</c:v>
              </c:pt>
              <c:pt idx="1275">
                <c:v>171.21022593631395</c:v>
              </c:pt>
              <c:pt idx="1276">
                <c:v>116.33241098741468</c:v>
              </c:pt>
              <c:pt idx="1277">
                <c:v>209.6161087490485</c:v>
              </c:pt>
              <c:pt idx="1278">
                <c:v>173.04460899054416</c:v>
              </c:pt>
              <c:pt idx="1279">
                <c:v>86.60298427841985</c:v>
              </c:pt>
              <c:pt idx="1280">
                <c:v>105.00191465915299</c:v>
              </c:pt>
              <c:pt idx="1281">
                <c:v>151.57778984651856</c:v>
              </c:pt>
              <c:pt idx="1282">
                <c:v>122.66966606268201</c:v>
              </c:pt>
              <c:pt idx="1283">
                <c:v>142.58284463093742</c:v>
              </c:pt>
              <c:pt idx="1284">
                <c:v>197.18436885983215</c:v>
              </c:pt>
              <c:pt idx="1285">
                <c:v>213.1602091678325</c:v>
              </c:pt>
              <c:pt idx="1286">
                <c:v>135.43419991059778</c:v>
              </c:pt>
              <c:pt idx="1287">
                <c:v>142.22861401027785</c:v>
              </c:pt>
              <c:pt idx="1288">
                <c:v>92.1457010874067</c:v>
              </c:pt>
              <c:pt idx="1289">
                <c:v>107.52247195312778</c:v>
              </c:pt>
              <c:pt idx="1290">
                <c:v>72.6363117507423</c:v>
              </c:pt>
              <c:pt idx="1291">
                <c:v>164.85220550829274</c:v>
              </c:pt>
              <c:pt idx="1292">
                <c:v>189.74648439107634</c:v>
              </c:pt>
              <c:pt idx="1293">
                <c:v>94.17939866482769</c:v>
              </c:pt>
              <c:pt idx="1294">
                <c:v>195.05343659553847</c:v>
              </c:pt>
              <c:pt idx="1295">
                <c:v>217.91291803046144</c:v>
              </c:pt>
              <c:pt idx="1296">
                <c:v>196.40150084140515</c:v>
              </c:pt>
              <c:pt idx="1297">
                <c:v>217.43094937489576</c:v>
              </c:pt>
              <c:pt idx="1298">
                <c:v>164.79829584521403</c:v>
              </c:pt>
              <c:pt idx="1299">
                <c:v>113.99674226017203</c:v>
              </c:pt>
              <c:pt idx="1300">
                <c:v>205.4182312363925</c:v>
              </c:pt>
              <c:pt idx="1301">
                <c:v>186.76715342362982</c:v>
              </c:pt>
              <c:pt idx="1302">
                <c:v>126.24757295164233</c:v>
              </c:pt>
              <c:pt idx="1303">
                <c:v>174.71302338496807</c:v>
              </c:pt>
              <c:pt idx="1304">
                <c:v>157.86892669504238</c:v>
              </c:pt>
              <c:pt idx="1305">
                <c:v>168.1266866794438</c:v>
              </c:pt>
              <c:pt idx="1306">
                <c:v>187.5756503860494</c:v>
              </c:pt>
              <c:pt idx="1307">
                <c:v>192.88632116555544</c:v>
              </c:pt>
              <c:pt idx="1308">
                <c:v>194.3920576089915</c:v>
              </c:pt>
              <c:pt idx="1309">
                <c:v>130.90347806735863</c:v>
              </c:pt>
              <c:pt idx="1310">
                <c:v>217.7614060952511</c:v>
              </c:pt>
              <c:pt idx="1311">
                <c:v>139.72991334210687</c:v>
              </c:pt>
              <c:pt idx="1312">
                <c:v>121.46873437071373</c:v>
              </c:pt>
              <c:pt idx="1313">
                <c:v>117.14610786543473</c:v>
              </c:pt>
              <c:pt idx="1314">
                <c:v>179.71645861220233</c:v>
              </c:pt>
              <c:pt idx="1315">
                <c:v>85.7918875486307</c:v>
              </c:pt>
              <c:pt idx="1316">
                <c:v>146.7358275353456</c:v>
              </c:pt>
              <c:pt idx="1317">
                <c:v>147.0925041861163</c:v>
              </c:pt>
              <c:pt idx="1318">
                <c:v>159.55118659736945</c:v>
              </c:pt>
              <c:pt idx="1319">
                <c:v>101.86582609392288</c:v>
              </c:pt>
              <c:pt idx="1320">
                <c:v>158.4075324678429</c:v>
              </c:pt>
              <c:pt idx="1321">
                <c:v>83.05714727894406</c:v>
              </c:pt>
              <c:pt idx="1322">
                <c:v>187.6693999766022</c:v>
              </c:pt>
              <c:pt idx="1323">
                <c:v>144.37029673142194</c:v>
              </c:pt>
              <c:pt idx="1324">
                <c:v>124.99110957158187</c:v>
              </c:pt>
              <c:pt idx="1325">
                <c:v>162.22520003815958</c:v>
              </c:pt>
              <c:pt idx="1326">
                <c:v>145.97579247428538</c:v>
              </c:pt>
              <c:pt idx="1327">
                <c:v>102.93512180046281</c:v>
              </c:pt>
              <c:pt idx="1328">
                <c:v>113.26519624501327</c:v>
              </c:pt>
              <c:pt idx="1329">
                <c:v>131.75509378336866</c:v>
              </c:pt>
              <c:pt idx="1330">
                <c:v>106.40957170662205</c:v>
              </c:pt>
              <c:pt idx="1331">
                <c:v>160.44463392797365</c:v>
              </c:pt>
              <c:pt idx="1332">
                <c:v>205.97047345465518</c:v>
              </c:pt>
              <c:pt idx="1333">
                <c:v>58.15449165145816</c:v>
              </c:pt>
              <c:pt idx="1334">
                <c:v>144.11092529711397</c:v>
              </c:pt>
              <c:pt idx="1335">
                <c:v>75.04226415809438</c:v>
              </c:pt>
              <c:pt idx="1336">
                <c:v>162.93968016431134</c:v>
              </c:pt>
              <c:pt idx="1337">
                <c:v>211.3763834284588</c:v>
              </c:pt>
              <c:pt idx="1338">
                <c:v>90.55082044785945</c:v>
              </c:pt>
              <c:pt idx="1339">
                <c:v>150.71123718705516</c:v>
              </c:pt>
              <c:pt idx="1340">
                <c:v>155.70589872435744</c:v>
              </c:pt>
              <c:pt idx="1341">
                <c:v>111.58810217295049</c:v>
              </c:pt>
              <c:pt idx="1342">
                <c:v>210.99023722459575</c:v>
              </c:pt>
              <c:pt idx="1343">
                <c:v>217.09307078400656</c:v>
              </c:pt>
              <c:pt idx="1344">
                <c:v>161.229483062984</c:v>
              </c:pt>
              <c:pt idx="1345">
                <c:v>80.97434256719086</c:v>
              </c:pt>
              <c:pt idx="1346">
                <c:v>175.00032527376996</c:v>
              </c:pt>
              <c:pt idx="1347">
                <c:v>65.23543519685333</c:v>
              </c:pt>
              <c:pt idx="1348">
                <c:v>55.228269600601415</c:v>
              </c:pt>
              <c:pt idx="1349">
                <c:v>64.9262557010856</c:v>
              </c:pt>
              <c:pt idx="1350">
                <c:v>172.56576040560603</c:v>
              </c:pt>
              <c:pt idx="1351">
                <c:v>166.83940048065432</c:v>
              </c:pt>
              <c:pt idx="1352">
                <c:v>199.56719517622847</c:v>
              </c:pt>
              <c:pt idx="1353">
                <c:v>111.81410672433748</c:v>
              </c:pt>
              <c:pt idx="1354">
                <c:v>130.92560801902658</c:v>
              </c:pt>
              <c:pt idx="1355">
                <c:v>233.7866351340249</c:v>
              </c:pt>
              <c:pt idx="1356">
                <c:v>148.5565593551342</c:v>
              </c:pt>
              <c:pt idx="1357">
                <c:v>187.92436910797642</c:v>
              </c:pt>
              <c:pt idx="1358">
                <c:v>175.5005265693804</c:v>
              </c:pt>
              <c:pt idx="1359">
                <c:v>103.84310269946346</c:v>
              </c:pt>
              <c:pt idx="1360">
                <c:v>132.3445182977435</c:v>
              </c:pt>
              <c:pt idx="1361">
                <c:v>161.83346127770983</c:v>
              </c:pt>
              <c:pt idx="1362">
                <c:v>137.89478320603422</c:v>
              </c:pt>
              <c:pt idx="1363">
                <c:v>225.0896319886911</c:v>
              </c:pt>
              <c:pt idx="1364">
                <c:v>203.120632043049</c:v>
              </c:pt>
              <c:pt idx="1365">
                <c:v>119.27069724812442</c:v>
              </c:pt>
              <c:pt idx="1366">
                <c:v>203.18788238240714</c:v>
              </c:pt>
              <c:pt idx="1367">
                <c:v>87.10959226593036</c:v>
              </c:pt>
              <c:pt idx="1368">
                <c:v>156.1700581160169</c:v>
              </c:pt>
              <c:pt idx="1369">
                <c:v>189.51205541430835</c:v>
              </c:pt>
              <c:pt idx="1370">
                <c:v>146.76528211476239</c:v>
              </c:pt>
              <c:pt idx="1371">
                <c:v>201.66812807794997</c:v>
              </c:pt>
              <c:pt idx="1372">
                <c:v>76.71490751036714</c:v>
              </c:pt>
              <c:pt idx="1373">
                <c:v>96.8523735178481</c:v>
              </c:pt>
              <c:pt idx="1374">
                <c:v>143.01743149150218</c:v>
              </c:pt>
              <c:pt idx="1375">
                <c:v>217.21450002462072</c:v>
              </c:pt>
              <c:pt idx="1376">
                <c:v>117.25302784913771</c:v>
              </c:pt>
              <c:pt idx="1377">
                <c:v>89.94447632812228</c:v>
              </c:pt>
              <c:pt idx="1378">
                <c:v>150.54915339521034</c:v>
              </c:pt>
              <c:pt idx="1379">
                <c:v>100.48146271726499</c:v>
              </c:pt>
              <c:pt idx="1380">
                <c:v>127.97480882220752</c:v>
              </c:pt>
              <c:pt idx="1381">
                <c:v>166.7740065229963</c:v>
              </c:pt>
              <c:pt idx="1382">
                <c:v>102.99669872880717</c:v>
              </c:pt>
              <c:pt idx="1383">
                <c:v>205.30462662845005</c:v>
              </c:pt>
              <c:pt idx="1384">
                <c:v>158.11408092850775</c:v>
              </c:pt>
              <c:pt idx="1385">
                <c:v>163.48758603410045</c:v>
              </c:pt>
              <c:pt idx="1386">
                <c:v>146.3346188531573</c:v>
              </c:pt>
              <c:pt idx="1387">
                <c:v>98.43034353049359</c:v>
              </c:pt>
              <c:pt idx="1388">
                <c:v>227.35791146487037</c:v>
              </c:pt>
              <c:pt idx="1389">
                <c:v>92.98220064078303</c:v>
              </c:pt>
              <c:pt idx="1390">
                <c:v>183.24432778853853</c:v>
              </c:pt>
              <c:pt idx="1391">
                <c:v>98.00989187802638</c:v>
              </c:pt>
              <c:pt idx="1392">
                <c:v>155.6051610977011</c:v>
              </c:pt>
              <c:pt idx="1393">
                <c:v>105.27942867769866</c:v>
              </c:pt>
              <c:pt idx="1394">
                <c:v>218.3297321517833</c:v>
              </c:pt>
              <c:pt idx="1395">
                <c:v>74.08911908795437</c:v>
              </c:pt>
              <c:pt idx="1396">
                <c:v>110.97513497484174</c:v>
              </c:pt>
              <c:pt idx="1397">
                <c:v>112.51404748793202</c:v>
              </c:pt>
              <c:pt idx="1398">
                <c:v>74.90362086315872</c:v>
              </c:pt>
              <c:pt idx="1399">
                <c:v>54.87654586941593</c:v>
              </c:pt>
              <c:pt idx="1400">
                <c:v>107.7542138755537</c:v>
              </c:pt>
              <c:pt idx="1401">
                <c:v>123.27559793804414</c:v>
              </c:pt>
              <c:pt idx="1402">
                <c:v>183.30850939284036</c:v>
              </c:pt>
              <c:pt idx="1403">
                <c:v>69.02794618745921</c:v>
              </c:pt>
              <c:pt idx="1404">
                <c:v>140.99768254151994</c:v>
              </c:pt>
              <c:pt idx="1405">
                <c:v>76.67322800698685</c:v>
              </c:pt>
              <c:pt idx="1406">
                <c:v>122.01952389663823</c:v>
              </c:pt>
              <c:pt idx="1407">
                <c:v>198.56371767665252</c:v>
              </c:pt>
              <c:pt idx="1408">
                <c:v>155.01987713683178</c:v>
              </c:pt>
              <c:pt idx="1409">
                <c:v>189.64838304098365</c:v>
              </c:pt>
              <c:pt idx="1410">
                <c:v>180.982513657916</c:v>
              </c:pt>
              <c:pt idx="1411">
                <c:v>192.7662525341156</c:v>
              </c:pt>
              <c:pt idx="1412">
                <c:v>191.08585058222408</c:v>
              </c:pt>
              <c:pt idx="1413">
                <c:v>134.82705858741986</c:v>
              </c:pt>
              <c:pt idx="1414">
                <c:v>217.69550548389867</c:v>
              </c:pt>
              <c:pt idx="1415">
                <c:v>124.10927478776853</c:v>
              </c:pt>
              <c:pt idx="1416">
                <c:v>180.17511997646767</c:v>
              </c:pt>
              <c:pt idx="1417">
                <c:v>53.91072635664517</c:v>
              </c:pt>
              <c:pt idx="1418">
                <c:v>130.2051190908464</c:v>
              </c:pt>
              <c:pt idx="1419">
                <c:v>141.41379184289684</c:v>
              </c:pt>
              <c:pt idx="1420">
                <c:v>220.44440003835786</c:v>
              </c:pt>
              <c:pt idx="1421">
                <c:v>97.41871831287362</c:v>
              </c:pt>
              <c:pt idx="1422">
                <c:v>229.96319060785814</c:v>
              </c:pt>
              <c:pt idx="1423">
                <c:v>189.60025726939193</c:v>
              </c:pt>
              <c:pt idx="1424">
                <c:v>172.47261396191823</c:v>
              </c:pt>
              <c:pt idx="1425">
                <c:v>85.80084851544399</c:v>
              </c:pt>
              <c:pt idx="1426">
                <c:v>89.80628558283016</c:v>
              </c:pt>
              <c:pt idx="1427">
                <c:v>193.9888842592745</c:v>
              </c:pt>
              <c:pt idx="1428">
                <c:v>76.50945219317646</c:v>
              </c:pt>
              <c:pt idx="1429">
                <c:v>176.79846159485905</c:v>
              </c:pt>
              <c:pt idx="1430">
                <c:v>123.06417796846992</c:v>
              </c:pt>
              <c:pt idx="1431">
                <c:v>130.35861383456188</c:v>
              </c:pt>
              <c:pt idx="1432">
                <c:v>106.75977461496852</c:v>
              </c:pt>
              <c:pt idx="1433">
                <c:v>110.17051892876638</c:v>
              </c:pt>
              <c:pt idx="1434">
                <c:v>106.34694198853896</c:v>
              </c:pt>
              <c:pt idx="1435">
                <c:v>191.94702098481102</c:v>
              </c:pt>
              <c:pt idx="1436">
                <c:v>80.52602299062343</c:v>
              </c:pt>
              <c:pt idx="1437">
                <c:v>128.02701936519912</c:v>
              </c:pt>
              <c:pt idx="1438">
                <c:v>126.68379350685241</c:v>
              </c:pt>
              <c:pt idx="1439">
                <c:v>138.605517189718</c:v>
              </c:pt>
              <c:pt idx="1440">
                <c:v>110.19865096181321</c:v>
              </c:pt>
              <c:pt idx="1441">
                <c:v>99.43360884869675</c:v>
              </c:pt>
              <c:pt idx="1442">
                <c:v>192.9826775115707</c:v>
              </c:pt>
              <c:pt idx="1443">
                <c:v>110.75245291206082</c:v>
              </c:pt>
              <c:pt idx="1444">
                <c:v>88.77746730426523</c:v>
              </c:pt>
              <c:pt idx="1445">
                <c:v>161.4064076075979</c:v>
              </c:pt>
              <c:pt idx="1446">
                <c:v>98.27655014086432</c:v>
              </c:pt>
              <c:pt idx="1447">
                <c:v>184.3428425861269</c:v>
              </c:pt>
              <c:pt idx="1448">
                <c:v>164.06426649249366</c:v>
              </c:pt>
              <c:pt idx="1449">
                <c:v>187.03012754870716</c:v>
              </c:pt>
              <c:pt idx="1450">
                <c:v>114.59886433438454</c:v>
              </c:pt>
              <c:pt idx="1451">
                <c:v>107.8079081070073</c:v>
              </c:pt>
              <c:pt idx="1452">
                <c:v>224.0620555784538</c:v>
              </c:pt>
              <c:pt idx="1453">
                <c:v>108.75435443011033</c:v>
              </c:pt>
              <c:pt idx="1454">
                <c:v>133.10593005381975</c:v>
              </c:pt>
              <c:pt idx="1455">
                <c:v>186.23815397035352</c:v>
              </c:pt>
              <c:pt idx="1456">
                <c:v>158.17921424548797</c:v>
              </c:pt>
              <c:pt idx="1457">
                <c:v>87.31018193396659</c:v>
              </c:pt>
              <c:pt idx="1458">
                <c:v>129.424021109708</c:v>
              </c:pt>
              <c:pt idx="1459">
                <c:v>85.8688719318084</c:v>
              </c:pt>
              <c:pt idx="1460">
                <c:v>181.34436181068196</c:v>
              </c:pt>
              <c:pt idx="1461">
                <c:v>155.9734082621634</c:v>
              </c:pt>
              <c:pt idx="1462">
                <c:v>167.6052276194232</c:v>
              </c:pt>
              <c:pt idx="1463">
                <c:v>131.1938044431517</c:v>
              </c:pt>
              <c:pt idx="1464">
                <c:v>140.99504407283888</c:v>
              </c:pt>
              <c:pt idx="1465">
                <c:v>186.82980124037783</c:v>
              </c:pt>
              <c:pt idx="1466">
                <c:v>216.2687045933999</c:v>
              </c:pt>
              <c:pt idx="1467">
                <c:v>77.86995820219846</c:v>
              </c:pt>
              <c:pt idx="1468">
                <c:v>201.80936797323378</c:v>
              </c:pt>
              <c:pt idx="1469">
                <c:v>117.8559789586513</c:v>
              </c:pt>
              <c:pt idx="1470">
                <c:v>80.45546977875355</c:v>
              </c:pt>
              <c:pt idx="1471">
                <c:v>117.63394162848023</c:v>
              </c:pt>
              <c:pt idx="1472">
                <c:v>145.66931498055612</c:v>
              </c:pt>
              <c:pt idx="1473">
                <c:v>69.0310812776192</c:v>
              </c:pt>
              <c:pt idx="1474">
                <c:v>127.47703023938651</c:v>
              </c:pt>
              <c:pt idx="1475">
                <c:v>149.89073216512207</c:v>
              </c:pt>
              <c:pt idx="1476">
                <c:v>117.59587796099113</c:v>
              </c:pt>
              <c:pt idx="1477">
                <c:v>151.802314688386</c:v>
              </c:pt>
              <c:pt idx="1478">
                <c:v>184.0337618398352</c:v>
              </c:pt>
              <c:pt idx="1479">
                <c:v>71.37304829992308</c:v>
              </c:pt>
              <c:pt idx="1480">
                <c:v>187.0584493248262</c:v>
              </c:pt>
              <c:pt idx="1481">
                <c:v>152.8513049788711</c:v>
              </c:pt>
              <c:pt idx="1482">
                <c:v>139.43846776518012</c:v>
              </c:pt>
              <c:pt idx="1483">
                <c:v>176.81818648912332</c:v>
              </c:pt>
              <c:pt idx="1484">
                <c:v>197.00854797288883</c:v>
              </c:pt>
              <c:pt idx="1485">
                <c:v>143.8034894638206</c:v>
              </c:pt>
              <c:pt idx="1486">
                <c:v>81.76249275831788</c:v>
              </c:pt>
              <c:pt idx="1487">
                <c:v>94.46162352996802</c:v>
              </c:pt>
              <c:pt idx="1488">
                <c:v>177.9800502740469</c:v>
              </c:pt>
              <c:pt idx="1489">
                <c:v>114.42843764848901</c:v>
              </c:pt>
              <c:pt idx="1490">
                <c:v>127.4442787919689</c:v>
              </c:pt>
              <c:pt idx="1491">
                <c:v>143.24873931725824</c:v>
              </c:pt>
              <c:pt idx="1492">
                <c:v>82.04235392086738</c:v>
              </c:pt>
              <c:pt idx="1493">
                <c:v>127.60885524207049</c:v>
              </c:pt>
              <c:pt idx="1494">
                <c:v>198.23847654248883</c:v>
              </c:pt>
              <c:pt idx="1495">
                <c:v>170.884866763357</c:v>
              </c:pt>
              <c:pt idx="1496">
                <c:v>222.16628048079286</c:v>
              </c:pt>
              <c:pt idx="1497">
                <c:v>125.88563609168567</c:v>
              </c:pt>
              <c:pt idx="1498">
                <c:v>93.89014314457913</c:v>
              </c:pt>
              <c:pt idx="1499">
                <c:v>146.6664518518824</c:v>
              </c:pt>
              <c:pt idx="1500">
                <c:v>201.4373450184508</c:v>
              </c:pt>
              <c:pt idx="1501">
                <c:v>134.09671434796488</c:v>
              </c:pt>
              <c:pt idx="1502">
                <c:v>93.04880395484574</c:v>
              </c:pt>
              <c:pt idx="1503">
                <c:v>74.90057080385907</c:v>
              </c:pt>
              <c:pt idx="1504">
                <c:v>211.67721203508626</c:v>
              </c:pt>
              <c:pt idx="1505">
                <c:v>182.73908838845077</c:v>
              </c:pt>
              <c:pt idx="1506">
                <c:v>196.35204768291857</c:v>
              </c:pt>
              <c:pt idx="1507">
                <c:v>87.4452920726439</c:v>
              </c:pt>
              <c:pt idx="1508">
                <c:v>207.0069049920799</c:v>
              </c:pt>
              <c:pt idx="1509">
                <c:v>154.94105580276545</c:v>
              </c:pt>
              <c:pt idx="1510">
                <c:v>72.48026764635034</c:v>
              </c:pt>
              <c:pt idx="1511">
                <c:v>159.80444581150653</c:v>
              </c:pt>
              <c:pt idx="1512">
                <c:v>187.63179966413253</c:v>
              </c:pt>
              <c:pt idx="1513">
                <c:v>153.79089403056275</c:v>
              </c:pt>
              <c:pt idx="1514">
                <c:v>82.24890755002808</c:v>
              </c:pt>
              <c:pt idx="1515">
                <c:v>94.01953103062024</c:v>
              </c:pt>
              <c:pt idx="1516">
                <c:v>123.26294290378324</c:v>
              </c:pt>
              <c:pt idx="1517">
                <c:v>97.10844398423038</c:v>
              </c:pt>
              <c:pt idx="1518">
                <c:v>93.13226573200117</c:v>
              </c:pt>
              <c:pt idx="1519">
                <c:v>171.0502888243368</c:v>
              </c:pt>
              <c:pt idx="1520">
                <c:v>105.07568746005192</c:v>
              </c:pt>
              <c:pt idx="1521">
                <c:v>107.69264431847913</c:v>
              </c:pt>
              <c:pt idx="1522">
                <c:v>125.68585766667712</c:v>
              </c:pt>
              <c:pt idx="1523">
                <c:v>175.32172979840124</c:v>
              </c:pt>
              <c:pt idx="1524">
                <c:v>199.0428851745646</c:v>
              </c:pt>
              <c:pt idx="1525">
                <c:v>161.5477368590768</c:v>
              </c:pt>
              <c:pt idx="1526">
                <c:v>141.6077704022203</c:v>
              </c:pt>
              <c:pt idx="1527">
                <c:v>115.02476919374698</c:v>
              </c:pt>
              <c:pt idx="1528">
                <c:v>136.24009626615083</c:v>
              </c:pt>
              <c:pt idx="1529">
                <c:v>192.06387637463015</c:v>
              </c:pt>
              <c:pt idx="1530">
                <c:v>99.19661527146178</c:v>
              </c:pt>
              <c:pt idx="1531">
                <c:v>82.84397529336532</c:v>
              </c:pt>
              <c:pt idx="1532">
                <c:v>215.53497234501094</c:v>
              </c:pt>
              <c:pt idx="1533">
                <c:v>213.9502408829666</c:v>
              </c:pt>
              <c:pt idx="1534">
                <c:v>226.90635589816551</c:v>
              </c:pt>
              <c:pt idx="1535">
                <c:v>145.38814405935545</c:v>
              </c:pt>
              <c:pt idx="1536">
                <c:v>80.47453582771836</c:v>
              </c:pt>
              <c:pt idx="1537">
                <c:v>78.55500895191138</c:v>
              </c:pt>
              <c:pt idx="1538">
                <c:v>68.8589769352678</c:v>
              </c:pt>
              <c:pt idx="1539">
                <c:v>165.18496458759358</c:v>
              </c:pt>
              <c:pt idx="1540">
                <c:v>186.18749188494758</c:v>
              </c:pt>
              <c:pt idx="1541">
                <c:v>178.41651394300362</c:v>
              </c:pt>
              <c:pt idx="1542">
                <c:v>181.6755953482257</c:v>
              </c:pt>
              <c:pt idx="1543">
                <c:v>71.26354518879656</c:v>
              </c:pt>
              <c:pt idx="1544">
                <c:v>166.73117797628214</c:v>
              </c:pt>
              <c:pt idx="1545">
                <c:v>142.10255373068406</c:v>
              </c:pt>
              <c:pt idx="1546">
                <c:v>167.15796643394017</c:v>
              </c:pt>
              <c:pt idx="1547">
                <c:v>147.39936032755128</c:v>
              </c:pt>
              <c:pt idx="1548">
                <c:v>153.35673333556633</c:v>
              </c:pt>
              <c:pt idx="1549">
                <c:v>69.76948658742694</c:v>
              </c:pt>
              <c:pt idx="1550">
                <c:v>179.05257893738786</c:v>
              </c:pt>
              <c:pt idx="1551">
                <c:v>147.51051019281664</c:v>
              </c:pt>
              <c:pt idx="1552">
                <c:v>152.79147911712522</c:v>
              </c:pt>
              <c:pt idx="1553">
                <c:v>175.99707591198126</c:v>
              </c:pt>
              <c:pt idx="1554">
                <c:v>116.7160869503029</c:v>
              </c:pt>
              <c:pt idx="1555">
                <c:v>217.14780580307996</c:v>
              </c:pt>
              <c:pt idx="1556">
                <c:v>138.77484404563774</c:v>
              </c:pt>
              <c:pt idx="1557">
                <c:v>82.1935791858003</c:v>
              </c:pt>
              <c:pt idx="1558">
                <c:v>81.05813888388542</c:v>
              </c:pt>
              <c:pt idx="1559">
                <c:v>157.36096561560436</c:v>
              </c:pt>
              <c:pt idx="1560">
                <c:v>84.3809929144783</c:v>
              </c:pt>
              <c:pt idx="1561">
                <c:v>82.77999404121361</c:v>
              </c:pt>
              <c:pt idx="1562">
                <c:v>178.12967099409164</c:v>
              </c:pt>
              <c:pt idx="1563">
                <c:v>62.49487596985976</c:v>
              </c:pt>
              <c:pt idx="1564">
                <c:v>182.34965877775988</c:v>
              </c:pt>
              <c:pt idx="1565">
                <c:v>220.73057690172107</c:v>
              </c:pt>
              <c:pt idx="1566">
                <c:v>112.66038796132364</c:v>
              </c:pt>
              <c:pt idx="1567">
                <c:v>124.92482922909338</c:v>
              </c:pt>
              <c:pt idx="1568">
                <c:v>141.84082736985908</c:v>
              </c:pt>
              <c:pt idx="1569">
                <c:v>184.26917132889514</c:v>
              </c:pt>
              <c:pt idx="1570">
                <c:v>195.70406728440315</c:v>
              </c:pt>
              <c:pt idx="1571">
                <c:v>125.43712191348034</c:v>
              </c:pt>
              <c:pt idx="1572">
                <c:v>204.2666810570832</c:v>
              </c:pt>
              <c:pt idx="1573">
                <c:v>167.6054856986298</c:v>
              </c:pt>
              <c:pt idx="1574">
                <c:v>173.11220064590668</c:v>
              </c:pt>
              <c:pt idx="1575">
                <c:v>189.3276300628689</c:v>
              </c:pt>
              <c:pt idx="1576">
                <c:v>183.5488710526743</c:v>
              </c:pt>
              <c:pt idx="1577">
                <c:v>80.7221453241476</c:v>
              </c:pt>
              <c:pt idx="1578">
                <c:v>97.7007831158482</c:v>
              </c:pt>
              <c:pt idx="1579">
                <c:v>165.53783293239806</c:v>
              </c:pt>
              <c:pt idx="1580">
                <c:v>102.47781324572286</c:v>
              </c:pt>
              <c:pt idx="1581">
                <c:v>182.98469591260144</c:v>
              </c:pt>
              <c:pt idx="1582">
                <c:v>102.61201759522378</c:v>
              </c:pt>
              <c:pt idx="1583">
                <c:v>139.89298598326027</c:v>
              </c:pt>
              <c:pt idx="1584">
                <c:v>218.29742366881692</c:v>
              </c:pt>
              <c:pt idx="1585">
                <c:v>83.6491819955526</c:v>
              </c:pt>
              <c:pt idx="1586">
                <c:v>167.08830820624127</c:v>
              </c:pt>
              <c:pt idx="1587">
                <c:v>207.02184693699138</c:v>
              </c:pt>
              <c:pt idx="1588">
                <c:v>96.33874531925706</c:v>
              </c:pt>
              <c:pt idx="1589">
                <c:v>154.51039602272942</c:v>
              </c:pt>
              <c:pt idx="1590">
                <c:v>130.3356669481048</c:v>
              </c:pt>
              <c:pt idx="1591">
                <c:v>170.82341535805946</c:v>
              </c:pt>
              <c:pt idx="1592">
                <c:v>96.83039030681486</c:v>
              </c:pt>
              <c:pt idx="1593">
                <c:v>179.72538997710765</c:v>
              </c:pt>
              <c:pt idx="1594">
                <c:v>193.77214449294678</c:v>
              </c:pt>
              <c:pt idx="1595">
                <c:v>177.01183710871942</c:v>
              </c:pt>
              <c:pt idx="1596">
                <c:v>131.5712691089537</c:v>
              </c:pt>
              <c:pt idx="1597">
                <c:v>207.00461398335</c:v>
              </c:pt>
              <c:pt idx="1598">
                <c:v>112.92806636877859</c:v>
              </c:pt>
              <c:pt idx="1599">
                <c:v>146.5954007301244</c:v>
              </c:pt>
              <c:pt idx="1600">
                <c:v>214.1871650824167</c:v>
              </c:pt>
              <c:pt idx="1601">
                <c:v>164.964150860548</c:v>
              </c:pt>
              <c:pt idx="1602">
                <c:v>86.57671013592284</c:v>
              </c:pt>
              <c:pt idx="1603">
                <c:v>106.20410033367992</c:v>
              </c:pt>
              <c:pt idx="1604">
                <c:v>164.50701345476145</c:v>
              </c:pt>
              <c:pt idx="1605">
                <c:v>216.76234724782003</c:v>
              </c:pt>
              <c:pt idx="1606">
                <c:v>85.56815842749535</c:v>
              </c:pt>
              <c:pt idx="1607">
                <c:v>87.96617571250985</c:v>
              </c:pt>
              <c:pt idx="1608">
                <c:v>130.7391420762046</c:v>
              </c:pt>
              <c:pt idx="1609">
                <c:v>122.40447436531791</c:v>
              </c:pt>
              <c:pt idx="1610">
                <c:v>74.91137680582654</c:v>
              </c:pt>
              <c:pt idx="1611">
                <c:v>209.58901712169842</c:v>
              </c:pt>
              <c:pt idx="1612">
                <c:v>100.90363373963157</c:v>
              </c:pt>
              <c:pt idx="1613">
                <c:v>105.03293371742826</c:v>
              </c:pt>
              <c:pt idx="1614">
                <c:v>163.47913832861622</c:v>
              </c:pt>
              <c:pt idx="1615">
                <c:v>218.72023958225773</c:v>
              </c:pt>
              <c:pt idx="1616">
                <c:v>219.62941430236597</c:v>
              </c:pt>
              <c:pt idx="1617">
                <c:v>143.25754114171704</c:v>
              </c:pt>
              <c:pt idx="1618">
                <c:v>200.63047748512912</c:v>
              </c:pt>
              <c:pt idx="1619">
                <c:v>79.27260327536919</c:v>
              </c:pt>
              <c:pt idx="1620">
                <c:v>193.86102838250494</c:v>
              </c:pt>
              <c:pt idx="1621">
                <c:v>109.5774164379206</c:v>
              </c:pt>
              <c:pt idx="1622">
                <c:v>164.40804747174064</c:v>
              </c:pt>
              <c:pt idx="1623">
                <c:v>72.36485245070887</c:v>
              </c:pt>
              <c:pt idx="1624">
                <c:v>74.58455764848668</c:v>
              </c:pt>
              <c:pt idx="1625">
                <c:v>162.41107116250433</c:v>
              </c:pt>
              <c:pt idx="1626">
                <c:v>192.52939899509963</c:v>
              </c:pt>
              <c:pt idx="1627">
                <c:v>117.5076488674456</c:v>
              </c:pt>
              <c:pt idx="1628">
                <c:v>163.62471856753123</c:v>
              </c:pt>
              <c:pt idx="1629">
                <c:v>158.03899929365852</c:v>
              </c:pt>
              <c:pt idx="1630">
                <c:v>169.05636184718122</c:v>
              </c:pt>
              <c:pt idx="1631">
                <c:v>153.94541765416878</c:v>
              </c:pt>
              <c:pt idx="1632">
                <c:v>162.04086266323895</c:v>
              </c:pt>
              <c:pt idx="1633">
                <c:v>69.57511399375616</c:v>
              </c:pt>
              <c:pt idx="1634">
                <c:v>69.41135789216287</c:v>
              </c:pt>
              <c:pt idx="1635">
                <c:v>88.83241406138049</c:v>
              </c:pt>
              <c:pt idx="1636">
                <c:v>213.88398394610573</c:v>
              </c:pt>
              <c:pt idx="1637">
                <c:v>202.5572399831546</c:v>
              </c:pt>
              <c:pt idx="1638">
                <c:v>181.78485254782512</c:v>
              </c:pt>
              <c:pt idx="1639">
                <c:v>130.25611478460087</c:v>
              </c:pt>
              <c:pt idx="1640">
                <c:v>153.63325911966893</c:v>
              </c:pt>
              <c:pt idx="1641">
                <c:v>146.01629097328419</c:v>
              </c:pt>
              <c:pt idx="1642">
                <c:v>172.04197125506684</c:v>
              </c:pt>
              <c:pt idx="1643">
                <c:v>123.71332150489295</c:v>
              </c:pt>
              <c:pt idx="1644">
                <c:v>80.50615142881382</c:v>
              </c:pt>
              <c:pt idx="1645">
                <c:v>80.83069590069528</c:v>
              </c:pt>
              <c:pt idx="1646">
                <c:v>100.76649086740329</c:v>
              </c:pt>
              <c:pt idx="1647">
                <c:v>112.53869042280328</c:v>
              </c:pt>
              <c:pt idx="1648">
                <c:v>185.911724862408</c:v>
              </c:pt>
              <c:pt idx="1649">
                <c:v>177.46991994828025</c:v>
              </c:pt>
              <c:pt idx="1650">
                <c:v>147.11948192361504</c:v>
              </c:pt>
              <c:pt idx="1651">
                <c:v>75.83366000534637</c:v>
              </c:pt>
              <c:pt idx="1652">
                <c:v>184.1727443248888</c:v>
              </c:pt>
              <c:pt idx="1653">
                <c:v>182.44916875723044</c:v>
              </c:pt>
              <c:pt idx="1654">
                <c:v>170.17396983009243</c:v>
              </c:pt>
              <c:pt idx="1655">
                <c:v>211.1191683506996</c:v>
              </c:pt>
              <c:pt idx="1656">
                <c:v>193.97807275615352</c:v>
              </c:pt>
              <c:pt idx="1657">
                <c:v>161.53382586147643</c:v>
              </c:pt>
              <c:pt idx="1658">
                <c:v>96.71535433895374</c:v>
              </c:pt>
              <c:pt idx="1659">
                <c:v>147.51279343781687</c:v>
              </c:pt>
              <c:pt idx="1660">
                <c:v>184.03387914423482</c:v>
              </c:pt>
              <c:pt idx="1661">
                <c:v>149.1843718729208</c:v>
              </c:pt>
              <c:pt idx="1662">
                <c:v>193.13599846929574</c:v>
              </c:pt>
              <c:pt idx="1663">
                <c:v>130.9351208104874</c:v>
              </c:pt>
              <c:pt idx="1664">
                <c:v>150.6346218617253</c:v>
              </c:pt>
              <c:pt idx="1665">
                <c:v>167.4151339322674</c:v>
              </c:pt>
              <c:pt idx="1666">
                <c:v>103.5278822687729</c:v>
              </c:pt>
              <c:pt idx="1667">
                <c:v>126.79380371656626</c:v>
              </c:pt>
              <c:pt idx="1668">
                <c:v>94.21031738394066</c:v>
              </c:pt>
              <c:pt idx="1669">
                <c:v>85.96567849311678</c:v>
              </c:pt>
              <c:pt idx="1670">
                <c:v>61.82750583832005</c:v>
              </c:pt>
              <c:pt idx="1671">
                <c:v>95.0934845641769</c:v>
              </c:pt>
              <c:pt idx="1672">
                <c:v>94.66438889019912</c:v>
              </c:pt>
              <c:pt idx="1673">
                <c:v>215.26931305869354</c:v>
              </c:pt>
              <c:pt idx="1674">
                <c:v>153.43483170974872</c:v>
              </c:pt>
              <c:pt idx="1675">
                <c:v>119.62355839563</c:v>
              </c:pt>
              <c:pt idx="1676">
                <c:v>197.9753823723441</c:v>
              </c:pt>
              <c:pt idx="1677">
                <c:v>76.37000496035184</c:v>
              </c:pt>
              <c:pt idx="1678">
                <c:v>130.2660573701545</c:v>
              </c:pt>
              <c:pt idx="1679">
                <c:v>85.63111109392239</c:v>
              </c:pt>
              <c:pt idx="1680">
                <c:v>84.54462815363519</c:v>
              </c:pt>
              <c:pt idx="1681">
                <c:v>124.22304697922881</c:v>
              </c:pt>
              <c:pt idx="1682">
                <c:v>47.28474617464309</c:v>
              </c:pt>
              <c:pt idx="1683">
                <c:v>104.11631473248589</c:v>
              </c:pt>
              <c:pt idx="1684">
                <c:v>200.53361522331605</c:v>
              </c:pt>
              <c:pt idx="1685">
                <c:v>153.8819490313338</c:v>
              </c:pt>
              <c:pt idx="1686">
                <c:v>224.2033670956713</c:v>
              </c:pt>
              <c:pt idx="1687">
                <c:v>188.47598420402863</c:v>
              </c:pt>
              <c:pt idx="1688">
                <c:v>115.01600148886293</c:v>
              </c:pt>
              <c:pt idx="1689">
                <c:v>73.63162247817934</c:v>
              </c:pt>
              <c:pt idx="1690">
                <c:v>168.47737230426182</c:v>
              </c:pt>
              <c:pt idx="1691">
                <c:v>219.4399331902215</c:v>
              </c:pt>
              <c:pt idx="1692">
                <c:v>74.64739329723238</c:v>
              </c:pt>
              <c:pt idx="1693">
                <c:v>126.62078312786663</c:v>
              </c:pt>
              <c:pt idx="1694">
                <c:v>88.60562292979293</c:v>
              </c:pt>
              <c:pt idx="1695">
                <c:v>215.44957523678988</c:v>
              </c:pt>
              <c:pt idx="1696">
                <c:v>165.52200301180562</c:v>
              </c:pt>
              <c:pt idx="1697">
                <c:v>151.8899994808212</c:v>
              </c:pt>
              <c:pt idx="1698">
                <c:v>89.22060852252446</c:v>
              </c:pt>
              <c:pt idx="1699">
                <c:v>181.7330902565088</c:v>
              </c:pt>
              <c:pt idx="1700">
                <c:v>75.19004838864282</c:v>
              </c:pt>
              <c:pt idx="1701">
                <c:v>129.44256836303606</c:v>
              </c:pt>
              <c:pt idx="1702">
                <c:v>98.34301945610017</c:v>
              </c:pt>
              <c:pt idx="1703">
                <c:v>128.25932235637515</c:v>
              </c:pt>
              <c:pt idx="1704">
                <c:v>146.6500294484083</c:v>
              </c:pt>
              <c:pt idx="1705">
                <c:v>96.28752536658689</c:v>
              </c:pt>
              <c:pt idx="1706">
                <c:v>121.30085433383803</c:v>
              </c:pt>
              <c:pt idx="1707">
                <c:v>208.24390211180474</c:v>
              </c:pt>
              <c:pt idx="1708">
                <c:v>108.18912351314317</c:v>
              </c:pt>
              <c:pt idx="1709">
                <c:v>218.59785603155126</c:v>
              </c:pt>
              <c:pt idx="1710">
                <c:v>118.3503905785476</c:v>
              </c:pt>
              <c:pt idx="1711">
                <c:v>183.19536718663153</c:v>
              </c:pt>
              <c:pt idx="1712">
                <c:v>131.2581563164374</c:v>
              </c:pt>
              <c:pt idx="1713">
                <c:v>159.3038375889316</c:v>
              </c:pt>
              <c:pt idx="1714">
                <c:v>179.34925558228758</c:v>
              </c:pt>
              <c:pt idx="1715">
                <c:v>177.11488593806715</c:v>
              </c:pt>
              <c:pt idx="1716">
                <c:v>195.80974222370642</c:v>
              </c:pt>
              <c:pt idx="1717">
                <c:v>188.90402867447406</c:v>
              </c:pt>
              <c:pt idx="1718">
                <c:v>88.39443743002924</c:v>
              </c:pt>
              <c:pt idx="1719">
                <c:v>122.21623493753309</c:v>
              </c:pt>
              <c:pt idx="1720">
                <c:v>134.2217295578805</c:v>
              </c:pt>
              <c:pt idx="1721">
                <c:v>141.41176965212514</c:v>
              </c:pt>
              <c:pt idx="1722">
                <c:v>159.90733717550344</c:v>
              </c:pt>
              <c:pt idx="1723">
                <c:v>170.10100128131214</c:v>
              </c:pt>
              <c:pt idx="1724">
                <c:v>204.78988500348018</c:v>
              </c:pt>
              <c:pt idx="1725">
                <c:v>201.06499237106263</c:v>
              </c:pt>
              <c:pt idx="1726">
                <c:v>226.1976173355529</c:v>
              </c:pt>
              <c:pt idx="1727">
                <c:v>88.61461633933641</c:v>
              </c:pt>
              <c:pt idx="1728">
                <c:v>176.10991709596448</c:v>
              </c:pt>
              <c:pt idx="1729">
                <c:v>164.34963240118554</c:v>
              </c:pt>
              <c:pt idx="1730">
                <c:v>113.10639504403304</c:v>
              </c:pt>
              <c:pt idx="1731">
                <c:v>151.30952047434215</c:v>
              </c:pt>
              <c:pt idx="1732">
                <c:v>160.1739412955726</c:v>
              </c:pt>
              <c:pt idx="1733">
                <c:v>198.15657668789393</c:v>
              </c:pt>
              <c:pt idx="1734">
                <c:v>181.89004804341266</c:v>
              </c:pt>
              <c:pt idx="1735">
                <c:v>111.88287527079757</c:v>
              </c:pt>
              <c:pt idx="1736">
                <c:v>127.80899619209224</c:v>
              </c:pt>
              <c:pt idx="1737">
                <c:v>102.64637589911374</c:v>
              </c:pt>
              <c:pt idx="1738">
                <c:v>185.46350577484725</c:v>
              </c:pt>
              <c:pt idx="1739">
                <c:v>94.35095858516615</c:v>
              </c:pt>
              <c:pt idx="1740">
                <c:v>148.91251527893724</c:v>
              </c:pt>
              <c:pt idx="1741">
                <c:v>168.2832048866897</c:v>
              </c:pt>
              <c:pt idx="1742">
                <c:v>58.647508262878745</c:v>
              </c:pt>
              <c:pt idx="1743">
                <c:v>125.53276733351626</c:v>
              </c:pt>
              <c:pt idx="1744">
                <c:v>186.0982291923076</c:v>
              </c:pt>
              <c:pt idx="1745">
                <c:v>180.73599066092024</c:v>
              </c:pt>
              <c:pt idx="1746">
                <c:v>153.8796983288135</c:v>
              </c:pt>
              <c:pt idx="1747">
                <c:v>132.79671039327195</c:v>
              </c:pt>
              <c:pt idx="1748">
                <c:v>198.41756571714524</c:v>
              </c:pt>
              <c:pt idx="1749">
                <c:v>114.1044789286662</c:v>
              </c:pt>
              <c:pt idx="1750">
                <c:v>111.74865207283494</c:v>
              </c:pt>
              <c:pt idx="1751">
                <c:v>96.24150423393112</c:v>
              </c:pt>
              <c:pt idx="1752">
                <c:v>121.25940805504658</c:v>
              </c:pt>
              <c:pt idx="1753">
                <c:v>93.5830399619833</c:v>
              </c:pt>
              <c:pt idx="1754">
                <c:v>173.78366056665072</c:v>
              </c:pt>
              <c:pt idx="1755">
                <c:v>192.26911030021347</c:v>
              </c:pt>
              <c:pt idx="1756">
                <c:v>94.06058820549848</c:v>
              </c:pt>
              <c:pt idx="1757">
                <c:v>109.41160262279753</c:v>
              </c:pt>
              <c:pt idx="1758">
                <c:v>91.20324277107369</c:v>
              </c:pt>
              <c:pt idx="1759">
                <c:v>142.42853195405786</c:v>
              </c:pt>
              <c:pt idx="1760">
                <c:v>133.85264515723134</c:v>
              </c:pt>
              <c:pt idx="1761">
                <c:v>109.74962954132772</c:v>
              </c:pt>
              <c:pt idx="1762">
                <c:v>201.07944810834303</c:v>
              </c:pt>
              <c:pt idx="1763">
                <c:v>96.97327032528277</c:v>
              </c:pt>
              <c:pt idx="1764">
                <c:v>135.80455913464874</c:v>
              </c:pt>
              <c:pt idx="1765">
                <c:v>198.55528462186277</c:v>
              </c:pt>
              <c:pt idx="1766">
                <c:v>118.92883678863288</c:v>
              </c:pt>
              <c:pt idx="1767">
                <c:v>141.81986626587707</c:v>
              </c:pt>
              <c:pt idx="1768">
                <c:v>171.6412546642765</c:v>
              </c:pt>
              <c:pt idx="1769">
                <c:v>231.7439279931613</c:v>
              </c:pt>
              <c:pt idx="1770">
                <c:v>124.74135315316255</c:v>
              </c:pt>
              <c:pt idx="1771">
                <c:v>75.32345004119635</c:v>
              </c:pt>
              <c:pt idx="1772">
                <c:v>184.87325222324105</c:v>
              </c:pt>
              <c:pt idx="1773">
                <c:v>108.69892317839219</c:v>
              </c:pt>
              <c:pt idx="1774">
                <c:v>51.12926820559339</c:v>
              </c:pt>
              <c:pt idx="1775">
                <c:v>116.7444973077801</c:v>
              </c:pt>
              <c:pt idx="1776">
                <c:v>225.4943095984485</c:v>
              </c:pt>
              <c:pt idx="1777">
                <c:v>147.98491960152944</c:v>
              </c:pt>
              <c:pt idx="1778">
                <c:v>85.45646739578528</c:v>
              </c:pt>
              <c:pt idx="1779">
                <c:v>63.49774542365718</c:v>
              </c:pt>
              <c:pt idx="1780">
                <c:v>122.86931614253812</c:v>
              </c:pt>
              <c:pt idx="1781">
                <c:v>78.86738780282275</c:v>
              </c:pt>
              <c:pt idx="1782">
                <c:v>80.99722290942026</c:v>
              </c:pt>
              <c:pt idx="1783">
                <c:v>180.91560229387392</c:v>
              </c:pt>
              <c:pt idx="1784">
                <c:v>152.2510724930787</c:v>
              </c:pt>
              <c:pt idx="1785">
                <c:v>207.43117298938745</c:v>
              </c:pt>
              <c:pt idx="1786">
                <c:v>108.99779874760611</c:v>
              </c:pt>
              <c:pt idx="1787">
                <c:v>163.74329087281632</c:v>
              </c:pt>
              <c:pt idx="1788">
                <c:v>107.48902245703867</c:v>
              </c:pt>
              <c:pt idx="1789">
                <c:v>129.8310171371175</c:v>
              </c:pt>
              <c:pt idx="1790">
                <c:v>176.34528825565167</c:v>
              </c:pt>
              <c:pt idx="1791">
                <c:v>59.77504307483972</c:v>
              </c:pt>
              <c:pt idx="1792">
                <c:v>214.6490411114847</c:v>
              </c:pt>
              <c:pt idx="1793">
                <c:v>120.8154490534958</c:v>
              </c:pt>
              <c:pt idx="1794">
                <c:v>135.1012640957278</c:v>
              </c:pt>
              <c:pt idx="1795">
                <c:v>230.375417338043</c:v>
              </c:pt>
              <c:pt idx="1796">
                <c:v>80.99850822747756</c:v>
              </c:pt>
              <c:pt idx="1797">
                <c:v>122.68457291350391</c:v>
              </c:pt>
              <c:pt idx="1798">
                <c:v>137.1140577193683</c:v>
              </c:pt>
              <c:pt idx="1799">
                <c:v>175.38973616129977</c:v>
              </c:pt>
              <c:pt idx="1800">
                <c:v>106.72963696032699</c:v>
              </c:pt>
              <c:pt idx="1801">
                <c:v>120.46304505430138</c:v>
              </c:pt>
              <c:pt idx="1802">
                <c:v>165.64466116661225</c:v>
              </c:pt>
              <c:pt idx="1803">
                <c:v>134.8601555952044</c:v>
              </c:pt>
              <c:pt idx="1804">
                <c:v>173.10094979930676</c:v>
              </c:pt>
              <c:pt idx="1805">
                <c:v>86.71159458109703</c:v>
              </c:pt>
              <c:pt idx="1806">
                <c:v>223.87727756803312</c:v>
              </c:pt>
              <c:pt idx="1807">
                <c:v>167.35629221708007</c:v>
              </c:pt>
              <c:pt idx="1808">
                <c:v>114.04846065070699</c:v>
              </c:pt>
              <c:pt idx="1809">
                <c:v>227.4954594437596</c:v>
              </c:pt>
              <c:pt idx="1810">
                <c:v>84.75433835549833</c:v>
              </c:pt>
              <c:pt idx="1811">
                <c:v>104.19203248615145</c:v>
              </c:pt>
              <c:pt idx="1812">
                <c:v>46.74332620999857</c:v>
              </c:pt>
              <c:pt idx="1813">
                <c:v>210.39456587669125</c:v>
              </c:pt>
              <c:pt idx="1814">
                <c:v>66.47233456831242</c:v>
              </c:pt>
              <c:pt idx="1815">
                <c:v>209.024703685665</c:v>
              </c:pt>
              <c:pt idx="1816">
                <c:v>212.04288157141482</c:v>
              </c:pt>
              <c:pt idx="1817">
                <c:v>106.92972733640298</c:v>
              </c:pt>
              <c:pt idx="1818">
                <c:v>61.51082875315328</c:v>
              </c:pt>
              <c:pt idx="1819">
                <c:v>148.6202446074716</c:v>
              </c:pt>
              <c:pt idx="1820">
                <c:v>148.92861211206127</c:v>
              </c:pt>
              <c:pt idx="1821">
                <c:v>216.7239464381185</c:v>
              </c:pt>
              <c:pt idx="1822">
                <c:v>193.0797717579545</c:v>
              </c:pt>
              <c:pt idx="1823">
                <c:v>99.2773767545627</c:v>
              </c:pt>
              <c:pt idx="1824">
                <c:v>118.42397172247857</c:v>
              </c:pt>
              <c:pt idx="1825">
                <c:v>109.41777753873208</c:v>
              </c:pt>
              <c:pt idx="1826">
                <c:v>144.7808305492273</c:v>
              </c:pt>
              <c:pt idx="1827">
                <c:v>138.27403511606553</c:v>
              </c:pt>
              <c:pt idx="1828">
                <c:v>113.21816489423503</c:v>
              </c:pt>
              <c:pt idx="1829">
                <c:v>176.2307547677459</c:v>
              </c:pt>
              <c:pt idx="1830">
                <c:v>115.84636837400579</c:v>
              </c:pt>
              <c:pt idx="1831">
                <c:v>176.73152701107975</c:v>
              </c:pt>
              <c:pt idx="1832">
                <c:v>137.7807984709974</c:v>
              </c:pt>
              <c:pt idx="1833">
                <c:v>71.63888731065562</c:v>
              </c:pt>
              <c:pt idx="1834">
                <c:v>188.07414157761372</c:v>
              </c:pt>
              <c:pt idx="1835">
                <c:v>96.22114347739671</c:v>
              </c:pt>
              <c:pt idx="1836">
                <c:v>200.85771584470172</c:v>
              </c:pt>
              <c:pt idx="1837">
                <c:v>81.3219332681179</c:v>
              </c:pt>
              <c:pt idx="1838">
                <c:v>76.60529001765445</c:v>
              </c:pt>
              <c:pt idx="1839">
                <c:v>117.42894116320092</c:v>
              </c:pt>
              <c:pt idx="1840">
                <c:v>153.5101668947795</c:v>
              </c:pt>
              <c:pt idx="1841">
                <c:v>126.85279934153463</c:v>
              </c:pt>
              <c:pt idx="1842">
                <c:v>116.03174537001635</c:v>
              </c:pt>
              <c:pt idx="1843">
                <c:v>142.68500189463424</c:v>
              </c:pt>
              <c:pt idx="1844">
                <c:v>175.74133515543735</c:v>
              </c:pt>
              <c:pt idx="1845">
                <c:v>110.22832282277855</c:v>
              </c:pt>
              <c:pt idx="1846">
                <c:v>184.87260289260195</c:v>
              </c:pt>
              <c:pt idx="1847">
                <c:v>109.21953868637546</c:v>
              </c:pt>
              <c:pt idx="1848">
                <c:v>188.90687801710544</c:v>
              </c:pt>
              <c:pt idx="1849">
                <c:v>111.14979443521572</c:v>
              </c:pt>
              <c:pt idx="1850">
                <c:v>154.5676893379524</c:v>
              </c:pt>
              <c:pt idx="1851">
                <c:v>185.12619952648734</c:v>
              </c:pt>
              <c:pt idx="1852">
                <c:v>57.57600223235765</c:v>
              </c:pt>
              <c:pt idx="1853">
                <c:v>214.86474006959475</c:v>
              </c:pt>
              <c:pt idx="1854">
                <c:v>196.50656534320976</c:v>
              </c:pt>
              <c:pt idx="1855">
                <c:v>133.68727632157902</c:v>
              </c:pt>
              <c:pt idx="1856">
                <c:v>159.92227410988136</c:v>
              </c:pt>
              <c:pt idx="1857">
                <c:v>219.41298581727165</c:v>
              </c:pt>
              <c:pt idx="1858">
                <c:v>132.4979023716428</c:v>
              </c:pt>
              <c:pt idx="1859">
                <c:v>223.60710786259023</c:v>
              </c:pt>
              <c:pt idx="1860">
                <c:v>72.75784407104518</c:v>
              </c:pt>
              <c:pt idx="1861">
                <c:v>118.27799935148538</c:v>
              </c:pt>
              <c:pt idx="1862">
                <c:v>124.15895584354278</c:v>
              </c:pt>
              <c:pt idx="1863">
                <c:v>180.63024002129822</c:v>
              </c:pt>
              <c:pt idx="1864">
                <c:v>154.22309237260595</c:v>
              </c:pt>
              <c:pt idx="1865">
                <c:v>158.0834274500112</c:v>
              </c:pt>
              <c:pt idx="1866">
                <c:v>118.67690900923614</c:v>
              </c:pt>
              <c:pt idx="1867">
                <c:v>139.99427271819246</c:v>
              </c:pt>
            </c:numLit>
          </c:xVal>
          <c:yVal>
            <c:numLit>
              <c:formatCode>General</c:formatCode>
              <c:ptCount val="1868"/>
              <c:pt idx="0">
                <c:v>129.62320731639028</c:v>
              </c:pt>
              <c:pt idx="1">
                <c:v>82.17397142615798</c:v>
              </c:pt>
              <c:pt idx="2">
                <c:v>-29.780131450213375</c:v>
              </c:pt>
              <c:pt idx="3">
                <c:v>151.11690499182248</c:v>
              </c:pt>
              <c:pt idx="4">
                <c:v>180.3311884641802</c:v>
              </c:pt>
              <c:pt idx="5">
                <c:v>233.54063291662692</c:v>
              </c:pt>
              <c:pt idx="6">
                <c:v>156.89706161658324</c:v>
              </c:pt>
              <c:pt idx="7">
                <c:v>84.26166312182636</c:v>
              </c:pt>
              <c:pt idx="8">
                <c:v>14.103061003387737</c:v>
              </c:pt>
              <c:pt idx="9">
                <c:v>18.659613406091673</c:v>
              </c:pt>
              <c:pt idx="10">
                <c:v>-4.542402233316217</c:v>
              </c:pt>
              <c:pt idx="11">
                <c:v>58.942194826128734</c:v>
              </c:pt>
              <c:pt idx="12">
                <c:v>163.15055157897729</c:v>
              </c:pt>
              <c:pt idx="13">
                <c:v>44.705441211336705</c:v>
              </c:pt>
              <c:pt idx="14">
                <c:v>171.29283030928445</c:v>
              </c:pt>
              <c:pt idx="15">
                <c:v>79.01062158356717</c:v>
              </c:pt>
              <c:pt idx="16">
                <c:v>62.22593320253474</c:v>
              </c:pt>
              <c:pt idx="17">
                <c:v>-35.39738202702746</c:v>
              </c:pt>
              <c:pt idx="18">
                <c:v>-42.404888154618774</c:v>
              </c:pt>
              <c:pt idx="19">
                <c:v>110.1746635213166</c:v>
              </c:pt>
              <c:pt idx="20">
                <c:v>139.51746365028134</c:v>
              </c:pt>
              <c:pt idx="21">
                <c:v>38.11661313613325</c:v>
              </c:pt>
              <c:pt idx="22">
                <c:v>-22.726015265572727</c:v>
              </c:pt>
              <c:pt idx="23">
                <c:v>-16.778844375649427</c:v>
              </c:pt>
              <c:pt idx="24">
                <c:v>136.65462996610245</c:v>
              </c:pt>
              <c:pt idx="25">
                <c:v>43.71125141562443</c:v>
              </c:pt>
              <c:pt idx="26">
                <c:v>-74.87116563989652</c:v>
              </c:pt>
              <c:pt idx="27">
                <c:v>56.05632749926969</c:v>
              </c:pt>
              <c:pt idx="28">
                <c:v>184.3239897662759</c:v>
              </c:pt>
              <c:pt idx="29">
                <c:v>139.52239357155347</c:v>
              </c:pt>
              <c:pt idx="30">
                <c:v>56.76098700152535</c:v>
              </c:pt>
              <c:pt idx="31">
                <c:v>183.8391182798835</c:v>
              </c:pt>
              <c:pt idx="32">
                <c:v>-58.611396398835495</c:v>
              </c:pt>
              <c:pt idx="33">
                <c:v>-10.567145307149126</c:v>
              </c:pt>
              <c:pt idx="34">
                <c:v>181.84505884221318</c:v>
              </c:pt>
              <c:pt idx="35">
                <c:v>-16.368004032514847</c:v>
              </c:pt>
              <c:pt idx="36">
                <c:v>19.07345378030866</c:v>
              </c:pt>
              <c:pt idx="37">
                <c:v>-18.731184669754043</c:v>
              </c:pt>
              <c:pt idx="38">
                <c:v>-31.331508130801012</c:v>
              </c:pt>
              <c:pt idx="39">
                <c:v>215.36148852396855</c:v>
              </c:pt>
              <c:pt idx="40">
                <c:v>207.16703100192797</c:v>
              </c:pt>
              <c:pt idx="41">
                <c:v>-59.67815592152667</c:v>
              </c:pt>
              <c:pt idx="42">
                <c:v>27.509782378851185</c:v>
              </c:pt>
              <c:pt idx="43">
                <c:v>18.20736511707979</c:v>
              </c:pt>
              <c:pt idx="44">
                <c:v>-2.1728637534855224</c:v>
              </c:pt>
              <c:pt idx="45">
                <c:v>240.25086489779164</c:v>
              </c:pt>
              <c:pt idx="46">
                <c:v>45.673233704677976</c:v>
              </c:pt>
              <c:pt idx="47">
                <c:v>206.81682740731074</c:v>
              </c:pt>
              <c:pt idx="48">
                <c:v>-39.75871844090838</c:v>
              </c:pt>
              <c:pt idx="49">
                <c:v>104.91278909210871</c:v>
              </c:pt>
              <c:pt idx="50">
                <c:v>75.88596434149187</c:v>
              </c:pt>
              <c:pt idx="51">
                <c:v>41.980606783633675</c:v>
              </c:pt>
              <c:pt idx="52">
                <c:v>120.60534218586645</c:v>
              </c:pt>
              <c:pt idx="53">
                <c:v>33.82802457018157</c:v>
              </c:pt>
              <c:pt idx="54">
                <c:v>10.012214770644988</c:v>
              </c:pt>
              <c:pt idx="55">
                <c:v>52.00372684772245</c:v>
              </c:pt>
              <c:pt idx="56">
                <c:v>239.311458419678</c:v>
              </c:pt>
              <c:pt idx="57">
                <c:v>70.30473703021867</c:v>
              </c:pt>
              <c:pt idx="58">
                <c:v>80.34378286752515</c:v>
              </c:pt>
              <c:pt idx="59">
                <c:v>-61.34163150081797</c:v>
              </c:pt>
              <c:pt idx="60">
                <c:v>78.73183754022773</c:v>
              </c:pt>
              <c:pt idx="61">
                <c:v>86.19977561317674</c:v>
              </c:pt>
              <c:pt idx="62">
                <c:v>-8.518870292476791</c:v>
              </c:pt>
              <c:pt idx="63">
                <c:v>211.58007596704167</c:v>
              </c:pt>
              <c:pt idx="64">
                <c:v>-50.256997033492084</c:v>
              </c:pt>
              <c:pt idx="65">
                <c:v>7.980525073418875</c:v>
              </c:pt>
              <c:pt idx="66">
                <c:v>38.68722897239978</c:v>
              </c:pt>
              <c:pt idx="67">
                <c:v>73.08285084812437</c:v>
              </c:pt>
              <c:pt idx="68">
                <c:v>148.4427110027646</c:v>
              </c:pt>
              <c:pt idx="69">
                <c:v>200.31474189682712</c:v>
              </c:pt>
              <c:pt idx="70">
                <c:v>82.11852822794421</c:v>
              </c:pt>
              <c:pt idx="71">
                <c:v>206.38490997716215</c:v>
              </c:pt>
              <c:pt idx="72">
                <c:v>66.16118501476402</c:v>
              </c:pt>
              <c:pt idx="73">
                <c:v>44.91503022185789</c:v>
              </c:pt>
              <c:pt idx="74">
                <c:v>-33.427558012904015</c:v>
              </c:pt>
              <c:pt idx="75">
                <c:v>-12.293659068708351</c:v>
              </c:pt>
              <c:pt idx="76">
                <c:v>-8.166813075563404</c:v>
              </c:pt>
              <c:pt idx="77">
                <c:v>48.78295745378979</c:v>
              </c:pt>
              <c:pt idx="78">
                <c:v>129.36512528669036</c:v>
              </c:pt>
              <c:pt idx="79">
                <c:v>89.9469058282649</c:v>
              </c:pt>
              <c:pt idx="80">
                <c:v>-5.476323715295202</c:v>
              </c:pt>
              <c:pt idx="81">
                <c:v>-50.23974249245592</c:v>
              </c:pt>
              <c:pt idx="82">
                <c:v>22.761721394061286</c:v>
              </c:pt>
              <c:pt idx="83">
                <c:v>67.11147818477897</c:v>
              </c:pt>
              <c:pt idx="84">
                <c:v>-43.64317642477677</c:v>
              </c:pt>
              <c:pt idx="85">
                <c:v>-50.579433062906986</c:v>
              </c:pt>
              <c:pt idx="86">
                <c:v>6.88040182235342</c:v>
              </c:pt>
              <c:pt idx="87">
                <c:v>139.39469118329436</c:v>
              </c:pt>
              <c:pt idx="88">
                <c:v>72.88550051361429</c:v>
              </c:pt>
              <c:pt idx="89">
                <c:v>39.82599926751948</c:v>
              </c:pt>
              <c:pt idx="90">
                <c:v>45.173599153388764</c:v>
              </c:pt>
              <c:pt idx="91">
                <c:v>192.55857503688298</c:v>
              </c:pt>
              <c:pt idx="92">
                <c:v>71.88559929034261</c:v>
              </c:pt>
              <c:pt idx="93">
                <c:v>6.440019769181397</c:v>
              </c:pt>
              <c:pt idx="94">
                <c:v>7.427529204164152</c:v>
              </c:pt>
              <c:pt idx="95">
                <c:v>136.25740775860086</c:v>
              </c:pt>
              <c:pt idx="96">
                <c:v>50.25838571153846</c:v>
              </c:pt>
              <c:pt idx="97">
                <c:v>223.03330558024066</c:v>
              </c:pt>
              <c:pt idx="98">
                <c:v>175.2057529265268</c:v>
              </c:pt>
              <c:pt idx="99">
                <c:v>180.3753137570042</c:v>
              </c:pt>
              <c:pt idx="100">
                <c:v>74.80477818973851</c:v>
              </c:pt>
              <c:pt idx="101">
                <c:v>157.87480141372873</c:v>
              </c:pt>
              <c:pt idx="102">
                <c:v>-44.60805104507354</c:v>
              </c:pt>
              <c:pt idx="103">
                <c:v>-11.889113188256204</c:v>
              </c:pt>
              <c:pt idx="104">
                <c:v>160.15091126734205</c:v>
              </c:pt>
              <c:pt idx="105">
                <c:v>-40.070450406635345</c:v>
              </c:pt>
              <c:pt idx="106">
                <c:v>143.4101548560269</c:v>
              </c:pt>
              <c:pt idx="107">
                <c:v>102.24352416696658</c:v>
              </c:pt>
              <c:pt idx="108">
                <c:v>30.48751940182497</c:v>
              </c:pt>
              <c:pt idx="109">
                <c:v>54.3884167848451</c:v>
              </c:pt>
              <c:pt idx="110">
                <c:v>52.614880173103025</c:v>
              </c:pt>
              <c:pt idx="111">
                <c:v>127.08530111137853</c:v>
              </c:pt>
              <c:pt idx="112">
                <c:v>27.436291669278344</c:v>
              </c:pt>
              <c:pt idx="113">
                <c:v>18.72495312095205</c:v>
              </c:pt>
              <c:pt idx="114">
                <c:v>49.12655704128134</c:v>
              </c:pt>
              <c:pt idx="115">
                <c:v>43.946485234268295</c:v>
              </c:pt>
              <c:pt idx="116">
                <c:v>91.5866419045168</c:v>
              </c:pt>
              <c:pt idx="117">
                <c:v>41.6024520805869</c:v>
              </c:pt>
              <c:pt idx="118">
                <c:v>9.232091088041145</c:v>
              </c:pt>
              <c:pt idx="119">
                <c:v>81.8852234892452</c:v>
              </c:pt>
              <c:pt idx="120">
                <c:v>36.722948381175705</c:v>
              </c:pt>
              <c:pt idx="121">
                <c:v>100.23270563985466</c:v>
              </c:pt>
              <c:pt idx="122">
                <c:v>74.50573093093092</c:v>
              </c:pt>
              <c:pt idx="123">
                <c:v>-43.35375993866958</c:v>
              </c:pt>
              <c:pt idx="124">
                <c:v>14.471516996029806</c:v>
              </c:pt>
              <c:pt idx="125">
                <c:v>-57.358388969995275</c:v>
              </c:pt>
              <c:pt idx="126">
                <c:v>-8.698024565174123</c:v>
              </c:pt>
              <c:pt idx="127">
                <c:v>140.77980152769058</c:v>
              </c:pt>
              <c:pt idx="128">
                <c:v>190.54317468435644</c:v>
              </c:pt>
              <c:pt idx="129">
                <c:v>-20.173570213477248</c:v>
              </c:pt>
              <c:pt idx="130">
                <c:v>-75.68480987071187</c:v>
              </c:pt>
              <c:pt idx="131">
                <c:v>205.22294457032237</c:v>
              </c:pt>
              <c:pt idx="132">
                <c:v>102.534061649534</c:v>
              </c:pt>
              <c:pt idx="133">
                <c:v>-18.38866208039815</c:v>
              </c:pt>
              <c:pt idx="134">
                <c:v>-6.9170210803960614</c:v>
              </c:pt>
              <c:pt idx="135">
                <c:v>63.159160883513564</c:v>
              </c:pt>
              <c:pt idx="136">
                <c:v>35.31978455664523</c:v>
              </c:pt>
              <c:pt idx="137">
                <c:v>176.7207405410266</c:v>
              </c:pt>
              <c:pt idx="138">
                <c:v>-17.971997980797823</c:v>
              </c:pt>
              <c:pt idx="139">
                <c:v>155.64729039289762</c:v>
              </c:pt>
              <c:pt idx="140">
                <c:v>55.232388432710096</c:v>
              </c:pt>
              <c:pt idx="141">
                <c:v>139.53260751497265</c:v>
              </c:pt>
              <c:pt idx="142">
                <c:v>61.47251802120719</c:v>
              </c:pt>
              <c:pt idx="143">
                <c:v>-54.94037533233359</c:v>
              </c:pt>
              <c:pt idx="144">
                <c:v>185.91694178240598</c:v>
              </c:pt>
              <c:pt idx="145">
                <c:v>188.02259578359934</c:v>
              </c:pt>
              <c:pt idx="146">
                <c:v>146.5868995699808</c:v>
              </c:pt>
              <c:pt idx="147">
                <c:v>-19.457558398036156</c:v>
              </c:pt>
              <c:pt idx="148">
                <c:v>30.631406325409053</c:v>
              </c:pt>
              <c:pt idx="149">
                <c:v>185.47330923270306</c:v>
              </c:pt>
              <c:pt idx="150">
                <c:v>63.85590138537085</c:v>
              </c:pt>
              <c:pt idx="151">
                <c:v>85.7333040115823</c:v>
              </c:pt>
              <c:pt idx="152">
                <c:v>154.68126288037575</c:v>
              </c:pt>
              <c:pt idx="153">
                <c:v>127.20077702764915</c:v>
              </c:pt>
              <c:pt idx="154">
                <c:v>145.02303311607565</c:v>
              </c:pt>
              <c:pt idx="155">
                <c:v>200.96367669270288</c:v>
              </c:pt>
              <c:pt idx="156">
                <c:v>147.21760786587723</c:v>
              </c:pt>
              <c:pt idx="157">
                <c:v>32.483076629634766</c:v>
              </c:pt>
              <c:pt idx="158">
                <c:v>4.367400481415018</c:v>
              </c:pt>
              <c:pt idx="159">
                <c:v>177.16909957950074</c:v>
              </c:pt>
              <c:pt idx="160">
                <c:v>139.90394751415732</c:v>
              </c:pt>
              <c:pt idx="161">
                <c:v>110.23041277628207</c:v>
              </c:pt>
              <c:pt idx="162">
                <c:v>59.73853704719638</c:v>
              </c:pt>
              <c:pt idx="163">
                <c:v>121.64179999976045</c:v>
              </c:pt>
              <c:pt idx="164">
                <c:v>32.85409897506261</c:v>
              </c:pt>
              <c:pt idx="165">
                <c:v>189.34975471580066</c:v>
              </c:pt>
              <c:pt idx="166">
                <c:v>175.0219226853116</c:v>
              </c:pt>
              <c:pt idx="167">
                <c:v>-4.20983546843204</c:v>
              </c:pt>
              <c:pt idx="168">
                <c:v>58.49053466995392</c:v>
              </c:pt>
              <c:pt idx="169">
                <c:v>28.87187875346597</c:v>
              </c:pt>
              <c:pt idx="170">
                <c:v>68.99550330129804</c:v>
              </c:pt>
              <c:pt idx="171">
                <c:v>51.745437441220815</c:v>
              </c:pt>
              <c:pt idx="172">
                <c:v>45.24421133188763</c:v>
              </c:pt>
              <c:pt idx="173">
                <c:v>175.44644639362096</c:v>
              </c:pt>
              <c:pt idx="174">
                <c:v>147.16564933640993</c:v>
              </c:pt>
              <c:pt idx="175">
                <c:v>-22.47483323806165</c:v>
              </c:pt>
              <c:pt idx="176">
                <c:v>13.780930147695052</c:v>
              </c:pt>
              <c:pt idx="177">
                <c:v>127.52775899016424</c:v>
              </c:pt>
              <c:pt idx="178">
                <c:v>24.106333872415778</c:v>
              </c:pt>
              <c:pt idx="179">
                <c:v>18.884313959055227</c:v>
              </c:pt>
              <c:pt idx="180">
                <c:v>121.07037138493035</c:v>
              </c:pt>
              <c:pt idx="181">
                <c:v>22.646446679009482</c:v>
              </c:pt>
              <c:pt idx="182">
                <c:v>178.59404893467038</c:v>
              </c:pt>
              <c:pt idx="183">
                <c:v>57.145397953489415</c:v>
              </c:pt>
              <c:pt idx="184">
                <c:v>227.79986641900342</c:v>
              </c:pt>
              <c:pt idx="185">
                <c:v>-12.88293795664697</c:v>
              </c:pt>
              <c:pt idx="186">
                <c:v>76.57849893242108</c:v>
              </c:pt>
              <c:pt idx="187">
                <c:v>-9.647013310155238</c:v>
              </c:pt>
              <c:pt idx="188">
                <c:v>78.54726652154201</c:v>
              </c:pt>
              <c:pt idx="189">
                <c:v>80.82557630725748</c:v>
              </c:pt>
              <c:pt idx="190">
                <c:v>10.384040446648335</c:v>
              </c:pt>
              <c:pt idx="191">
                <c:v>179.4311233769164</c:v>
              </c:pt>
              <c:pt idx="192">
                <c:v>99.71587544574427</c:v>
              </c:pt>
              <c:pt idx="193">
                <c:v>17.63175703499971</c:v>
              </c:pt>
              <c:pt idx="194">
                <c:v>231.7629188447003</c:v>
              </c:pt>
              <c:pt idx="195">
                <c:v>-14.708262638983996</c:v>
              </c:pt>
              <c:pt idx="196">
                <c:v>89.78462370195398</c:v>
              </c:pt>
              <c:pt idx="197">
                <c:v>127.84086479843619</c:v>
              </c:pt>
              <c:pt idx="198">
                <c:v>69.79975254981245</c:v>
              </c:pt>
              <c:pt idx="199">
                <c:v>-40.6071503419153</c:v>
              </c:pt>
              <c:pt idx="200">
                <c:v>-14.170528594347672</c:v>
              </c:pt>
              <c:pt idx="201">
                <c:v>-3.569925638589204</c:v>
              </c:pt>
              <c:pt idx="202">
                <c:v>79.32666813262537</c:v>
              </c:pt>
              <c:pt idx="203">
                <c:v>160.15910572674593</c:v>
              </c:pt>
              <c:pt idx="204">
                <c:v>93.38611834647406</c:v>
              </c:pt>
              <c:pt idx="205">
                <c:v>134.0503275801876</c:v>
              </c:pt>
              <c:pt idx="206">
                <c:v>10.863519438762943</c:v>
              </c:pt>
              <c:pt idx="207">
                <c:v>70.52885735601558</c:v>
              </c:pt>
              <c:pt idx="208">
                <c:v>212.4053365279933</c:v>
              </c:pt>
              <c:pt idx="209">
                <c:v>201.77547974184014</c:v>
              </c:pt>
              <c:pt idx="210">
                <c:v>200.7724313407164</c:v>
              </c:pt>
              <c:pt idx="211">
                <c:v>139.89397897147603</c:v>
              </c:pt>
              <c:pt idx="212">
                <c:v>209.379109627367</c:v>
              </c:pt>
              <c:pt idx="213">
                <c:v>181.70253382765165</c:v>
              </c:pt>
              <c:pt idx="214">
                <c:v>0.11647219532837028</c:v>
              </c:pt>
              <c:pt idx="215">
                <c:v>107.10593314083596</c:v>
              </c:pt>
              <c:pt idx="216">
                <c:v>111.40432820903698</c:v>
              </c:pt>
              <c:pt idx="217">
                <c:v>97.5069150757873</c:v>
              </c:pt>
              <c:pt idx="218">
                <c:v>-72.52760876233658</c:v>
              </c:pt>
              <c:pt idx="219">
                <c:v>165.37492803648286</c:v>
              </c:pt>
              <c:pt idx="220">
                <c:v>13.962142136509378</c:v>
              </c:pt>
              <c:pt idx="221">
                <c:v>174.58588484541662</c:v>
              </c:pt>
              <c:pt idx="222">
                <c:v>169.04456540126358</c:v>
              </c:pt>
              <c:pt idx="223">
                <c:v>-37.587718645394546</c:v>
              </c:pt>
              <c:pt idx="224">
                <c:v>44.57568431981326</c:v>
              </c:pt>
              <c:pt idx="225">
                <c:v>-64.84698101175924</c:v>
              </c:pt>
              <c:pt idx="226">
                <c:v>45.14932892410522</c:v>
              </c:pt>
              <c:pt idx="227">
                <c:v>58.83336698729242</c:v>
              </c:pt>
              <c:pt idx="228">
                <c:v>100.04481500622586</c:v>
              </c:pt>
              <c:pt idx="229">
                <c:v>-14.158678056223394</c:v>
              </c:pt>
              <c:pt idx="230">
                <c:v>103.73387748608098</c:v>
              </c:pt>
              <c:pt idx="231">
                <c:v>117.65071794775072</c:v>
              </c:pt>
              <c:pt idx="232">
                <c:v>115.56006052644202</c:v>
              </c:pt>
              <c:pt idx="233">
                <c:v>-37.90877037542393</c:v>
              </c:pt>
              <c:pt idx="234">
                <c:v>159.8338030960997</c:v>
              </c:pt>
              <c:pt idx="235">
                <c:v>-84.8110404346748</c:v>
              </c:pt>
              <c:pt idx="236">
                <c:v>37.58323918974021</c:v>
              </c:pt>
              <c:pt idx="237">
                <c:v>104.57849828702163</c:v>
              </c:pt>
              <c:pt idx="238">
                <c:v>146.78453786034993</c:v>
              </c:pt>
              <c:pt idx="239">
                <c:v>51.30010453928611</c:v>
              </c:pt>
              <c:pt idx="240">
                <c:v>-78.67331929436463</c:v>
              </c:pt>
              <c:pt idx="241">
                <c:v>77.85899921386405</c:v>
              </c:pt>
              <c:pt idx="242">
                <c:v>182.88693579601093</c:v>
              </c:pt>
              <c:pt idx="243">
                <c:v>77.54472732324724</c:v>
              </c:pt>
              <c:pt idx="244">
                <c:v>3.4344750172321667</c:v>
              </c:pt>
              <c:pt idx="245">
                <c:v>98.00497653674476</c:v>
              </c:pt>
              <c:pt idx="246">
                <c:v>127.03099498818267</c:v>
              </c:pt>
              <c:pt idx="247">
                <c:v>148.22139681620558</c:v>
              </c:pt>
              <c:pt idx="248">
                <c:v>116.2743247694628</c:v>
              </c:pt>
              <c:pt idx="249">
                <c:v>142.02198531500505</c:v>
              </c:pt>
              <c:pt idx="250">
                <c:v>85.53400484287725</c:v>
              </c:pt>
              <c:pt idx="251">
                <c:v>-24.533078758849584</c:v>
              </c:pt>
              <c:pt idx="252">
                <c:v>97.12017250555078</c:v>
              </c:pt>
              <c:pt idx="253">
                <c:v>113.27783821963442</c:v>
              </c:pt>
              <c:pt idx="254">
                <c:v>121.58749735585097</c:v>
              </c:pt>
              <c:pt idx="255">
                <c:v>-46.75611135154388</c:v>
              </c:pt>
              <c:pt idx="256">
                <c:v>57.26784925572206</c:v>
              </c:pt>
              <c:pt idx="257">
                <c:v>190.09404516602982</c:v>
              </c:pt>
              <c:pt idx="258">
                <c:v>-35.5572152135864</c:v>
              </c:pt>
              <c:pt idx="259">
                <c:v>157.5979280208578</c:v>
              </c:pt>
              <c:pt idx="260">
                <c:v>71.90774294771916</c:v>
              </c:pt>
              <c:pt idx="261">
                <c:v>77.4049156376609</c:v>
              </c:pt>
              <c:pt idx="262">
                <c:v>48.66024559190107</c:v>
              </c:pt>
              <c:pt idx="263">
                <c:v>103.80086681638488</c:v>
              </c:pt>
              <c:pt idx="264">
                <c:v>46.655934497171536</c:v>
              </c:pt>
              <c:pt idx="265">
                <c:v>173.7616227017349</c:v>
              </c:pt>
              <c:pt idx="266">
                <c:v>206.72678228162616</c:v>
              </c:pt>
              <c:pt idx="267">
                <c:v>87.30456600817587</c:v>
              </c:pt>
              <c:pt idx="268">
                <c:v>136.7792403012797</c:v>
              </c:pt>
              <c:pt idx="269">
                <c:v>114.14185550306908</c:v>
              </c:pt>
              <c:pt idx="270">
                <c:v>10.152159445325054</c:v>
              </c:pt>
              <c:pt idx="271">
                <c:v>12.727284315855655</c:v>
              </c:pt>
              <c:pt idx="272">
                <c:v>156.12749325473374</c:v>
              </c:pt>
              <c:pt idx="273">
                <c:v>61.22674644833573</c:v>
              </c:pt>
              <c:pt idx="274">
                <c:v>151.03042125589465</c:v>
              </c:pt>
              <c:pt idx="275">
                <c:v>151.11858766067664</c:v>
              </c:pt>
              <c:pt idx="276">
                <c:v>125.35948384960292</c:v>
              </c:pt>
              <c:pt idx="277">
                <c:v>57.04686120904435</c:v>
              </c:pt>
              <c:pt idx="278">
                <c:v>93.13608528421227</c:v>
              </c:pt>
              <c:pt idx="279">
                <c:v>188.35249043388174</c:v>
              </c:pt>
              <c:pt idx="280">
                <c:v>-63.66538056712048</c:v>
              </c:pt>
              <c:pt idx="281">
                <c:v>129.1317457941592</c:v>
              </c:pt>
              <c:pt idx="282">
                <c:v>86.84977248650165</c:v>
              </c:pt>
              <c:pt idx="283">
                <c:v>69.99460125154654</c:v>
              </c:pt>
              <c:pt idx="284">
                <c:v>132.77483244653783</c:v>
              </c:pt>
              <c:pt idx="285">
                <c:v>147.22877135253358</c:v>
              </c:pt>
              <c:pt idx="286">
                <c:v>179.4043181523677</c:v>
              </c:pt>
              <c:pt idx="287">
                <c:v>126.73849070101494</c:v>
              </c:pt>
              <c:pt idx="288">
                <c:v>102.0005895646022</c:v>
              </c:pt>
              <c:pt idx="289">
                <c:v>63.24780038303309</c:v>
              </c:pt>
              <c:pt idx="290">
                <c:v>-27.250167896786493</c:v>
              </c:pt>
              <c:pt idx="291">
                <c:v>0.26310726199596957</c:v>
              </c:pt>
              <c:pt idx="292">
                <c:v>104.54888977671287</c:v>
              </c:pt>
              <c:pt idx="293">
                <c:v>116.8898990635613</c:v>
              </c:pt>
              <c:pt idx="294">
                <c:v>222.33723284030742</c:v>
              </c:pt>
              <c:pt idx="295">
                <c:v>135.03374822865652</c:v>
              </c:pt>
              <c:pt idx="296">
                <c:v>-52.09208074409824</c:v>
              </c:pt>
              <c:pt idx="297">
                <c:v>175.39359226256045</c:v>
              </c:pt>
              <c:pt idx="298">
                <c:v>42.128166010410844</c:v>
              </c:pt>
              <c:pt idx="299">
                <c:v>44.95307721530958</c:v>
              </c:pt>
              <c:pt idx="300">
                <c:v>171.56181281571128</c:v>
              </c:pt>
              <c:pt idx="301">
                <c:v>84.39907343701432</c:v>
              </c:pt>
              <c:pt idx="302">
                <c:v>86.19568884559712</c:v>
              </c:pt>
              <c:pt idx="303">
                <c:v>-37.106212557218086</c:v>
              </c:pt>
              <c:pt idx="304">
                <c:v>4.2195766519679125</c:v>
              </c:pt>
              <c:pt idx="305">
                <c:v>42.86706665334156</c:v>
              </c:pt>
              <c:pt idx="306">
                <c:v>128.4272509420863</c:v>
              </c:pt>
              <c:pt idx="307">
                <c:v>-16.252952590166117</c:v>
              </c:pt>
              <c:pt idx="308">
                <c:v>-27.560957316812747</c:v>
              </c:pt>
              <c:pt idx="309">
                <c:v>152.35924745381416</c:v>
              </c:pt>
              <c:pt idx="310">
                <c:v>-64.30988813549288</c:v>
              </c:pt>
              <c:pt idx="311">
                <c:v>176.25933577606514</c:v>
              </c:pt>
              <c:pt idx="312">
                <c:v>-47.26885015237018</c:v>
              </c:pt>
              <c:pt idx="313">
                <c:v>-47.736048023546374</c:v>
              </c:pt>
              <c:pt idx="314">
                <c:v>194.18230798054438</c:v>
              </c:pt>
              <c:pt idx="315">
                <c:v>193.61725129811597</c:v>
              </c:pt>
              <c:pt idx="316">
                <c:v>76.79333120509905</c:v>
              </c:pt>
              <c:pt idx="317">
                <c:v>136.2058926466158</c:v>
              </c:pt>
              <c:pt idx="318">
                <c:v>141.43314664158433</c:v>
              </c:pt>
              <c:pt idx="319">
                <c:v>119.79551766435331</c:v>
              </c:pt>
              <c:pt idx="320">
                <c:v>7.57222970598167</c:v>
              </c:pt>
              <c:pt idx="321">
                <c:v>194.1397900451063</c:v>
              </c:pt>
              <c:pt idx="322">
                <c:v>62.807873516626174</c:v>
              </c:pt>
              <c:pt idx="323">
                <c:v>126.43681263124856</c:v>
              </c:pt>
              <c:pt idx="324">
                <c:v>89.05405275005171</c:v>
              </c:pt>
              <c:pt idx="325">
                <c:v>149.96981356377228</c:v>
              </c:pt>
              <c:pt idx="326">
                <c:v>73.7822690394114</c:v>
              </c:pt>
              <c:pt idx="327">
                <c:v>-37.036587084238505</c:v>
              </c:pt>
              <c:pt idx="328">
                <c:v>-18.146719694596058</c:v>
              </c:pt>
              <c:pt idx="329">
                <c:v>84.81553291031307</c:v>
              </c:pt>
              <c:pt idx="330">
                <c:v>103.41855789317873</c:v>
              </c:pt>
              <c:pt idx="331">
                <c:v>106.18283590988058</c:v>
              </c:pt>
              <c:pt idx="332">
                <c:v>66.169755389104</c:v>
              </c:pt>
              <c:pt idx="333">
                <c:v>70.07773372237855</c:v>
              </c:pt>
              <c:pt idx="334">
                <c:v>29.837504448397564</c:v>
              </c:pt>
              <c:pt idx="335">
                <c:v>131.41239600852788</c:v>
              </c:pt>
              <c:pt idx="336">
                <c:v>-4.910253087248066</c:v>
              </c:pt>
              <c:pt idx="337">
                <c:v>84.59766742224481</c:v>
              </c:pt>
              <c:pt idx="338">
                <c:v>134.49930449137304</c:v>
              </c:pt>
              <c:pt idx="339">
                <c:v>136.81511442081398</c:v>
              </c:pt>
              <c:pt idx="340">
                <c:v>91.64536107475719</c:v>
              </c:pt>
              <c:pt idx="341">
                <c:v>19.09111450361391</c:v>
              </c:pt>
              <c:pt idx="342">
                <c:v>139.39152804141094</c:v>
              </c:pt>
              <c:pt idx="343">
                <c:v>186.62537401933307</c:v>
              </c:pt>
              <c:pt idx="344">
                <c:v>29.192268509625546</c:v>
              </c:pt>
              <c:pt idx="345">
                <c:v>87.35042122497522</c:v>
              </c:pt>
              <c:pt idx="346">
                <c:v>-1.142213221513721</c:v>
              </c:pt>
              <c:pt idx="347">
                <c:v>73.806469044178</c:v>
              </c:pt>
              <c:pt idx="348">
                <c:v>50.19973935545805</c:v>
              </c:pt>
              <c:pt idx="349">
                <c:v>-17.506597303925304</c:v>
              </c:pt>
              <c:pt idx="350">
                <c:v>105.65756123624399</c:v>
              </c:pt>
              <c:pt idx="351">
                <c:v>-41.15989813154104</c:v>
              </c:pt>
              <c:pt idx="352">
                <c:v>-28.738183122748993</c:v>
              </c:pt>
              <c:pt idx="353">
                <c:v>23.198700512904434</c:v>
              </c:pt>
              <c:pt idx="354">
                <c:v>142.73640859093828</c:v>
              </c:pt>
              <c:pt idx="355">
                <c:v>126.9973857097716</c:v>
              </c:pt>
              <c:pt idx="356">
                <c:v>115.1444439742055</c:v>
              </c:pt>
              <c:pt idx="357">
                <c:v>31.229389175500348</c:v>
              </c:pt>
              <c:pt idx="358">
                <c:v>66.50553928715719</c:v>
              </c:pt>
              <c:pt idx="359">
                <c:v>88.50724622600362</c:v>
              </c:pt>
              <c:pt idx="360">
                <c:v>92.3472484824739</c:v>
              </c:pt>
              <c:pt idx="361">
                <c:v>139.6790289088868</c:v>
              </c:pt>
              <c:pt idx="362">
                <c:v>51.857422237325046</c:v>
              </c:pt>
              <c:pt idx="363">
                <c:v>92.7722788402929</c:v>
              </c:pt>
              <c:pt idx="364">
                <c:v>73.55817141102646</c:v>
              </c:pt>
              <c:pt idx="365">
                <c:v>138.92579026658177</c:v>
              </c:pt>
              <c:pt idx="366">
                <c:v>204.69944455889112</c:v>
              </c:pt>
              <c:pt idx="367">
                <c:v>-4.579584863772524</c:v>
              </c:pt>
              <c:pt idx="368">
                <c:v>1.3929562264505648</c:v>
              </c:pt>
              <c:pt idx="369">
                <c:v>101.82111690369389</c:v>
              </c:pt>
              <c:pt idx="370">
                <c:v>203.15368506174693</c:v>
              </c:pt>
              <c:pt idx="371">
                <c:v>158.14618959759798</c:v>
              </c:pt>
              <c:pt idx="372">
                <c:v>14.689624501996143</c:v>
              </c:pt>
              <c:pt idx="373">
                <c:v>75.84779124876451</c:v>
              </c:pt>
              <c:pt idx="374">
                <c:v>168.57723235143737</c:v>
              </c:pt>
              <c:pt idx="375">
                <c:v>-15.170556372244448</c:v>
              </c:pt>
              <c:pt idx="376">
                <c:v>174.02461136257227</c:v>
              </c:pt>
              <c:pt idx="377">
                <c:v>87.73982223676538</c:v>
              </c:pt>
              <c:pt idx="378">
                <c:v>111.45085409964369</c:v>
              </c:pt>
              <c:pt idx="379">
                <c:v>-18.230827649323103</c:v>
              </c:pt>
              <c:pt idx="380">
                <c:v>114.84719147983189</c:v>
              </c:pt>
              <c:pt idx="381">
                <c:v>164.92891651821458</c:v>
              </c:pt>
              <c:pt idx="382">
                <c:v>-18.752848561909033</c:v>
              </c:pt>
              <c:pt idx="383">
                <c:v>166.51856012249698</c:v>
              </c:pt>
              <c:pt idx="384">
                <c:v>158.669773088098</c:v>
              </c:pt>
              <c:pt idx="385">
                <c:v>17.348648353157223</c:v>
              </c:pt>
              <c:pt idx="386">
                <c:v>104.2792675837733</c:v>
              </c:pt>
              <c:pt idx="387">
                <c:v>136.2262332898531</c:v>
              </c:pt>
              <c:pt idx="388">
                <c:v>182.62829566699818</c:v>
              </c:pt>
              <c:pt idx="389">
                <c:v>54.019928192416934</c:v>
              </c:pt>
              <c:pt idx="390">
                <c:v>98.2759826468089</c:v>
              </c:pt>
              <c:pt idx="391">
                <c:v>105.63469810246326</c:v>
              </c:pt>
              <c:pt idx="392">
                <c:v>131.8436535350982</c:v>
              </c:pt>
              <c:pt idx="393">
                <c:v>69.2897503204976</c:v>
              </c:pt>
              <c:pt idx="394">
                <c:v>236.70800957444612</c:v>
              </c:pt>
              <c:pt idx="395">
                <c:v>127.41395373587372</c:v>
              </c:pt>
              <c:pt idx="396">
                <c:v>150.21074632971101</c:v>
              </c:pt>
              <c:pt idx="397">
                <c:v>-0.8514308991419952</c:v>
              </c:pt>
              <c:pt idx="398">
                <c:v>-48.182156111204094</c:v>
              </c:pt>
              <c:pt idx="399">
                <c:v>2.0763894888332786</c:v>
              </c:pt>
              <c:pt idx="400">
                <c:v>42.03306754092402</c:v>
              </c:pt>
              <c:pt idx="401">
                <c:v>33.92000484383304</c:v>
              </c:pt>
              <c:pt idx="402">
                <c:v>75.39161973096346</c:v>
              </c:pt>
              <c:pt idx="403">
                <c:v>51.51788719203182</c:v>
              </c:pt>
              <c:pt idx="404">
                <c:v>94.11223842829926</c:v>
              </c:pt>
              <c:pt idx="405">
                <c:v>171.60713103858347</c:v>
              </c:pt>
              <c:pt idx="406">
                <c:v>133.0438637392324</c:v>
              </c:pt>
              <c:pt idx="407">
                <c:v>101.29267197521527</c:v>
              </c:pt>
              <c:pt idx="408">
                <c:v>175.92201166825066</c:v>
              </c:pt>
              <c:pt idx="409">
                <c:v>51.41808102554723</c:v>
              </c:pt>
              <c:pt idx="410">
                <c:v>85.8555626267325</c:v>
              </c:pt>
              <c:pt idx="411">
                <c:v>157.14818334537068</c:v>
              </c:pt>
              <c:pt idx="412">
                <c:v>36.95733034756928</c:v>
              </c:pt>
              <c:pt idx="413">
                <c:v>89.6865174214252</c:v>
              </c:pt>
              <c:pt idx="414">
                <c:v>114.42580643595142</c:v>
              </c:pt>
              <c:pt idx="415">
                <c:v>127.21492609168118</c:v>
              </c:pt>
              <c:pt idx="416">
                <c:v>143.94554095159194</c:v>
              </c:pt>
              <c:pt idx="417">
                <c:v>202.63960207672912</c:v>
              </c:pt>
              <c:pt idx="418">
                <c:v>186.07289008199336</c:v>
              </c:pt>
              <c:pt idx="419">
                <c:v>165.31966984674216</c:v>
              </c:pt>
              <c:pt idx="420">
                <c:v>154.05237979086712</c:v>
              </c:pt>
              <c:pt idx="421">
                <c:v>64.4335815161745</c:v>
              </c:pt>
              <c:pt idx="422">
                <c:v>65.44282649502543</c:v>
              </c:pt>
              <c:pt idx="423">
                <c:v>238.50529760862548</c:v>
              </c:pt>
              <c:pt idx="424">
                <c:v>116.28674939410988</c:v>
              </c:pt>
              <c:pt idx="425">
                <c:v>180.89600362211655</c:v>
              </c:pt>
              <c:pt idx="426">
                <c:v>5.763219056398633</c:v>
              </c:pt>
              <c:pt idx="427">
                <c:v>84.29949323656248</c:v>
              </c:pt>
              <c:pt idx="428">
                <c:v>3.5895938344063865</c:v>
              </c:pt>
              <c:pt idx="429">
                <c:v>-3.81721757601467</c:v>
              </c:pt>
              <c:pt idx="430">
                <c:v>170.24675356170803</c:v>
              </c:pt>
              <c:pt idx="431">
                <c:v>-17.675210200444397</c:v>
              </c:pt>
              <c:pt idx="432">
                <c:v>120.80437279193254</c:v>
              </c:pt>
              <c:pt idx="433">
                <c:v>231.33366754501708</c:v>
              </c:pt>
              <c:pt idx="434">
                <c:v>217.12738763898258</c:v>
              </c:pt>
              <c:pt idx="435">
                <c:v>83.9123021847269</c:v>
              </c:pt>
              <c:pt idx="436">
                <c:v>147.25433195916213</c:v>
              </c:pt>
              <c:pt idx="437">
                <c:v>9.673507803541355</c:v>
              </c:pt>
              <c:pt idx="438">
                <c:v>131.70985251988205</c:v>
              </c:pt>
              <c:pt idx="439">
                <c:v>8.45073335942709</c:v>
              </c:pt>
              <c:pt idx="440">
                <c:v>147.1200746276912</c:v>
              </c:pt>
              <c:pt idx="441">
                <c:v>-11.585153323570097</c:v>
              </c:pt>
              <c:pt idx="442">
                <c:v>92.9059081853278</c:v>
              </c:pt>
              <c:pt idx="443">
                <c:v>-31.76009756763642</c:v>
              </c:pt>
              <c:pt idx="444">
                <c:v>103.6794562573598</c:v>
              </c:pt>
              <c:pt idx="445">
                <c:v>8.957976328375828</c:v>
              </c:pt>
              <c:pt idx="446">
                <c:v>-47.09154606902496</c:v>
              </c:pt>
              <c:pt idx="447">
                <c:v>29.44451898923074</c:v>
              </c:pt>
              <c:pt idx="448">
                <c:v>19.135293653616145</c:v>
              </c:pt>
              <c:pt idx="449">
                <c:v>59.14862300178192</c:v>
              </c:pt>
              <c:pt idx="450">
                <c:v>-67.13011130523043</c:v>
              </c:pt>
              <c:pt idx="451">
                <c:v>82.7804837763422</c:v>
              </c:pt>
              <c:pt idx="452">
                <c:v>130.62867749824943</c:v>
              </c:pt>
              <c:pt idx="453">
                <c:v>62.62997088275451</c:v>
              </c:pt>
              <c:pt idx="454">
                <c:v>86.52933139743922</c:v>
              </c:pt>
              <c:pt idx="455">
                <c:v>-5.318632045966005</c:v>
              </c:pt>
              <c:pt idx="456">
                <c:v>67.42386718230719</c:v>
              </c:pt>
              <c:pt idx="457">
                <c:v>201.99138172513588</c:v>
              </c:pt>
              <c:pt idx="458">
                <c:v>-38.698562188451305</c:v>
              </c:pt>
              <c:pt idx="459">
                <c:v>147.93651466618084</c:v>
              </c:pt>
              <c:pt idx="460">
                <c:v>155.7579072744403</c:v>
              </c:pt>
              <c:pt idx="461">
                <c:v>-42.45321791175927</c:v>
              </c:pt>
              <c:pt idx="462">
                <c:v>161.96800447287984</c:v>
              </c:pt>
              <c:pt idx="463">
                <c:v>185.6808114494876</c:v>
              </c:pt>
              <c:pt idx="464">
                <c:v>-17.859932612898277</c:v>
              </c:pt>
              <c:pt idx="465">
                <c:v>149.37358333760352</c:v>
              </c:pt>
              <c:pt idx="466">
                <c:v>108.94584771650727</c:v>
              </c:pt>
              <c:pt idx="467">
                <c:v>80.60415105883716</c:v>
              </c:pt>
              <c:pt idx="468">
                <c:v>-2.7877569534305593</c:v>
              </c:pt>
              <c:pt idx="469">
                <c:v>78.92836659330317</c:v>
              </c:pt>
              <c:pt idx="470">
                <c:v>146.43246570359878</c:v>
              </c:pt>
              <c:pt idx="471">
                <c:v>138.7172547841511</c:v>
              </c:pt>
              <c:pt idx="472">
                <c:v>23.70818395895407</c:v>
              </c:pt>
              <c:pt idx="473">
                <c:v>139.4230446090392</c:v>
              </c:pt>
              <c:pt idx="474">
                <c:v>-37.236922436983306</c:v>
              </c:pt>
              <c:pt idx="475">
                <c:v>31.709340864567707</c:v>
              </c:pt>
              <c:pt idx="476">
                <c:v>172.82154855007326</c:v>
              </c:pt>
              <c:pt idx="477">
                <c:v>27.836337048893704</c:v>
              </c:pt>
              <c:pt idx="478">
                <c:v>-44.572035561864865</c:v>
              </c:pt>
              <c:pt idx="479">
                <c:v>167.53988860366482</c:v>
              </c:pt>
              <c:pt idx="480">
                <c:v>-9.371449552192026</c:v>
              </c:pt>
              <c:pt idx="481">
                <c:v>90.46376085450765</c:v>
              </c:pt>
              <c:pt idx="482">
                <c:v>28.422709864708352</c:v>
              </c:pt>
              <c:pt idx="483">
                <c:v>74.20444894160791</c:v>
              </c:pt>
              <c:pt idx="484">
                <c:v>21.77000431330596</c:v>
              </c:pt>
              <c:pt idx="485">
                <c:v>49.22814084119349</c:v>
              </c:pt>
              <c:pt idx="486">
                <c:v>2.2647845305747865</c:v>
              </c:pt>
              <c:pt idx="487">
                <c:v>190.41107950394718</c:v>
              </c:pt>
              <c:pt idx="488">
                <c:v>108.94698403265042</c:v>
              </c:pt>
              <c:pt idx="489">
                <c:v>-30.488526269581882</c:v>
              </c:pt>
              <c:pt idx="490">
                <c:v>86.08788701658885</c:v>
              </c:pt>
              <c:pt idx="491">
                <c:v>95.83191523716522</c:v>
              </c:pt>
              <c:pt idx="492">
                <c:v>137.16796479651407</c:v>
              </c:pt>
              <c:pt idx="493">
                <c:v>60.3759815055471</c:v>
              </c:pt>
              <c:pt idx="494">
                <c:v>207.07714701053575</c:v>
              </c:pt>
              <c:pt idx="495">
                <c:v>108.02701993646338</c:v>
              </c:pt>
              <c:pt idx="496">
                <c:v>123.53915862721152</c:v>
              </c:pt>
              <c:pt idx="497">
                <c:v>169.2728695111863</c:v>
              </c:pt>
              <c:pt idx="498">
                <c:v>-61.94235255028207</c:v>
              </c:pt>
              <c:pt idx="499">
                <c:v>220.785973731957</c:v>
              </c:pt>
              <c:pt idx="500">
                <c:v>81.33501977740457</c:v>
              </c:pt>
              <c:pt idx="501">
                <c:v>189.7791724414228</c:v>
              </c:pt>
              <c:pt idx="502">
                <c:v>166.50334886002355</c:v>
              </c:pt>
              <c:pt idx="503">
                <c:v>191.24261389720868</c:v>
              </c:pt>
              <c:pt idx="504">
                <c:v>-29.892704124112527</c:v>
              </c:pt>
              <c:pt idx="505">
                <c:v>57.98486823019866</c:v>
              </c:pt>
              <c:pt idx="506">
                <c:v>27.62658910767048</c:v>
              </c:pt>
              <c:pt idx="507">
                <c:v>235.5391366507028</c:v>
              </c:pt>
              <c:pt idx="508">
                <c:v>126.80136554888888</c:v>
              </c:pt>
              <c:pt idx="509">
                <c:v>-10.099691888468016</c:v>
              </c:pt>
              <c:pt idx="510">
                <c:v>56.9363352624945</c:v>
              </c:pt>
              <c:pt idx="511">
                <c:v>185.87094463258165</c:v>
              </c:pt>
              <c:pt idx="512">
                <c:v>144.88906149443108</c:v>
              </c:pt>
              <c:pt idx="513">
                <c:v>98.743801124958</c:v>
              </c:pt>
              <c:pt idx="514">
                <c:v>34.79822756131437</c:v>
              </c:pt>
              <c:pt idx="515">
                <c:v>119.1664939655355</c:v>
              </c:pt>
              <c:pt idx="516">
                <c:v>0.9909037031757251</c:v>
              </c:pt>
              <c:pt idx="517">
                <c:v>0.0714437960686638</c:v>
              </c:pt>
              <c:pt idx="518">
                <c:v>34.61776009209812</c:v>
              </c:pt>
              <c:pt idx="519">
                <c:v>-41.15745486888949</c:v>
              </c:pt>
              <c:pt idx="520">
                <c:v>-60.624340701793244</c:v>
              </c:pt>
              <c:pt idx="521">
                <c:v>104.24794786346223</c:v>
              </c:pt>
              <c:pt idx="522">
                <c:v>126.59045378145944</c:v>
              </c:pt>
              <c:pt idx="523">
                <c:v>57.5172487116761</c:v>
              </c:pt>
              <c:pt idx="524">
                <c:v>-54.2368432442112</c:v>
              </c:pt>
              <c:pt idx="525">
                <c:v>104.81294547525582</c:v>
              </c:pt>
              <c:pt idx="526">
                <c:v>53.597352060106715</c:v>
              </c:pt>
              <c:pt idx="527">
                <c:v>203.29239453159704</c:v>
              </c:pt>
              <c:pt idx="528">
                <c:v>159.56853462455223</c:v>
              </c:pt>
              <c:pt idx="529">
                <c:v>14.49613489748652</c:v>
              </c:pt>
              <c:pt idx="530">
                <c:v>95.98273449946393</c:v>
              </c:pt>
              <c:pt idx="531">
                <c:v>34.11881694743578</c:v>
              </c:pt>
              <c:pt idx="532">
                <c:v>202.83556721730722</c:v>
              </c:pt>
              <c:pt idx="533">
                <c:v>85.69474284496539</c:v>
              </c:pt>
              <c:pt idx="534">
                <c:v>180.05266578283562</c:v>
              </c:pt>
              <c:pt idx="535">
                <c:v>91.9507652334066</c:v>
              </c:pt>
              <c:pt idx="536">
                <c:v>-26.56564980731322</c:v>
              </c:pt>
              <c:pt idx="537">
                <c:v>105.46784382518044</c:v>
              </c:pt>
              <c:pt idx="538">
                <c:v>116.71996293390806</c:v>
              </c:pt>
              <c:pt idx="539">
                <c:v>69.67004264268098</c:v>
              </c:pt>
              <c:pt idx="540">
                <c:v>72.05796611697754</c:v>
              </c:pt>
              <c:pt idx="541">
                <c:v>-46.515409481550535</c:v>
              </c:pt>
              <c:pt idx="542">
                <c:v>13.764891126606251</c:v>
              </c:pt>
              <c:pt idx="543">
                <c:v>141.71714973024297</c:v>
              </c:pt>
              <c:pt idx="544">
                <c:v>48.14444859164607</c:v>
              </c:pt>
              <c:pt idx="545">
                <c:v>119.55656050017319</c:v>
              </c:pt>
              <c:pt idx="546">
                <c:v>-60.69108216997586</c:v>
              </c:pt>
              <c:pt idx="547">
                <c:v>83.66976955699535</c:v>
              </c:pt>
              <c:pt idx="548">
                <c:v>-22.39837720415437</c:v>
              </c:pt>
              <c:pt idx="549">
                <c:v>-2.551501211229528</c:v>
              </c:pt>
              <c:pt idx="550">
                <c:v>65.51835673936684</c:v>
              </c:pt>
              <c:pt idx="551">
                <c:v>52.0166887344918</c:v>
              </c:pt>
              <c:pt idx="552">
                <c:v>109.03710566843667</c:v>
              </c:pt>
              <c:pt idx="553">
                <c:v>166.5812519887167</c:v>
              </c:pt>
              <c:pt idx="554">
                <c:v>44.29638667104824</c:v>
              </c:pt>
              <c:pt idx="555">
                <c:v>209.30109342847183</c:v>
              </c:pt>
              <c:pt idx="556">
                <c:v>49.532705110982384</c:v>
              </c:pt>
              <c:pt idx="557">
                <c:v>-7.5987965741706915</c:v>
              </c:pt>
              <c:pt idx="558">
                <c:v>-2.3834704454814855</c:v>
              </c:pt>
              <c:pt idx="559">
                <c:v>77.116566212868</c:v>
              </c:pt>
              <c:pt idx="560">
                <c:v>180.53181631136525</c:v>
              </c:pt>
              <c:pt idx="561">
                <c:v>215.58854568581677</c:v>
              </c:pt>
              <c:pt idx="562">
                <c:v>-42.26996371683015</c:v>
              </c:pt>
              <c:pt idx="563">
                <c:v>157.58015200678443</c:v>
              </c:pt>
              <c:pt idx="564">
                <c:v>160.59955083882264</c:v>
              </c:pt>
              <c:pt idx="565">
                <c:v>-5.866061226098594</c:v>
              </c:pt>
              <c:pt idx="566">
                <c:v>21.97791237979356</c:v>
              </c:pt>
              <c:pt idx="567">
                <c:v>152.25066949809076</c:v>
              </c:pt>
              <c:pt idx="568">
                <c:v>220.89433584516166</c:v>
              </c:pt>
              <c:pt idx="569">
                <c:v>-17.365188705378586</c:v>
              </c:pt>
              <c:pt idx="570">
                <c:v>64.99460748094708</c:v>
              </c:pt>
              <c:pt idx="571">
                <c:v>145.54451052400444</c:v>
              </c:pt>
              <c:pt idx="572">
                <c:v>112.11145184899425</c:v>
              </c:pt>
              <c:pt idx="573">
                <c:v>161.9491997297264</c:v>
              </c:pt>
              <c:pt idx="574">
                <c:v>165.83299043441633</c:v>
              </c:pt>
              <c:pt idx="575">
                <c:v>199.5891306446929</c:v>
              </c:pt>
              <c:pt idx="576">
                <c:v>153.02631730058664</c:v>
              </c:pt>
              <c:pt idx="577">
                <c:v>208.67272899419083</c:v>
              </c:pt>
              <c:pt idx="578">
                <c:v>162.2254176020517</c:v>
              </c:pt>
              <c:pt idx="579">
                <c:v>21.166858020882707</c:v>
              </c:pt>
              <c:pt idx="580">
                <c:v>68.62269002546881</c:v>
              </c:pt>
              <c:pt idx="581">
                <c:v>63.44088062289246</c:v>
              </c:pt>
              <c:pt idx="582">
                <c:v>111.10452603045894</c:v>
              </c:pt>
              <c:pt idx="583">
                <c:v>169.39053803790134</c:v>
              </c:pt>
              <c:pt idx="584">
                <c:v>15.294061033681153</c:v>
              </c:pt>
              <c:pt idx="585">
                <c:v>-8.96544562277981</c:v>
              </c:pt>
              <c:pt idx="586">
                <c:v>240.0440582871785</c:v>
              </c:pt>
              <c:pt idx="587">
                <c:v>-22.747401568798054</c:v>
              </c:pt>
              <c:pt idx="588">
                <c:v>8.219414173289913</c:v>
              </c:pt>
              <c:pt idx="589">
                <c:v>54.802031295771286</c:v>
              </c:pt>
              <c:pt idx="590">
                <c:v>99.69520531792386</c:v>
              </c:pt>
              <c:pt idx="591">
                <c:v>7.034262196390074</c:v>
              </c:pt>
              <c:pt idx="592">
                <c:v>157.09595560564247</c:v>
              </c:pt>
              <c:pt idx="593">
                <c:v>116.2521789459669</c:v>
              </c:pt>
              <c:pt idx="594">
                <c:v>180.65620810012564</c:v>
              </c:pt>
              <c:pt idx="595">
                <c:v>107.05327475857374</c:v>
              </c:pt>
              <c:pt idx="596">
                <c:v>86.76082723370517</c:v>
              </c:pt>
              <c:pt idx="597">
                <c:v>-22.83790939010207</c:v>
              </c:pt>
              <c:pt idx="598">
                <c:v>144.4159609896938</c:v>
              </c:pt>
              <c:pt idx="599">
                <c:v>57.51123698703544</c:v>
              </c:pt>
              <c:pt idx="600">
                <c:v>217.601871862878</c:v>
              </c:pt>
              <c:pt idx="601">
                <c:v>78.32951638392052</c:v>
              </c:pt>
              <c:pt idx="602">
                <c:v>33.127763966253184</c:v>
              </c:pt>
              <c:pt idx="603">
                <c:v>-17.18124668956567</c:v>
              </c:pt>
              <c:pt idx="604">
                <c:v>162.70819825489826</c:v>
              </c:pt>
              <c:pt idx="605">
                <c:v>19.1540447615457</c:v>
              </c:pt>
              <c:pt idx="606">
                <c:v>99.2785040281214</c:v>
              </c:pt>
              <c:pt idx="607">
                <c:v>162.4333530419036</c:v>
              </c:pt>
              <c:pt idx="608">
                <c:v>181.35656609919081</c:v>
              </c:pt>
              <c:pt idx="609">
                <c:v>-23.51346492678894</c:v>
              </c:pt>
              <c:pt idx="610">
                <c:v>67.29193987381666</c:v>
              </c:pt>
              <c:pt idx="611">
                <c:v>113.10656599362578</c:v>
              </c:pt>
              <c:pt idx="612">
                <c:v>49.17921328653971</c:v>
              </c:pt>
              <c:pt idx="613">
                <c:v>67.83642447019213</c:v>
              </c:pt>
              <c:pt idx="614">
                <c:v>229.29104046200058</c:v>
              </c:pt>
              <c:pt idx="615">
                <c:v>181.0305071322946</c:v>
              </c:pt>
              <c:pt idx="616">
                <c:v>100.08147262146443</c:v>
              </c:pt>
              <c:pt idx="617">
                <c:v>-9.188798258822715</c:v>
              </c:pt>
              <c:pt idx="618">
                <c:v>88.78815518064852</c:v>
              </c:pt>
              <c:pt idx="619">
                <c:v>175.8864276571337</c:v>
              </c:pt>
              <c:pt idx="620">
                <c:v>145.59788333229645</c:v>
              </c:pt>
              <c:pt idx="621">
                <c:v>43.54645419172784</c:v>
              </c:pt>
              <c:pt idx="622">
                <c:v>30.10609309665484</c:v>
              </c:pt>
              <c:pt idx="623">
                <c:v>87.07817962316152</c:v>
              </c:pt>
              <c:pt idx="624">
                <c:v>217.67984280631356</c:v>
              </c:pt>
              <c:pt idx="625">
                <c:v>223.86715896159419</c:v>
              </c:pt>
              <c:pt idx="626">
                <c:v>-53.26835173894521</c:v>
              </c:pt>
              <c:pt idx="627">
                <c:v>29.304644822387672</c:v>
              </c:pt>
              <c:pt idx="628">
                <c:v>222.06198208921182</c:v>
              </c:pt>
              <c:pt idx="629">
                <c:v>190.23457375604576</c:v>
              </c:pt>
              <c:pt idx="630">
                <c:v>102.2910316991483</c:v>
              </c:pt>
              <c:pt idx="631">
                <c:v>33.57149957681355</c:v>
              </c:pt>
              <c:pt idx="632">
                <c:v>124.71897018851432</c:v>
              </c:pt>
              <c:pt idx="633">
                <c:v>127.034536512042</c:v>
              </c:pt>
              <c:pt idx="634">
                <c:v>33.47708096858494</c:v>
              </c:pt>
              <c:pt idx="635">
                <c:v>-16.080184539502113</c:v>
              </c:pt>
              <c:pt idx="636">
                <c:v>-44.40259480653813</c:v>
              </c:pt>
              <c:pt idx="637">
                <c:v>185.47184798711672</c:v>
              </c:pt>
              <c:pt idx="638">
                <c:v>98.35401095399335</c:v>
              </c:pt>
              <c:pt idx="639">
                <c:v>191.61694906686225</c:v>
              </c:pt>
              <c:pt idx="640">
                <c:v>6.798715662186943</c:v>
              </c:pt>
              <c:pt idx="641">
                <c:v>111.512326774744</c:v>
              </c:pt>
              <c:pt idx="642">
                <c:v>84.3026504971377</c:v>
              </c:pt>
              <c:pt idx="643">
                <c:v>155.72618734090614</c:v>
              </c:pt>
              <c:pt idx="644">
                <c:v>-36.36344501588003</c:v>
              </c:pt>
              <c:pt idx="645">
                <c:v>179.01347837011343</c:v>
              </c:pt>
              <c:pt idx="646">
                <c:v>99.76398877690266</c:v>
              </c:pt>
              <c:pt idx="647">
                <c:v>172.89508248662034</c:v>
              </c:pt>
              <c:pt idx="648">
                <c:v>10.012539036262808</c:v>
              </c:pt>
              <c:pt idx="649">
                <c:v>63.00577510830617</c:v>
              </c:pt>
              <c:pt idx="650">
                <c:v>-45.03728692841143</c:v>
              </c:pt>
              <c:pt idx="651">
                <c:v>56.02663950228172</c:v>
              </c:pt>
              <c:pt idx="652">
                <c:v>-19.891368116580722</c:v>
              </c:pt>
              <c:pt idx="653">
                <c:v>-77.64910244998603</c:v>
              </c:pt>
              <c:pt idx="654">
                <c:v>-7.7617252191305255</c:v>
              </c:pt>
              <c:pt idx="655">
                <c:v>170.74589635978487</c:v>
              </c:pt>
              <c:pt idx="656">
                <c:v>-2.116314599108847</c:v>
              </c:pt>
              <c:pt idx="657">
                <c:v>-46.35615657873295</c:v>
              </c:pt>
              <c:pt idx="658">
                <c:v>190.82281245679502</c:v>
              </c:pt>
              <c:pt idx="659">
                <c:v>114.42396927093043</c:v>
              </c:pt>
              <c:pt idx="660">
                <c:v>233.50424449960263</c:v>
              </c:pt>
              <c:pt idx="661">
                <c:v>33.76847710693311</c:v>
              </c:pt>
              <c:pt idx="662">
                <c:v>-39.25456244761695</c:v>
              </c:pt>
              <c:pt idx="663">
                <c:v>175.57544163220422</c:v>
              </c:pt>
              <c:pt idx="664">
                <c:v>226.10171881238114</c:v>
              </c:pt>
              <c:pt idx="665">
                <c:v>155.39718299775853</c:v>
              </c:pt>
              <c:pt idx="666">
                <c:v>121.7400265961697</c:v>
              </c:pt>
              <c:pt idx="667">
                <c:v>237.85973609597576</c:v>
              </c:pt>
              <c:pt idx="668">
                <c:v>145.54991782377158</c:v>
              </c:pt>
              <c:pt idx="669">
                <c:v>-36.22887705466796</c:v>
              </c:pt>
              <c:pt idx="670">
                <c:v>40.117628988172534</c:v>
              </c:pt>
              <c:pt idx="671">
                <c:v>36.79086096746508</c:v>
              </c:pt>
              <c:pt idx="672">
                <c:v>177.77084762513908</c:v>
              </c:pt>
              <c:pt idx="673">
                <c:v>5.4640604655139455</c:v>
              </c:pt>
              <c:pt idx="674">
                <c:v>241.83871146851743</c:v>
              </c:pt>
              <c:pt idx="675">
                <c:v>70.91282573177006</c:v>
              </c:pt>
              <c:pt idx="676">
                <c:v>89.69135439788391</c:v>
              </c:pt>
              <c:pt idx="677">
                <c:v>97.96074182899</c:v>
              </c:pt>
              <c:pt idx="678">
                <c:v>42.72312967986349</c:v>
              </c:pt>
              <c:pt idx="679">
                <c:v>34.54207644691451</c:v>
              </c:pt>
              <c:pt idx="680">
                <c:v>128.1760295416334</c:v>
              </c:pt>
              <c:pt idx="681">
                <c:v>35.21694809502404</c:v>
              </c:pt>
              <c:pt idx="682">
                <c:v>-43.05610805525876</c:v>
              </c:pt>
              <c:pt idx="683">
                <c:v>240.55246953761932</c:v>
              </c:pt>
              <c:pt idx="684">
                <c:v>76.40884484019554</c:v>
              </c:pt>
              <c:pt idx="685">
                <c:v>32.21530285668044</c:v>
              </c:pt>
              <c:pt idx="686">
                <c:v>13.549113033719607</c:v>
              </c:pt>
              <c:pt idx="687">
                <c:v>-72.3944969437616</c:v>
              </c:pt>
              <c:pt idx="688">
                <c:v>142.12766067162903</c:v>
              </c:pt>
              <c:pt idx="689">
                <c:v>177.64242127339946</c:v>
              </c:pt>
              <c:pt idx="690">
                <c:v>62.50887258365756</c:v>
              </c:pt>
              <c:pt idx="691">
                <c:v>10.161263955353753</c:v>
              </c:pt>
              <c:pt idx="692">
                <c:v>49.046647845331286</c:v>
              </c:pt>
              <c:pt idx="693">
                <c:v>208.94176638120067</c:v>
              </c:pt>
              <c:pt idx="694">
                <c:v>48.01575716535677</c:v>
              </c:pt>
              <c:pt idx="695">
                <c:v>93.53389972784613</c:v>
              </c:pt>
              <c:pt idx="696">
                <c:v>229.93395430880219</c:v>
              </c:pt>
              <c:pt idx="697">
                <c:v>139.50033415071255</c:v>
              </c:pt>
              <c:pt idx="698">
                <c:v>52.7221498794442</c:v>
              </c:pt>
              <c:pt idx="699">
                <c:v>115.33211466015211</c:v>
              </c:pt>
              <c:pt idx="700">
                <c:v>86.64677297236062</c:v>
              </c:pt>
              <c:pt idx="701">
                <c:v>124.38401902124144</c:v>
              </c:pt>
              <c:pt idx="702">
                <c:v>92.89830793745452</c:v>
              </c:pt>
              <c:pt idx="703">
                <c:v>97.80021297110423</c:v>
              </c:pt>
              <c:pt idx="704">
                <c:v>120.63121051059379</c:v>
              </c:pt>
              <c:pt idx="705">
                <c:v>7.848669871700515</c:v>
              </c:pt>
              <c:pt idx="706">
                <c:v>7.0144146365020035</c:v>
              </c:pt>
              <c:pt idx="707">
                <c:v>50.20608194918021</c:v>
              </c:pt>
              <c:pt idx="708">
                <c:v>94.12038140977813</c:v>
              </c:pt>
              <c:pt idx="709">
                <c:v>32.54255421220883</c:v>
              </c:pt>
              <c:pt idx="710">
                <c:v>133.81495350976752</c:v>
              </c:pt>
              <c:pt idx="711">
                <c:v>-7.827462969183195</c:v>
              </c:pt>
              <c:pt idx="712">
                <c:v>136.16350222501666</c:v>
              </c:pt>
              <c:pt idx="713">
                <c:v>29.20793308448345</c:v>
              </c:pt>
              <c:pt idx="714">
                <c:v>34.862463012114375</c:v>
              </c:pt>
              <c:pt idx="715">
                <c:v>38.607714967070216</c:v>
              </c:pt>
              <c:pt idx="716">
                <c:v>26.53255977361374</c:v>
              </c:pt>
              <c:pt idx="717">
                <c:v>5.453787554482403</c:v>
              </c:pt>
              <c:pt idx="718">
                <c:v>-5.748480018746044</c:v>
              </c:pt>
              <c:pt idx="719">
                <c:v>238.84500405239294</c:v>
              </c:pt>
              <c:pt idx="720">
                <c:v>142.375970642504</c:v>
              </c:pt>
              <c:pt idx="721">
                <c:v>64.01866128166806</c:v>
              </c:pt>
              <c:pt idx="722">
                <c:v>141.23843633994096</c:v>
              </c:pt>
              <c:pt idx="723">
                <c:v>99.555170202591</c:v>
              </c:pt>
              <c:pt idx="724">
                <c:v>179.83599031022678</c:v>
              </c:pt>
              <c:pt idx="725">
                <c:v>204.03283813501736</c:v>
              </c:pt>
              <c:pt idx="726">
                <c:v>11.085622110653901</c:v>
              </c:pt>
              <c:pt idx="727">
                <c:v>103.88256381437878</c:v>
              </c:pt>
              <c:pt idx="728">
                <c:v>159.40622132933285</c:v>
              </c:pt>
              <c:pt idx="729">
                <c:v>150.0523725520863</c:v>
              </c:pt>
              <c:pt idx="730">
                <c:v>43.80274530977493</c:v>
              </c:pt>
              <c:pt idx="731">
                <c:v>131.93837874488355</c:v>
              </c:pt>
              <c:pt idx="732">
                <c:v>39.95325033674682</c:v>
              </c:pt>
              <c:pt idx="733">
                <c:v>81.25230060786026</c:v>
              </c:pt>
              <c:pt idx="734">
                <c:v>73.60777104598078</c:v>
              </c:pt>
              <c:pt idx="735">
                <c:v>83.8861610024749</c:v>
              </c:pt>
              <c:pt idx="736">
                <c:v>-29.780452354210766</c:v>
              </c:pt>
              <c:pt idx="737">
                <c:v>149.082708725018</c:v>
              </c:pt>
              <c:pt idx="738">
                <c:v>23.237876647545704</c:v>
              </c:pt>
              <c:pt idx="739">
                <c:v>-35.523188407666</c:v>
              </c:pt>
              <c:pt idx="740">
                <c:v>2.3883613516116426</c:v>
              </c:pt>
              <c:pt idx="741">
                <c:v>75.08700780805682</c:v>
              </c:pt>
              <c:pt idx="742">
                <c:v>-29.996455189114442</c:v>
              </c:pt>
              <c:pt idx="743">
                <c:v>33.94533151016786</c:v>
              </c:pt>
              <c:pt idx="744">
                <c:v>173.73669211369068</c:v>
              </c:pt>
              <c:pt idx="745">
                <c:v>26.680305076502208</c:v>
              </c:pt>
              <c:pt idx="746">
                <c:v>180.05292531735265</c:v>
              </c:pt>
              <c:pt idx="747">
                <c:v>26.35144229279049</c:v>
              </c:pt>
              <c:pt idx="748">
                <c:v>17.4545979990083</c:v>
              </c:pt>
              <c:pt idx="749">
                <c:v>164.3672242544269</c:v>
              </c:pt>
              <c:pt idx="750">
                <c:v>11.039475894962884</c:v>
              </c:pt>
              <c:pt idx="751">
                <c:v>224.9929487475354</c:v>
              </c:pt>
              <c:pt idx="752">
                <c:v>93.83124752920014</c:v>
              </c:pt>
              <c:pt idx="753">
                <c:v>11.123114352265198</c:v>
              </c:pt>
              <c:pt idx="754">
                <c:v>-34.12772061135789</c:v>
              </c:pt>
              <c:pt idx="755">
                <c:v>52.20611265371295</c:v>
              </c:pt>
              <c:pt idx="756">
                <c:v>230.27983399348966</c:v>
              </c:pt>
              <c:pt idx="757">
                <c:v>-20.95453838149912</c:v>
              </c:pt>
              <c:pt idx="758">
                <c:v>151.36586448737373</c:v>
              </c:pt>
              <c:pt idx="759">
                <c:v>-57.45924850966276</c:v>
              </c:pt>
              <c:pt idx="760">
                <c:v>25.14666100777985</c:v>
              </c:pt>
              <c:pt idx="761">
                <c:v>178.23171498954798</c:v>
              </c:pt>
              <c:pt idx="762">
                <c:v>6.326843846546815</c:v>
              </c:pt>
              <c:pt idx="763">
                <c:v>55.92752495242586</c:v>
              </c:pt>
              <c:pt idx="764">
                <c:v>209.66764175116555</c:v>
              </c:pt>
              <c:pt idx="765">
                <c:v>-25.40206688953566</c:v>
              </c:pt>
              <c:pt idx="766">
                <c:v>41.36568223612371</c:v>
              </c:pt>
              <c:pt idx="767">
                <c:v>0.39840898628609267</c:v>
              </c:pt>
              <c:pt idx="768">
                <c:v>36.63558794620313</c:v>
              </c:pt>
              <c:pt idx="769">
                <c:v>32.327840605159864</c:v>
              </c:pt>
              <c:pt idx="770">
                <c:v>23.420322640390395</c:v>
              </c:pt>
              <c:pt idx="771">
                <c:v>96.66381427352451</c:v>
              </c:pt>
              <c:pt idx="772">
                <c:v>96.48883516075531</c:v>
              </c:pt>
              <c:pt idx="773">
                <c:v>83.79437631117149</c:v>
              </c:pt>
              <c:pt idx="774">
                <c:v>167.96932443931684</c:v>
              </c:pt>
              <c:pt idx="775">
                <c:v>26.753863598877714</c:v>
              </c:pt>
              <c:pt idx="776">
                <c:v>39.27090267391738</c:v>
              </c:pt>
              <c:pt idx="777">
                <c:v>177.95851891419403</c:v>
              </c:pt>
              <c:pt idx="778">
                <c:v>87.17166374782728</c:v>
              </c:pt>
              <c:pt idx="779">
                <c:v>44.07515969066639</c:v>
              </c:pt>
              <c:pt idx="780">
                <c:v>169.9428498174801</c:v>
              </c:pt>
              <c:pt idx="781">
                <c:v>88.7223092488282</c:v>
              </c:pt>
              <c:pt idx="782">
                <c:v>51.16428740625176</c:v>
              </c:pt>
              <c:pt idx="783">
                <c:v>-5.956060729360914</c:v>
              </c:pt>
              <c:pt idx="784">
                <c:v>18.430393942914954</c:v>
              </c:pt>
              <c:pt idx="785">
                <c:v>125.13025719692868</c:v>
              </c:pt>
              <c:pt idx="786">
                <c:v>-27.434686479569095</c:v>
              </c:pt>
              <c:pt idx="787">
                <c:v>90.34630626935606</c:v>
              </c:pt>
              <c:pt idx="788">
                <c:v>11.949242039991368</c:v>
              </c:pt>
              <c:pt idx="789">
                <c:v>24.897725781524972</c:v>
              </c:pt>
              <c:pt idx="790">
                <c:v>108.39177134949861</c:v>
              </c:pt>
              <c:pt idx="791">
                <c:v>214.4915715607952</c:v>
              </c:pt>
              <c:pt idx="792">
                <c:v>-1.3996522628454429</c:v>
              </c:pt>
              <c:pt idx="793">
                <c:v>117.97700209054881</c:v>
              </c:pt>
              <c:pt idx="794">
                <c:v>85.76455688558484</c:v>
              </c:pt>
              <c:pt idx="795">
                <c:v>84.92416341657506</c:v>
              </c:pt>
              <c:pt idx="796">
                <c:v>-32.484402718432946</c:v>
              </c:pt>
              <c:pt idx="797">
                <c:v>207.82160906883283</c:v>
              </c:pt>
              <c:pt idx="798">
                <c:v>-40.754167934649956</c:v>
              </c:pt>
              <c:pt idx="799">
                <c:v>14.893718655102063</c:v>
              </c:pt>
              <c:pt idx="800">
                <c:v>235.27036133280367</c:v>
              </c:pt>
              <c:pt idx="801">
                <c:v>1.1102524742901991</c:v>
              </c:pt>
              <c:pt idx="802">
                <c:v>118.17053308321093</c:v>
              </c:pt>
              <c:pt idx="803">
                <c:v>53.78284775373934</c:v>
              </c:pt>
              <c:pt idx="804">
                <c:v>71.56895991114506</c:v>
              </c:pt>
              <c:pt idx="805">
                <c:v>-5.357688222936112</c:v>
              </c:pt>
              <c:pt idx="806">
                <c:v>67.93869006312948</c:v>
              </c:pt>
              <c:pt idx="807">
                <c:v>6.1344888994018945</c:v>
              </c:pt>
              <c:pt idx="808">
                <c:v>-4.998069493181106</c:v>
              </c:pt>
              <c:pt idx="809">
                <c:v>-63.06440919292973</c:v>
              </c:pt>
              <c:pt idx="810">
                <c:v>101.13078791431403</c:v>
              </c:pt>
              <c:pt idx="811">
                <c:v>-10.142773623363802</c:v>
              </c:pt>
              <c:pt idx="812">
                <c:v>80.19962555929942</c:v>
              </c:pt>
              <c:pt idx="813">
                <c:v>177.23545734475766</c:v>
              </c:pt>
              <c:pt idx="814">
                <c:v>38.39664007258841</c:v>
              </c:pt>
              <c:pt idx="815">
                <c:v>50.58590773503897</c:v>
              </c:pt>
              <c:pt idx="816">
                <c:v>175.6504414207497</c:v>
              </c:pt>
              <c:pt idx="817">
                <c:v>50.268613051100395</c:v>
              </c:pt>
              <c:pt idx="818">
                <c:v>67.95922835788792</c:v>
              </c:pt>
              <c:pt idx="819">
                <c:v>73.21535737516707</c:v>
              </c:pt>
              <c:pt idx="820">
                <c:v>-46.522409732833324</c:v>
              </c:pt>
              <c:pt idx="821">
                <c:v>51.36378262616631</c:v>
              </c:pt>
              <c:pt idx="822">
                <c:v>-19.155485927775857</c:v>
              </c:pt>
              <c:pt idx="823">
                <c:v>-33.56101621719964</c:v>
              </c:pt>
              <c:pt idx="824">
                <c:v>97.55643398352049</c:v>
              </c:pt>
              <c:pt idx="825">
                <c:v>-42.29032763904591</c:v>
              </c:pt>
              <c:pt idx="826">
                <c:v>-23.85553698062013</c:v>
              </c:pt>
              <c:pt idx="827">
                <c:v>79.49089599160979</c:v>
              </c:pt>
              <c:pt idx="828">
                <c:v>101.09882230862546</c:v>
              </c:pt>
              <c:pt idx="829">
                <c:v>183.9197883666679</c:v>
              </c:pt>
              <c:pt idx="830">
                <c:v>139.12015436849458</c:v>
              </c:pt>
              <c:pt idx="831">
                <c:v>91.42706428087001</c:v>
              </c:pt>
              <c:pt idx="832">
                <c:v>219.60242070345168</c:v>
              </c:pt>
              <c:pt idx="833">
                <c:v>-31.524777854669324</c:v>
              </c:pt>
              <c:pt idx="834">
                <c:v>43.15140180621987</c:v>
              </c:pt>
              <c:pt idx="835">
                <c:v>34.681953308838374</c:v>
              </c:pt>
              <c:pt idx="836">
                <c:v>76.02955311467429</c:v>
              </c:pt>
              <c:pt idx="837">
                <c:v>122.3265425998738</c:v>
              </c:pt>
              <c:pt idx="838">
                <c:v>-2.7920230937617987</c:v>
              </c:pt>
              <c:pt idx="839">
                <c:v>-30.01064559676506</c:v>
              </c:pt>
              <c:pt idx="840">
                <c:v>139.38464535300903</c:v>
              </c:pt>
              <c:pt idx="841">
                <c:v>90.91153404116523</c:v>
              </c:pt>
              <c:pt idx="842">
                <c:v>-8.162078208826436</c:v>
              </c:pt>
              <c:pt idx="843">
                <c:v>62.39276517227441</c:v>
              </c:pt>
              <c:pt idx="844">
                <c:v>-65.67952956710019</c:v>
              </c:pt>
              <c:pt idx="845">
                <c:v>3.343801788367095</c:v>
              </c:pt>
              <c:pt idx="846">
                <c:v>46.26853570305225</c:v>
              </c:pt>
              <c:pt idx="847">
                <c:v>238.50838847356127</c:v>
              </c:pt>
              <c:pt idx="848">
                <c:v>5.3738381385653895</c:v>
              </c:pt>
              <c:pt idx="849">
                <c:v>173.69915613338122</c:v>
              </c:pt>
              <c:pt idx="850">
                <c:v>161.35153191525873</c:v>
              </c:pt>
              <c:pt idx="851">
                <c:v>200.6051836628201</c:v>
              </c:pt>
              <c:pt idx="852">
                <c:v>175.87120652224758</c:v>
              </c:pt>
              <c:pt idx="853">
                <c:v>182.19659591023748</c:v>
              </c:pt>
              <c:pt idx="854">
                <c:v>87.55966420236982</c:v>
              </c:pt>
              <c:pt idx="855">
                <c:v>-23.518884187748483</c:v>
              </c:pt>
              <c:pt idx="856">
                <c:v>115.10320409609673</c:v>
              </c:pt>
              <c:pt idx="857">
                <c:v>167.22010547538014</c:v>
              </c:pt>
              <c:pt idx="858">
                <c:v>78.22174471601697</c:v>
              </c:pt>
              <c:pt idx="859">
                <c:v>117.69623976119496</c:v>
              </c:pt>
              <c:pt idx="860">
                <c:v>217.24898747778516</c:v>
              </c:pt>
              <c:pt idx="861">
                <c:v>131.55599568510672</c:v>
              </c:pt>
              <c:pt idx="862">
                <c:v>178.88755075554803</c:v>
              </c:pt>
              <c:pt idx="863">
                <c:v>90.52636397484251</c:v>
              </c:pt>
              <c:pt idx="864">
                <c:v>95.28684034868911</c:v>
              </c:pt>
              <c:pt idx="865">
                <c:v>116.97767176848116</c:v>
              </c:pt>
              <c:pt idx="866">
                <c:v>122.56107482148285</c:v>
              </c:pt>
              <c:pt idx="867">
                <c:v>219.57085044783554</c:v>
              </c:pt>
              <c:pt idx="868">
                <c:v>22.563334641486087</c:v>
              </c:pt>
              <c:pt idx="869">
                <c:v>29.6027909692898</c:v>
              </c:pt>
              <c:pt idx="870">
                <c:v>153.95819130444397</c:v>
              </c:pt>
              <c:pt idx="871">
                <c:v>212.37925484932128</c:v>
              </c:pt>
              <c:pt idx="872">
                <c:v>46.17902395203893</c:v>
              </c:pt>
              <c:pt idx="873">
                <c:v>103.37726008293947</c:v>
              </c:pt>
              <c:pt idx="874">
                <c:v>19.627937151665222</c:v>
              </c:pt>
              <c:pt idx="875">
                <c:v>2.0370739623991696</c:v>
              </c:pt>
              <c:pt idx="876">
                <c:v>19.290423062508793</c:v>
              </c:pt>
              <c:pt idx="877">
                <c:v>76.14980736351484</c:v>
              </c:pt>
              <c:pt idx="878">
                <c:v>148.77783802334704</c:v>
              </c:pt>
              <c:pt idx="879">
                <c:v>140.51452150614853</c:v>
              </c:pt>
              <c:pt idx="880">
                <c:v>216.61053301149363</c:v>
              </c:pt>
              <c:pt idx="881">
                <c:v>188.76674533153056</c:v>
              </c:pt>
              <c:pt idx="882">
                <c:v>170.899584990342</c:v>
              </c:pt>
              <c:pt idx="883">
                <c:v>134.84254380723132</c:v>
              </c:pt>
              <c:pt idx="884">
                <c:v>-24.83601595045738</c:v>
              </c:pt>
              <c:pt idx="885">
                <c:v>-29.27552707343189</c:v>
              </c:pt>
              <c:pt idx="886">
                <c:v>88.67728467553309</c:v>
              </c:pt>
              <c:pt idx="887">
                <c:v>13.165240043542887</c:v>
              </c:pt>
              <c:pt idx="888">
                <c:v>78.77229921577991</c:v>
              </c:pt>
              <c:pt idx="889">
                <c:v>107.08887878056257</c:v>
              </c:pt>
              <c:pt idx="890">
                <c:v>156.6229453311854</c:v>
              </c:pt>
              <c:pt idx="891">
                <c:v>93.660081760433</c:v>
              </c:pt>
              <c:pt idx="892">
                <c:v>63.38881022614929</c:v>
              </c:pt>
              <c:pt idx="893">
                <c:v>-37.34466794796393</c:v>
              </c:pt>
              <c:pt idx="894">
                <c:v>130.38857887493106</c:v>
              </c:pt>
              <c:pt idx="895">
                <c:v>105.81438971670141</c:v>
              </c:pt>
              <c:pt idx="896">
                <c:v>157.1468456968626</c:v>
              </c:pt>
              <c:pt idx="897">
                <c:v>10.79363894318243</c:v>
              </c:pt>
              <c:pt idx="898">
                <c:v>167.7798462709153</c:v>
              </c:pt>
              <c:pt idx="899">
                <c:v>119.02800763120693</c:v>
              </c:pt>
              <c:pt idx="900">
                <c:v>162.23596392738713</c:v>
              </c:pt>
              <c:pt idx="901">
                <c:v>69.32658319298287</c:v>
              </c:pt>
              <c:pt idx="902">
                <c:v>116.2074442751725</c:v>
              </c:pt>
              <c:pt idx="903">
                <c:v>-43.84262766008065</c:v>
              </c:pt>
              <c:pt idx="904">
                <c:v>-19.997051824341455</c:v>
              </c:pt>
              <c:pt idx="905">
                <c:v>26.718170312582927</c:v>
              </c:pt>
              <c:pt idx="906">
                <c:v>-12.164397952587194</c:v>
              </c:pt>
              <c:pt idx="907">
                <c:v>-0.950076874158448</c:v>
              </c:pt>
              <c:pt idx="908">
                <c:v>26.077791819743975</c:v>
              </c:pt>
              <c:pt idx="909">
                <c:v>37.6843583379697</c:v>
              </c:pt>
              <c:pt idx="910">
                <c:v>97.23905797306855</c:v>
              </c:pt>
              <c:pt idx="911">
                <c:v>120.26861732506032</c:v>
              </c:pt>
              <c:pt idx="912">
                <c:v>83.4770822396372</c:v>
              </c:pt>
              <c:pt idx="913">
                <c:v>31.729000106784937</c:v>
              </c:pt>
              <c:pt idx="914">
                <c:v>118.9421527252304</c:v>
              </c:pt>
              <c:pt idx="915">
                <c:v>99.79648552876986</c:v>
              </c:pt>
              <c:pt idx="916">
                <c:v>-58.34611861358263</c:v>
              </c:pt>
              <c:pt idx="917">
                <c:v>218.97336857254666</c:v>
              </c:pt>
              <c:pt idx="918">
                <c:v>140.54547350765762</c:v>
              </c:pt>
              <c:pt idx="919">
                <c:v>-8.59669852935096</c:v>
              </c:pt>
              <c:pt idx="920">
                <c:v>24.68850930525443</c:v>
              </c:pt>
              <c:pt idx="921">
                <c:v>73.61127464777923</c:v>
              </c:pt>
              <c:pt idx="922">
                <c:v>158.1594820591942</c:v>
              </c:pt>
              <c:pt idx="923">
                <c:v>-26.56550547414419</c:v>
              </c:pt>
              <c:pt idx="924">
                <c:v>104.79714047172567</c:v>
              </c:pt>
              <c:pt idx="925">
                <c:v>88.65789609178306</c:v>
              </c:pt>
              <c:pt idx="926">
                <c:v>36.2346618129083</c:v>
              </c:pt>
              <c:pt idx="927">
                <c:v>141.09236457277643</c:v>
              </c:pt>
              <c:pt idx="928">
                <c:v>216.6751968790834</c:v>
              </c:pt>
              <c:pt idx="929">
                <c:v>19.968745349042578</c:v>
              </c:pt>
              <c:pt idx="930">
                <c:v>16.84816208914893</c:v>
              </c:pt>
              <c:pt idx="931">
                <c:v>13.321354461734288</c:v>
              </c:pt>
              <c:pt idx="932">
                <c:v>23.079505115826766</c:v>
              </c:pt>
              <c:pt idx="933">
                <c:v>187.58986736590333</c:v>
              </c:pt>
              <c:pt idx="934">
                <c:v>30.45778932777095</c:v>
              </c:pt>
              <c:pt idx="935">
                <c:v>107.20214580938008</c:v>
              </c:pt>
              <c:pt idx="936">
                <c:v>29.908192224370794</c:v>
              </c:pt>
              <c:pt idx="937">
                <c:v>152.8668874741332</c:v>
              </c:pt>
              <c:pt idx="938">
                <c:v>183.20613694912788</c:v>
              </c:pt>
              <c:pt idx="939">
                <c:v>100.88046585096899</c:v>
              </c:pt>
              <c:pt idx="940">
                <c:v>187.45728170040925</c:v>
              </c:pt>
              <c:pt idx="941">
                <c:v>139.85464048168853</c:v>
              </c:pt>
              <c:pt idx="942">
                <c:v>20.215286022648982</c:v>
              </c:pt>
              <c:pt idx="943">
                <c:v>130.5277004588198</c:v>
              </c:pt>
              <c:pt idx="944">
                <c:v>68.81786698174832</c:v>
              </c:pt>
              <c:pt idx="945">
                <c:v>-40.88699389607126</c:v>
              </c:pt>
              <c:pt idx="946">
                <c:v>11.555476390267252</c:v>
              </c:pt>
              <c:pt idx="947">
                <c:v>-12.039115591946654</c:v>
              </c:pt>
              <c:pt idx="948">
                <c:v>-4.5219315082167455</c:v>
              </c:pt>
              <c:pt idx="949">
                <c:v>-19.28755496353118</c:v>
              </c:pt>
              <c:pt idx="950">
                <c:v>35.942927431160776</c:v>
              </c:pt>
              <c:pt idx="951">
                <c:v>112.57992653279629</c:v>
              </c:pt>
              <c:pt idx="952">
                <c:v>177.57390716646296</c:v>
              </c:pt>
              <c:pt idx="953">
                <c:v>-20.727432281251723</c:v>
              </c:pt>
              <c:pt idx="954">
                <c:v>42.00295326835462</c:v>
              </c:pt>
              <c:pt idx="955">
                <c:v>204.06547906212364</c:v>
              </c:pt>
              <c:pt idx="956">
                <c:v>90.37177253252764</c:v>
              </c:pt>
              <c:pt idx="957">
                <c:v>14.39750345756412</c:v>
              </c:pt>
              <c:pt idx="958">
                <c:v>-38.61898421611359</c:v>
              </c:pt>
              <c:pt idx="959">
                <c:v>-3.1856526211513696</c:v>
              </c:pt>
              <c:pt idx="960">
                <c:v>68.41346929676013</c:v>
              </c:pt>
              <c:pt idx="961">
                <c:v>-8.05574697371187</c:v>
              </c:pt>
              <c:pt idx="962">
                <c:v>172.67692481945218</c:v>
              </c:pt>
              <c:pt idx="963">
                <c:v>101.76380615969701</c:v>
              </c:pt>
              <c:pt idx="964">
                <c:v>110.99407466824448</c:v>
              </c:pt>
              <c:pt idx="965">
                <c:v>6.94188597574739</c:v>
              </c:pt>
              <c:pt idx="966">
                <c:v>12.219927046309351</c:v>
              </c:pt>
              <c:pt idx="967">
                <c:v>144.3685825292921</c:v>
              </c:pt>
              <c:pt idx="968">
                <c:v>136.58004537132172</c:v>
              </c:pt>
              <c:pt idx="969">
                <c:v>2.4580174073876577</c:v>
              </c:pt>
              <c:pt idx="970">
                <c:v>48.23507864276849</c:v>
              </c:pt>
              <c:pt idx="971">
                <c:v>210.0472729143041</c:v>
              </c:pt>
              <c:pt idx="972">
                <c:v>150.67552631683924</c:v>
              </c:pt>
              <c:pt idx="973">
                <c:v>-7.342711848651632</c:v>
              </c:pt>
              <c:pt idx="974">
                <c:v>39.09439976802877</c:v>
              </c:pt>
              <c:pt idx="975">
                <c:v>11.146217742206176</c:v>
              </c:pt>
              <c:pt idx="976">
                <c:v>218.74152932748197</c:v>
              </c:pt>
              <c:pt idx="977">
                <c:v>-21.263060196205572</c:v>
              </c:pt>
              <c:pt idx="978">
                <c:v>114.68685466266056</c:v>
              </c:pt>
              <c:pt idx="979">
                <c:v>-32.62163370194844</c:v>
              </c:pt>
              <c:pt idx="980">
                <c:v>136.23241390729163</c:v>
              </c:pt>
              <c:pt idx="981">
                <c:v>1.8869851554655952</c:v>
              </c:pt>
              <c:pt idx="982">
                <c:v>206.11113033183872</c:v>
              </c:pt>
              <c:pt idx="983">
                <c:v>189.72861261270282</c:v>
              </c:pt>
              <c:pt idx="984">
                <c:v>158.50848846826113</c:v>
              </c:pt>
              <c:pt idx="985">
                <c:v>-5.243838500308421</c:v>
              </c:pt>
              <c:pt idx="986">
                <c:v>78.48036118398178</c:v>
              </c:pt>
              <c:pt idx="987">
                <c:v>40.034808082411274</c:v>
              </c:pt>
              <c:pt idx="988">
                <c:v>-38.771753308857086</c:v>
              </c:pt>
              <c:pt idx="989">
                <c:v>76.30396342351762</c:v>
              </c:pt>
              <c:pt idx="990">
                <c:v>35.275319516712926</c:v>
              </c:pt>
              <c:pt idx="991">
                <c:v>42.33882294548164</c:v>
              </c:pt>
              <c:pt idx="992">
                <c:v>8.059892549701452</c:v>
              </c:pt>
              <c:pt idx="993">
                <c:v>86.30569991353612</c:v>
              </c:pt>
              <c:pt idx="994">
                <c:v>48.50055562132187</c:v>
              </c:pt>
              <c:pt idx="995">
                <c:v>63.49029289675566</c:v>
              </c:pt>
              <c:pt idx="996">
                <c:v>181.44878655203078</c:v>
              </c:pt>
              <c:pt idx="997">
                <c:v>163.44321746820196</c:v>
              </c:pt>
              <c:pt idx="998">
                <c:v>125.12592829605863</c:v>
              </c:pt>
              <c:pt idx="999">
                <c:v>-48.73780765180693</c:v>
              </c:pt>
              <c:pt idx="1000">
                <c:v>167.5103718444445</c:v>
              </c:pt>
              <c:pt idx="1001">
                <c:v>82.30307104840665</c:v>
              </c:pt>
              <c:pt idx="1002">
                <c:v>82.96648009188131</c:v>
              </c:pt>
              <c:pt idx="1003">
                <c:v>81.48853920169277</c:v>
              </c:pt>
              <c:pt idx="1004">
                <c:v>29.28377484764446</c:v>
              </c:pt>
              <c:pt idx="1005">
                <c:v>151.59547113009938</c:v>
              </c:pt>
              <c:pt idx="1006">
                <c:v>-65.84866335494971</c:v>
              </c:pt>
              <c:pt idx="1007">
                <c:v>151.10133456800241</c:v>
              </c:pt>
              <c:pt idx="1008">
                <c:v>105.52756117213158</c:v>
              </c:pt>
              <c:pt idx="1009">
                <c:v>61.96960580274576</c:v>
              </c:pt>
              <c:pt idx="1010">
                <c:v>-20.91372231840002</c:v>
              </c:pt>
              <c:pt idx="1011">
                <c:v>82.93355408012309</c:v>
              </c:pt>
              <c:pt idx="1012">
                <c:v>168.99454614275527</c:v>
              </c:pt>
              <c:pt idx="1013">
                <c:v>71.97587481107881</c:v>
              </c:pt>
              <c:pt idx="1014">
                <c:v>152.07323403544927</c:v>
              </c:pt>
              <c:pt idx="1015">
                <c:v>-77.80584467336772</c:v>
              </c:pt>
              <c:pt idx="1016">
                <c:v>89.55825701692928</c:v>
              </c:pt>
              <c:pt idx="1017">
                <c:v>18.030845276073492</c:v>
              </c:pt>
              <c:pt idx="1018">
                <c:v>93.84354066089627</c:v>
              </c:pt>
              <c:pt idx="1019">
                <c:v>74.4038848891092</c:v>
              </c:pt>
              <c:pt idx="1020">
                <c:v>-3.9087289597180543</c:v>
              </c:pt>
              <c:pt idx="1021">
                <c:v>146.49360938420995</c:v>
              </c:pt>
              <c:pt idx="1022">
                <c:v>212.698337700086</c:v>
              </c:pt>
              <c:pt idx="1023">
                <c:v>79.05853840925266</c:v>
              </c:pt>
              <c:pt idx="1024">
                <c:v>34.19098643652799</c:v>
              </c:pt>
              <c:pt idx="1025">
                <c:v>14.627028233273009</c:v>
              </c:pt>
              <c:pt idx="1026">
                <c:v>83.60890199067069</c:v>
              </c:pt>
              <c:pt idx="1027">
                <c:v>-11.296820651699164</c:v>
              </c:pt>
              <c:pt idx="1028">
                <c:v>119.3171604964852</c:v>
              </c:pt>
              <c:pt idx="1029">
                <c:v>208.340090588198</c:v>
              </c:pt>
              <c:pt idx="1030">
                <c:v>173.83361377229676</c:v>
              </c:pt>
              <c:pt idx="1031">
                <c:v>-54.07791590210631</c:v>
              </c:pt>
              <c:pt idx="1032">
                <c:v>31.60179473398715</c:v>
              </c:pt>
              <c:pt idx="1033">
                <c:v>12.006519555935533</c:v>
              </c:pt>
              <c:pt idx="1034">
                <c:v>117.99453819399527</c:v>
              </c:pt>
              <c:pt idx="1035">
                <c:v>12.558890907796702</c:v>
              </c:pt>
              <c:pt idx="1036">
                <c:v>98.28769925154806</c:v>
              </c:pt>
              <c:pt idx="1037">
                <c:v>96.70320905177238</c:v>
              </c:pt>
              <c:pt idx="1038">
                <c:v>99.31771882713606</c:v>
              </c:pt>
              <c:pt idx="1039">
                <c:v>45.02728400380801</c:v>
              </c:pt>
              <c:pt idx="1040">
                <c:v>73.86438121555992</c:v>
              </c:pt>
              <c:pt idx="1041">
                <c:v>145.68264321006995</c:v>
              </c:pt>
              <c:pt idx="1042">
                <c:v>13.05005488336792</c:v>
              </c:pt>
              <c:pt idx="1043">
                <c:v>66.45972984591263</c:v>
              </c:pt>
              <c:pt idx="1044">
                <c:v>63.94611063896531</c:v>
              </c:pt>
              <c:pt idx="1045">
                <c:v>87.01989113326405</c:v>
              </c:pt>
              <c:pt idx="1046">
                <c:v>4.406582506670901</c:v>
              </c:pt>
              <c:pt idx="1047">
                <c:v>25.513073068472405</c:v>
              </c:pt>
              <c:pt idx="1048">
                <c:v>91.93649157372238</c:v>
              </c:pt>
              <c:pt idx="1049">
                <c:v>14.53322301994416</c:v>
              </c:pt>
              <c:pt idx="1050">
                <c:v>63.50143625226093</c:v>
              </c:pt>
              <c:pt idx="1051">
                <c:v>225.41615733160165</c:v>
              </c:pt>
              <c:pt idx="1052">
                <c:v>181.93034768344853</c:v>
              </c:pt>
              <c:pt idx="1053">
                <c:v>109.33853842275377</c:v>
              </c:pt>
              <c:pt idx="1054">
                <c:v>201.07833943998116</c:v>
              </c:pt>
              <c:pt idx="1055">
                <c:v>121.91292668769199</c:v>
              </c:pt>
              <c:pt idx="1056">
                <c:v>14.27490788282573</c:v>
              </c:pt>
              <c:pt idx="1057">
                <c:v>42.73135235493476</c:v>
              </c:pt>
              <c:pt idx="1058">
                <c:v>-46.86140897418099</c:v>
              </c:pt>
              <c:pt idx="1059">
                <c:v>114.99998306115191</c:v>
              </c:pt>
              <c:pt idx="1060">
                <c:v>45.39668303928692</c:v>
              </c:pt>
              <c:pt idx="1061">
                <c:v>198.37408372261402</c:v>
              </c:pt>
              <c:pt idx="1062">
                <c:v>43.92369750498544</c:v>
              </c:pt>
              <c:pt idx="1063">
                <c:v>235.1526066403671</c:v>
              </c:pt>
              <c:pt idx="1064">
                <c:v>171.59231264080609</c:v>
              </c:pt>
              <c:pt idx="1065">
                <c:v>144.7007336571628</c:v>
              </c:pt>
              <c:pt idx="1066">
                <c:v>44.83679763372703</c:v>
              </c:pt>
              <c:pt idx="1067">
                <c:v>-19.200430355759693</c:v>
              </c:pt>
              <c:pt idx="1068">
                <c:v>65.45839329193254</c:v>
              </c:pt>
              <c:pt idx="1069">
                <c:v>135.11733644737518</c:v>
              </c:pt>
              <c:pt idx="1070">
                <c:v>29.915530334322884</c:v>
              </c:pt>
              <c:pt idx="1071">
                <c:v>15.359088736035083</c:v>
              </c:pt>
              <c:pt idx="1072">
                <c:v>227.6034072843426</c:v>
              </c:pt>
              <c:pt idx="1073">
                <c:v>151.95627417918834</c:v>
              </c:pt>
              <c:pt idx="1074">
                <c:v>157.5961403246319</c:v>
              </c:pt>
              <c:pt idx="1075">
                <c:v>79.77355865532549</c:v>
              </c:pt>
              <c:pt idx="1076">
                <c:v>207.25215390440945</c:v>
              </c:pt>
              <c:pt idx="1077">
                <c:v>57.86036027774186</c:v>
              </c:pt>
              <c:pt idx="1078">
                <c:v>116.01687770175106</c:v>
              </c:pt>
              <c:pt idx="1079">
                <c:v>20.559659448094173</c:v>
              </c:pt>
              <c:pt idx="1080">
                <c:v>86.83687484194289</c:v>
              </c:pt>
              <c:pt idx="1081">
                <c:v>7.496579504726384</c:v>
              </c:pt>
              <c:pt idx="1082">
                <c:v>178.28095411699516</c:v>
              </c:pt>
              <c:pt idx="1083">
                <c:v>68.2639535323975</c:v>
              </c:pt>
              <c:pt idx="1084">
                <c:v>209.43414687957045</c:v>
              </c:pt>
              <c:pt idx="1085">
                <c:v>111.02945733151606</c:v>
              </c:pt>
              <c:pt idx="1086">
                <c:v>171.26295675548224</c:v>
              </c:pt>
              <c:pt idx="1087">
                <c:v>201.50764768978647</c:v>
              </c:pt>
              <c:pt idx="1088">
                <c:v>86.04836937472224</c:v>
              </c:pt>
              <c:pt idx="1089">
                <c:v>-30.350404179193887</c:v>
              </c:pt>
              <c:pt idx="1090">
                <c:v>135.66989570331327</c:v>
              </c:pt>
              <c:pt idx="1091">
                <c:v>26.332002661580404</c:v>
              </c:pt>
              <c:pt idx="1092">
                <c:v>137.80416217823773</c:v>
              </c:pt>
              <c:pt idx="1093">
                <c:v>51.6924142545852</c:v>
              </c:pt>
              <c:pt idx="1094">
                <c:v>31.352874211090295</c:v>
              </c:pt>
              <c:pt idx="1095">
                <c:v>175.4556205012541</c:v>
              </c:pt>
              <c:pt idx="1096">
                <c:v>112.10743357730375</c:v>
              </c:pt>
              <c:pt idx="1097">
                <c:v>66.97758876055369</c:v>
              </c:pt>
              <c:pt idx="1098">
                <c:v>205.20188044685838</c:v>
              </c:pt>
              <c:pt idx="1099">
                <c:v>25.643802870245185</c:v>
              </c:pt>
              <c:pt idx="1100">
                <c:v>20.9722929477089</c:v>
              </c:pt>
              <c:pt idx="1101">
                <c:v>43.29217157609348</c:v>
              </c:pt>
              <c:pt idx="1102">
                <c:v>142.47025867861538</c:v>
              </c:pt>
              <c:pt idx="1103">
                <c:v>144.45236620578697</c:v>
              </c:pt>
              <c:pt idx="1104">
                <c:v>92.09785583578261</c:v>
              </c:pt>
              <c:pt idx="1105">
                <c:v>-3.5016826230738474</c:v>
              </c:pt>
              <c:pt idx="1106">
                <c:v>150.42555190326095</c:v>
              </c:pt>
              <c:pt idx="1107">
                <c:v>-24.051640163232477</c:v>
              </c:pt>
              <c:pt idx="1108">
                <c:v>-4.299155580903069</c:v>
              </c:pt>
              <c:pt idx="1109">
                <c:v>-17.062720825193452</c:v>
              </c:pt>
              <c:pt idx="1110">
                <c:v>14.233738101207123</c:v>
              </c:pt>
              <c:pt idx="1111">
                <c:v>13.997677967268856</c:v>
              </c:pt>
              <c:pt idx="1112">
                <c:v>-18.546083994671932</c:v>
              </c:pt>
              <c:pt idx="1113">
                <c:v>187.8877480530958</c:v>
              </c:pt>
              <c:pt idx="1114">
                <c:v>-1.8502004707004716</c:v>
              </c:pt>
              <c:pt idx="1115">
                <c:v>32.30753691274164</c:v>
              </c:pt>
              <c:pt idx="1116">
                <c:v>-28.80248363729352</c:v>
              </c:pt>
              <c:pt idx="1117">
                <c:v>122.53323129637155</c:v>
              </c:pt>
              <c:pt idx="1118">
                <c:v>94.56667358117926</c:v>
              </c:pt>
              <c:pt idx="1119">
                <c:v>60.051770113446494</c:v>
              </c:pt>
              <c:pt idx="1120">
                <c:v>-43.61910024386921</c:v>
              </c:pt>
              <c:pt idx="1121">
                <c:v>20.985066358150334</c:v>
              </c:pt>
              <c:pt idx="1122">
                <c:v>-32.85016884258104</c:v>
              </c:pt>
              <c:pt idx="1123">
                <c:v>118.64566372679384</c:v>
              </c:pt>
              <c:pt idx="1124">
                <c:v>76.32879908706082</c:v>
              </c:pt>
              <c:pt idx="1125">
                <c:v>56.38084477819537</c:v>
              </c:pt>
              <c:pt idx="1126">
                <c:v>165.12362088795015</c:v>
              </c:pt>
              <c:pt idx="1127">
                <c:v>-32.36359469811694</c:v>
              </c:pt>
              <c:pt idx="1128">
                <c:v>200.08685733210226</c:v>
              </c:pt>
              <c:pt idx="1129">
                <c:v>97.83772695618879</c:v>
              </c:pt>
              <c:pt idx="1130">
                <c:v>-18.233336941077894</c:v>
              </c:pt>
              <c:pt idx="1131">
                <c:v>6.003794681539404</c:v>
              </c:pt>
              <c:pt idx="1132">
                <c:v>92.70952503906142</c:v>
              </c:pt>
              <c:pt idx="1133">
                <c:v>109.6095599631894</c:v>
              </c:pt>
              <c:pt idx="1134">
                <c:v>45.28769746344904</c:v>
              </c:pt>
              <c:pt idx="1135">
                <c:v>25.348234250878203</c:v>
              </c:pt>
              <c:pt idx="1136">
                <c:v>16.45164522975049</c:v>
              </c:pt>
              <c:pt idx="1137">
                <c:v>54.17283315809591</c:v>
              </c:pt>
              <c:pt idx="1138">
                <c:v>170.40238931067904</c:v>
              </c:pt>
              <c:pt idx="1139">
                <c:v>-76.48677817852533</c:v>
              </c:pt>
              <c:pt idx="1140">
                <c:v>102.30734278829502</c:v>
              </c:pt>
              <c:pt idx="1141">
                <c:v>107.14691393077183</c:v>
              </c:pt>
              <c:pt idx="1142">
                <c:v>216.34042519881766</c:v>
              </c:pt>
              <c:pt idx="1143">
                <c:v>99.22023015126376</c:v>
              </c:pt>
              <c:pt idx="1144">
                <c:v>70.99041803498068</c:v>
              </c:pt>
              <c:pt idx="1145">
                <c:v>-5.79615826655219</c:v>
              </c:pt>
              <c:pt idx="1146">
                <c:v>71.58248732123467</c:v>
              </c:pt>
              <c:pt idx="1147">
                <c:v>136.24517435025513</c:v>
              </c:pt>
              <c:pt idx="1148">
                <c:v>96.4560280106071</c:v>
              </c:pt>
              <c:pt idx="1149">
                <c:v>41.34071351420901</c:v>
              </c:pt>
              <c:pt idx="1150">
                <c:v>43.01509185659765</c:v>
              </c:pt>
              <c:pt idx="1151">
                <c:v>-19.165453088168476</c:v>
              </c:pt>
              <c:pt idx="1152">
                <c:v>1.7253537778021553</c:v>
              </c:pt>
              <c:pt idx="1153">
                <c:v>53.07713620524399</c:v>
              </c:pt>
              <c:pt idx="1154">
                <c:v>-18.24152058258902</c:v>
              </c:pt>
              <c:pt idx="1155">
                <c:v>112.22870494595887</c:v>
              </c:pt>
              <c:pt idx="1156">
                <c:v>-54.357919210666964</c:v>
              </c:pt>
              <c:pt idx="1157">
                <c:v>78.18678404434047</c:v>
              </c:pt>
              <c:pt idx="1158">
                <c:v>-5.824145540781501</c:v>
              </c:pt>
              <c:pt idx="1159">
                <c:v>189.1061906474341</c:v>
              </c:pt>
              <c:pt idx="1160">
                <c:v>46.521371796421185</c:v>
              </c:pt>
              <c:pt idx="1161">
                <c:v>-65.39458782043505</c:v>
              </c:pt>
              <c:pt idx="1162">
                <c:v>106.06481369124064</c:v>
              </c:pt>
              <c:pt idx="1163">
                <c:v>177.4686235908133</c:v>
              </c:pt>
              <c:pt idx="1164">
                <c:v>77.80162644012692</c:v>
              </c:pt>
              <c:pt idx="1165">
                <c:v>126.8949330323096</c:v>
              </c:pt>
              <c:pt idx="1166">
                <c:v>-44.71357390645163</c:v>
              </c:pt>
              <c:pt idx="1167">
                <c:v>109.70125281217099</c:v>
              </c:pt>
              <c:pt idx="1168">
                <c:v>33.88588052404177</c:v>
              </c:pt>
              <c:pt idx="1169">
                <c:v>93.27662472272962</c:v>
              </c:pt>
              <c:pt idx="1170">
                <c:v>180.05046744321828</c:v>
              </c:pt>
              <c:pt idx="1171">
                <c:v>26.921028973921718</c:v>
              </c:pt>
              <c:pt idx="1172">
                <c:v>87.44361944975228</c:v>
              </c:pt>
              <c:pt idx="1173">
                <c:v>-70.97512533580819</c:v>
              </c:pt>
              <c:pt idx="1174">
                <c:v>66.28995437063266</c:v>
              </c:pt>
              <c:pt idx="1175">
                <c:v>158.73304740970428</c:v>
              </c:pt>
              <c:pt idx="1176">
                <c:v>71.35477345173992</c:v>
              </c:pt>
              <c:pt idx="1177">
                <c:v>11.554118798233844</c:v>
              </c:pt>
              <c:pt idx="1178">
                <c:v>86.93126065596304</c:v>
              </c:pt>
              <c:pt idx="1179">
                <c:v>-51.91976852077126</c:v>
              </c:pt>
              <c:pt idx="1180">
                <c:v>189.69769253430673</c:v>
              </c:pt>
              <c:pt idx="1181">
                <c:v>67.77246599703085</c:v>
              </c:pt>
              <c:pt idx="1182">
                <c:v>73.41085434420734</c:v>
              </c:pt>
              <c:pt idx="1183">
                <c:v>8.714964752982027</c:v>
              </c:pt>
              <c:pt idx="1184">
                <c:v>-20.32824740828997</c:v>
              </c:pt>
              <c:pt idx="1185">
                <c:v>-54.13869765798721</c:v>
              </c:pt>
              <c:pt idx="1186">
                <c:v>187.22900663958126</c:v>
              </c:pt>
              <c:pt idx="1187">
                <c:v>83.315157267869</c:v>
              </c:pt>
              <c:pt idx="1188">
                <c:v>105.22619107739249</c:v>
              </c:pt>
              <c:pt idx="1189">
                <c:v>38.969492230081045</c:v>
              </c:pt>
              <c:pt idx="1190">
                <c:v>43.18756353219496</c:v>
              </c:pt>
              <c:pt idx="1191">
                <c:v>124.76495997169768</c:v>
              </c:pt>
              <c:pt idx="1192">
                <c:v>7.75439471151109</c:v>
              </c:pt>
              <c:pt idx="1193">
                <c:v>161.33760337006674</c:v>
              </c:pt>
              <c:pt idx="1194">
                <c:v>7.835349953620359</c:v>
              </c:pt>
              <c:pt idx="1195">
                <c:v>-21.460799591923433</c:v>
              </c:pt>
              <c:pt idx="1196">
                <c:v>240.01263436925242</c:v>
              </c:pt>
              <c:pt idx="1197">
                <c:v>5.825600997167086</c:v>
              </c:pt>
              <c:pt idx="1198">
                <c:v>54.30246263345901</c:v>
              </c:pt>
              <c:pt idx="1199">
                <c:v>201.98627561505234</c:v>
              </c:pt>
              <c:pt idx="1200">
                <c:v>42.5042112858737</c:v>
              </c:pt>
              <c:pt idx="1201">
                <c:v>58.60327525889723</c:v>
              </c:pt>
              <c:pt idx="1202">
                <c:v>130.56340808979957</c:v>
              </c:pt>
              <c:pt idx="1203">
                <c:v>-8.472477884243744</c:v>
              </c:pt>
              <c:pt idx="1204">
                <c:v>-19.8205025778489</c:v>
              </c:pt>
              <c:pt idx="1205">
                <c:v>-46.85177150672088</c:v>
              </c:pt>
              <c:pt idx="1206">
                <c:v>33.81584083947368</c:v>
              </c:pt>
              <c:pt idx="1207">
                <c:v>99.2383059057374</c:v>
              </c:pt>
              <c:pt idx="1208">
                <c:v>178.77826800843923</c:v>
              </c:pt>
              <c:pt idx="1209">
                <c:v>191.2030693838539</c:v>
              </c:pt>
              <c:pt idx="1210">
                <c:v>-30.732083655470305</c:v>
              </c:pt>
              <c:pt idx="1211">
                <c:v>12.723184076043587</c:v>
              </c:pt>
              <c:pt idx="1212">
                <c:v>132.63330139862393</c:v>
              </c:pt>
              <c:pt idx="1213">
                <c:v>77.2756751558743</c:v>
              </c:pt>
              <c:pt idx="1214">
                <c:v>51.56184498077282</c:v>
              </c:pt>
              <c:pt idx="1215">
                <c:v>148.83028623015795</c:v>
              </c:pt>
              <c:pt idx="1216">
                <c:v>-28.088489864706986</c:v>
              </c:pt>
              <c:pt idx="1217">
                <c:v>66.3835326418837</c:v>
              </c:pt>
              <c:pt idx="1218">
                <c:v>76.5745946475179</c:v>
              </c:pt>
              <c:pt idx="1219">
                <c:v>156.2802795414136</c:v>
              </c:pt>
              <c:pt idx="1220">
                <c:v>157.95726062444453</c:v>
              </c:pt>
              <c:pt idx="1221">
                <c:v>88.99586209461206</c:v>
              </c:pt>
              <c:pt idx="1222">
                <c:v>85.37752408571419</c:v>
              </c:pt>
              <c:pt idx="1223">
                <c:v>94.34935904743332</c:v>
              </c:pt>
              <c:pt idx="1224">
                <c:v>45.42670682972585</c:v>
              </c:pt>
              <c:pt idx="1225">
                <c:v>42.734930150098755</c:v>
              </c:pt>
              <c:pt idx="1226">
                <c:v>23.063005540146094</c:v>
              </c:pt>
              <c:pt idx="1227">
                <c:v>-33.91743276661407</c:v>
              </c:pt>
              <c:pt idx="1228">
                <c:v>37.55595191149591</c:v>
              </c:pt>
              <c:pt idx="1229">
                <c:v>2.4196466288234717</c:v>
              </c:pt>
              <c:pt idx="1230">
                <c:v>-6.6408005212823795</c:v>
              </c:pt>
              <c:pt idx="1231">
                <c:v>-3.273252304811905</c:v>
              </c:pt>
              <c:pt idx="1232">
                <c:v>102.2851538019857</c:v>
              </c:pt>
              <c:pt idx="1233">
                <c:v>94.97788054886749</c:v>
              </c:pt>
              <c:pt idx="1234">
                <c:v>46.87121795699552</c:v>
              </c:pt>
              <c:pt idx="1235">
                <c:v>-17.082423612248363</c:v>
              </c:pt>
              <c:pt idx="1236">
                <c:v>18.310854044922763</c:v>
              </c:pt>
              <c:pt idx="1237">
                <c:v>198.83516261470083</c:v>
              </c:pt>
              <c:pt idx="1238">
                <c:v>8.811173981065224</c:v>
              </c:pt>
              <c:pt idx="1239">
                <c:v>66.42764150931484</c:v>
              </c:pt>
              <c:pt idx="1240">
                <c:v>99.86768744495156</c:v>
              </c:pt>
              <c:pt idx="1241">
                <c:v>177.77572886623574</c:v>
              </c:pt>
              <c:pt idx="1242">
                <c:v>-34.30932645865738</c:v>
              </c:pt>
              <c:pt idx="1243">
                <c:v>-25.85134988540601</c:v>
              </c:pt>
              <c:pt idx="1244">
                <c:v>138.29860376783762</c:v>
              </c:pt>
              <c:pt idx="1245">
                <c:v>55.858666609687994</c:v>
              </c:pt>
              <c:pt idx="1246">
                <c:v>9.632359308993472</c:v>
              </c:pt>
              <c:pt idx="1247">
                <c:v>113.28167845401914</c:v>
              </c:pt>
              <c:pt idx="1248">
                <c:v>29.604997314265137</c:v>
              </c:pt>
              <c:pt idx="1249">
                <c:v>155.10911268263422</c:v>
              </c:pt>
              <c:pt idx="1250">
                <c:v>103.98427010976802</c:v>
              </c:pt>
              <c:pt idx="1251">
                <c:v>41.97536596638216</c:v>
              </c:pt>
              <c:pt idx="1252">
                <c:v>107.5979584436497</c:v>
              </c:pt>
              <c:pt idx="1253">
                <c:v>104.46912937499256</c:v>
              </c:pt>
              <c:pt idx="1254">
                <c:v>59.68000155779924</c:v>
              </c:pt>
              <c:pt idx="1255">
                <c:v>184.9055521066019</c:v>
              </c:pt>
              <c:pt idx="1256">
                <c:v>159.29035183413635</c:v>
              </c:pt>
              <c:pt idx="1257">
                <c:v>237.18984746501036</c:v>
              </c:pt>
              <c:pt idx="1258">
                <c:v>7.806480495787639</c:v>
              </c:pt>
              <c:pt idx="1259">
                <c:v>-26.106685536758604</c:v>
              </c:pt>
              <c:pt idx="1260">
                <c:v>190.89047397923562</c:v>
              </c:pt>
              <c:pt idx="1261">
                <c:v>73.51024681161317</c:v>
              </c:pt>
              <c:pt idx="1262">
                <c:v>219.30911527489698</c:v>
              </c:pt>
              <c:pt idx="1263">
                <c:v>168.68497795136665</c:v>
              </c:pt>
              <c:pt idx="1264">
                <c:v>226.1707927331838</c:v>
              </c:pt>
              <c:pt idx="1265">
                <c:v>-50.443571738192006</c:v>
              </c:pt>
              <c:pt idx="1266">
                <c:v>32.54510240424952</c:v>
              </c:pt>
              <c:pt idx="1267">
                <c:v>70.83452625951158</c:v>
              </c:pt>
              <c:pt idx="1268">
                <c:v>200.72022012588803</c:v>
              </c:pt>
              <c:pt idx="1269">
                <c:v>195.6499429148626</c:v>
              </c:pt>
              <c:pt idx="1270">
                <c:v>178.0026435903618</c:v>
              </c:pt>
              <c:pt idx="1271">
                <c:v>120.7046205010842</c:v>
              </c:pt>
              <c:pt idx="1272">
                <c:v>36.3107738685065</c:v>
              </c:pt>
              <c:pt idx="1273">
                <c:v>18.49096051483606</c:v>
              </c:pt>
              <c:pt idx="1274">
                <c:v>83.75038218105747</c:v>
              </c:pt>
              <c:pt idx="1275">
                <c:v>45.70025726833449</c:v>
              </c:pt>
              <c:pt idx="1276">
                <c:v>2.896078615068234</c:v>
              </c:pt>
              <c:pt idx="1277">
                <c:v>-3.5221484972890735</c:v>
              </c:pt>
              <c:pt idx="1278">
                <c:v>-76.68045868487462</c:v>
              </c:pt>
              <c:pt idx="1279">
                <c:v>19.300751926995176</c:v>
              </c:pt>
              <c:pt idx="1280">
                <c:v>68.8208536605349</c:v>
              </c:pt>
              <c:pt idx="1281">
                <c:v>47.75022709601332</c:v>
              </c:pt>
              <c:pt idx="1282">
                <c:v>92.78156927387738</c:v>
              </c:pt>
              <c:pt idx="1283">
                <c:v>-4.604103331941211</c:v>
              </c:pt>
              <c:pt idx="1284">
                <c:v>-14.44525306493071</c:v>
              </c:pt>
              <c:pt idx="1285">
                <c:v>115.35049607077234</c:v>
              </c:pt>
              <c:pt idx="1286">
                <c:v>143.92353663057207</c:v>
              </c:pt>
              <c:pt idx="1287">
                <c:v>44.19300220159556</c:v>
              </c:pt>
              <c:pt idx="1288">
                <c:v>5.479744081429914</c:v>
              </c:pt>
              <c:pt idx="1289">
                <c:v>213.3213698218793</c:v>
              </c:pt>
              <c:pt idx="1290">
                <c:v>110.35954188503905</c:v>
              </c:pt>
              <c:pt idx="1291">
                <c:v>168.09217255721927</c:v>
              </c:pt>
              <c:pt idx="1292">
                <c:v>-55.56167963366322</c:v>
              </c:pt>
              <c:pt idx="1293">
                <c:v>183.4252046762615</c:v>
              </c:pt>
              <c:pt idx="1294">
                <c:v>17.512834600301936</c:v>
              </c:pt>
              <c:pt idx="1295">
                <c:v>15.297696716854105</c:v>
              </c:pt>
              <c:pt idx="1296">
                <c:v>-35.613395616043164</c:v>
              </c:pt>
              <c:pt idx="1297">
                <c:v>53.60137886095175</c:v>
              </c:pt>
              <c:pt idx="1298">
                <c:v>-10.438768675445623</c:v>
              </c:pt>
              <c:pt idx="1299">
                <c:v>103.37437235149116</c:v>
              </c:pt>
              <c:pt idx="1300">
                <c:v>-41.04155666092245</c:v>
              </c:pt>
              <c:pt idx="1301">
                <c:v>125.57228259882955</c:v>
              </c:pt>
              <c:pt idx="1302">
                <c:v>207.29587643987378</c:v>
              </c:pt>
              <c:pt idx="1303">
                <c:v>149.10206128645657</c:v>
              </c:pt>
              <c:pt idx="1304">
                <c:v>191.02157962272355</c:v>
              </c:pt>
              <c:pt idx="1305">
                <c:v>175.22892613935466</c:v>
              </c:pt>
              <c:pt idx="1306">
                <c:v>74.14777901190483</c:v>
              </c:pt>
              <c:pt idx="1307">
                <c:v>-40.804831482527206</c:v>
              </c:pt>
              <c:pt idx="1308">
                <c:v>97.9671481628406</c:v>
              </c:pt>
              <c:pt idx="1309">
                <c:v>211.84278548528494</c:v>
              </c:pt>
              <c:pt idx="1310">
                <c:v>-27.764880317290377</c:v>
              </c:pt>
              <c:pt idx="1311">
                <c:v>131.43282727267064</c:v>
              </c:pt>
              <c:pt idx="1312">
                <c:v>109.56735008846374</c:v>
              </c:pt>
              <c:pt idx="1313">
                <c:v>-19.921479647672086</c:v>
              </c:pt>
              <c:pt idx="1314">
                <c:v>186.7696210652774</c:v>
              </c:pt>
              <c:pt idx="1315">
                <c:v>86.6745043040684</c:v>
              </c:pt>
              <c:pt idx="1316">
                <c:v>-12.63944970505672</c:v>
              </c:pt>
              <c:pt idx="1317">
                <c:v>-4.607819074250038</c:v>
              </c:pt>
              <c:pt idx="1318">
                <c:v>77.49553341229827</c:v>
              </c:pt>
              <c:pt idx="1319">
                <c:v>15.770770266648341</c:v>
              </c:pt>
              <c:pt idx="1320">
                <c:v>70.5789153903334</c:v>
              </c:pt>
              <c:pt idx="1321">
                <c:v>118.22097362148499</c:v>
              </c:pt>
              <c:pt idx="1322">
                <c:v>82.3357732640004</c:v>
              </c:pt>
              <c:pt idx="1323">
                <c:v>204.90815331022557</c:v>
              </c:pt>
              <c:pt idx="1324">
                <c:v>134.96124441322783</c:v>
              </c:pt>
              <c:pt idx="1325">
                <c:v>5.862020316195725</c:v>
              </c:pt>
              <c:pt idx="1326">
                <c:v>165.69583533993006</c:v>
              </c:pt>
              <c:pt idx="1327">
                <c:v>188.35136142297821</c:v>
              </c:pt>
              <c:pt idx="1328">
                <c:v>67.34995504901008</c:v>
              </c:pt>
              <c:pt idx="1329">
                <c:v>17.918631284349246</c:v>
              </c:pt>
              <c:pt idx="1330">
                <c:v>61.12059067488867</c:v>
              </c:pt>
              <c:pt idx="1331">
                <c:v>205.9353350509246</c:v>
              </c:pt>
              <c:pt idx="1332">
                <c:v>63.317008691456216</c:v>
              </c:pt>
              <c:pt idx="1333">
                <c:v>80.34105610476794</c:v>
              </c:pt>
              <c:pt idx="1334">
                <c:v>19.79560394263197</c:v>
              </c:pt>
              <c:pt idx="1335">
                <c:v>121.67232074220428</c:v>
              </c:pt>
              <c:pt idx="1336">
                <c:v>152.9639011399674</c:v>
              </c:pt>
              <c:pt idx="1337">
                <c:v>143.9621686643199</c:v>
              </c:pt>
              <c:pt idx="1338">
                <c:v>119.66002596864269</c:v>
              </c:pt>
              <c:pt idx="1339">
                <c:v>39.79568309179817</c:v>
              </c:pt>
              <c:pt idx="1340">
                <c:v>206.18921001888663</c:v>
              </c:pt>
              <c:pt idx="1341">
                <c:v>157.7358691769339</c:v>
              </c:pt>
              <c:pt idx="1342">
                <c:v>73.32932094619412</c:v>
              </c:pt>
              <c:pt idx="1343">
                <c:v>19.588168900060616</c:v>
              </c:pt>
              <c:pt idx="1344">
                <c:v>10.357236207677538</c:v>
              </c:pt>
              <c:pt idx="1345">
                <c:v>99.25400251113277</c:v>
              </c:pt>
              <c:pt idx="1346">
                <c:v>90.37486457272234</c:v>
              </c:pt>
              <c:pt idx="1347">
                <c:v>93.39554884169965</c:v>
              </c:pt>
              <c:pt idx="1348">
                <c:v>84.41625571611793</c:v>
              </c:pt>
              <c:pt idx="1349">
                <c:v>134.0091502420338</c:v>
              </c:pt>
              <c:pt idx="1350">
                <c:v>164.19179921315902</c:v>
              </c:pt>
              <c:pt idx="1351">
                <c:v>175.10970669662925</c:v>
              </c:pt>
              <c:pt idx="1352">
                <c:v>31.653668885710072</c:v>
              </c:pt>
              <c:pt idx="1353">
                <c:v>7.7951930787997625</c:v>
              </c:pt>
              <c:pt idx="1354">
                <c:v>210.29077478236113</c:v>
              </c:pt>
              <c:pt idx="1355">
                <c:v>40.555830669963605</c:v>
              </c:pt>
              <c:pt idx="1356">
                <c:v>-1.8696432554488567</c:v>
              </c:pt>
              <c:pt idx="1357">
                <c:v>-64.52743043617505</c:v>
              </c:pt>
              <c:pt idx="1358">
                <c:v>74.43561102095106</c:v>
              </c:pt>
              <c:pt idx="1359">
                <c:v>72.59259094665006</c:v>
              </c:pt>
              <c:pt idx="1360">
                <c:v>224.44440129078572</c:v>
              </c:pt>
              <c:pt idx="1361">
                <c:v>-7.194763023238124</c:v>
              </c:pt>
              <c:pt idx="1362">
                <c:v>222.95581712629513</c:v>
              </c:pt>
              <c:pt idx="1363">
                <c:v>78.48918820300742</c:v>
              </c:pt>
              <c:pt idx="1364">
                <c:v>5.0133385749048145</c:v>
              </c:pt>
              <c:pt idx="1365">
                <c:v>128.46062617943392</c:v>
              </c:pt>
              <c:pt idx="1366">
                <c:v>-29.4512752428614</c:v>
              </c:pt>
              <c:pt idx="1367">
                <c:v>213.15745829515336</c:v>
              </c:pt>
              <c:pt idx="1368">
                <c:v>192.32206446169772</c:v>
              </c:pt>
              <c:pt idx="1369">
                <c:v>-63.34539700418061</c:v>
              </c:pt>
              <c:pt idx="1370">
                <c:v>-16.073752209534405</c:v>
              </c:pt>
              <c:pt idx="1371">
                <c:v>-28.33614602768442</c:v>
              </c:pt>
              <c:pt idx="1372">
                <c:v>101.9353485187215</c:v>
              </c:pt>
              <c:pt idx="1373">
                <c:v>228.19382247484467</c:v>
              </c:pt>
              <c:pt idx="1374">
                <c:v>114.88653606451606</c:v>
              </c:pt>
              <c:pt idx="1375">
                <c:v>92.93402034946749</c:v>
              </c:pt>
              <c:pt idx="1376">
                <c:v>27.34869919748303</c:v>
              </c:pt>
              <c:pt idx="1377">
                <c:v>132.69791204860888</c:v>
              </c:pt>
              <c:pt idx="1378">
                <c:v>44.27404861315503</c:v>
              </c:pt>
              <c:pt idx="1379">
                <c:v>191.39661513706326</c:v>
              </c:pt>
              <c:pt idx="1380">
                <c:v>132.26129324039994</c:v>
              </c:pt>
              <c:pt idx="1381">
                <c:v>135.55463070235265</c:v>
              </c:pt>
              <c:pt idx="1382">
                <c:v>-7.421313025399904</c:v>
              </c:pt>
              <c:pt idx="1383">
                <c:v>128.14502004986076</c:v>
              </c:pt>
              <c:pt idx="1384">
                <c:v>75.5952750139044</c:v>
              </c:pt>
              <c:pt idx="1385">
                <c:v>-44.96183126160324</c:v>
              </c:pt>
              <c:pt idx="1386">
                <c:v>136.2575423428786</c:v>
              </c:pt>
              <c:pt idx="1387">
                <c:v>50.262018176259865</c:v>
              </c:pt>
              <c:pt idx="1388">
                <c:v>52.79176926462372</c:v>
              </c:pt>
              <c:pt idx="1389">
                <c:v>200.87457604376974</c:v>
              </c:pt>
              <c:pt idx="1390">
                <c:v>27.096310920240445</c:v>
              </c:pt>
              <c:pt idx="1391">
                <c:v>79.23475771947085</c:v>
              </c:pt>
              <c:pt idx="1392">
                <c:v>14.326498156740847</c:v>
              </c:pt>
              <c:pt idx="1393">
                <c:v>-11.562890674187457</c:v>
              </c:pt>
              <c:pt idx="1394">
                <c:v>103.12168311383488</c:v>
              </c:pt>
              <c:pt idx="1395">
                <c:v>105.41033369170306</c:v>
              </c:pt>
              <c:pt idx="1396">
                <c:v>223.981728683666</c:v>
              </c:pt>
              <c:pt idx="1397">
                <c:v>-12.241624570897415</c:v>
              </c:pt>
              <c:pt idx="1398">
                <c:v>122.17088211527569</c:v>
              </c:pt>
              <c:pt idx="1399">
                <c:v>91.36553683499164</c:v>
              </c:pt>
              <c:pt idx="1400">
                <c:v>-12.287955260376563</c:v>
              </c:pt>
              <c:pt idx="1401">
                <c:v>59.88472670837246</c:v>
              </c:pt>
              <c:pt idx="1402">
                <c:v>-40.339463172269504</c:v>
              </c:pt>
              <c:pt idx="1403">
                <c:v>121.97559581002508</c:v>
              </c:pt>
              <c:pt idx="1404">
                <c:v>-4.420929487511607</c:v>
              </c:pt>
              <c:pt idx="1405">
                <c:v>52.888292428418985</c:v>
              </c:pt>
              <c:pt idx="1406">
                <c:v>97.47794715647703</c:v>
              </c:pt>
              <c:pt idx="1407">
                <c:v>95.26077962457234</c:v>
              </c:pt>
              <c:pt idx="1408">
                <c:v>206.2362092465547</c:v>
              </c:pt>
              <c:pt idx="1409">
                <c:v>118.407912174708</c:v>
              </c:pt>
              <c:pt idx="1410">
                <c:v>-66.08254041582335</c:v>
              </c:pt>
              <c:pt idx="1411">
                <c:v>-58.312522281477</c:v>
              </c:pt>
              <c:pt idx="1412">
                <c:v>84.81618023296843</c:v>
              </c:pt>
              <c:pt idx="1413">
                <c:v>-18.03360213915633</c:v>
              </c:pt>
              <c:pt idx="1414">
                <c:v>35.28499276501644</c:v>
              </c:pt>
              <c:pt idx="1415">
                <c:v>163.24941624936844</c:v>
              </c:pt>
              <c:pt idx="1416">
                <c:v>180.77204818551292</c:v>
              </c:pt>
              <c:pt idx="1417">
                <c:v>111.60571545140921</c:v>
              </c:pt>
              <c:pt idx="1418">
                <c:v>-11.375151790264574</c:v>
              </c:pt>
              <c:pt idx="1419">
                <c:v>74.55156607920493</c:v>
              </c:pt>
              <c:pt idx="1420">
                <c:v>88.82271999422244</c:v>
              </c:pt>
              <c:pt idx="1421">
                <c:v>9.314046605163789</c:v>
              </c:pt>
              <c:pt idx="1422">
                <c:v>24.288799861958754</c:v>
              </c:pt>
              <c:pt idx="1423">
                <c:v>50.628811497554146</c:v>
              </c:pt>
              <c:pt idx="1424">
                <c:v>-64.67965753097918</c:v>
              </c:pt>
              <c:pt idx="1425">
                <c:v>44.94108494411491</c:v>
              </c:pt>
              <c:pt idx="1426">
                <c:v>195.16167297248072</c:v>
              </c:pt>
              <c:pt idx="1427">
                <c:v>1.4908506741016225</c:v>
              </c:pt>
              <c:pt idx="1428">
                <c:v>91.89074169271156</c:v>
              </c:pt>
              <c:pt idx="1429">
                <c:v>57.841659468235726</c:v>
              </c:pt>
              <c:pt idx="1430">
                <c:v>-21.41250222957369</c:v>
              </c:pt>
              <c:pt idx="1431">
                <c:v>190.00359104522033</c:v>
              </c:pt>
              <c:pt idx="1432">
                <c:v>235.46568524655243</c:v>
              </c:pt>
              <c:pt idx="1433">
                <c:v>202.96681021906255</c:v>
              </c:pt>
              <c:pt idx="1434">
                <c:v>182.52112099716763</c:v>
              </c:pt>
              <c:pt idx="1435">
                <c:v>134.76540465250304</c:v>
              </c:pt>
              <c:pt idx="1436">
                <c:v>233.86008107043895</c:v>
              </c:pt>
              <c:pt idx="1437">
                <c:v>95.30881294235033</c:v>
              </c:pt>
              <c:pt idx="1438">
                <c:v>224.68244629991108</c:v>
              </c:pt>
              <c:pt idx="1439">
                <c:v>74.48549155385126</c:v>
              </c:pt>
              <c:pt idx="1440">
                <c:v>159.00196843612406</c:v>
              </c:pt>
              <c:pt idx="1441">
                <c:v>230.42048722276962</c:v>
              </c:pt>
              <c:pt idx="1442">
                <c:v>42.32761917014186</c:v>
              </c:pt>
              <c:pt idx="1443">
                <c:v>177.3271019100228</c:v>
              </c:pt>
              <c:pt idx="1444">
                <c:v>36.18554901286021</c:v>
              </c:pt>
              <c:pt idx="1445">
                <c:v>184.5709183036939</c:v>
              </c:pt>
              <c:pt idx="1446">
                <c:v>238.62064413512962</c:v>
              </c:pt>
              <c:pt idx="1447">
                <c:v>40.7279477646292</c:v>
              </c:pt>
              <c:pt idx="1448">
                <c:v>145.1479980220879</c:v>
              </c:pt>
              <c:pt idx="1449">
                <c:v>181.0419212910159</c:v>
              </c:pt>
              <c:pt idx="1450">
                <c:v>-21.6413190391158</c:v>
              </c:pt>
              <c:pt idx="1451">
                <c:v>-10.566060933340928</c:v>
              </c:pt>
              <c:pt idx="1452">
                <c:v>12.864860561777576</c:v>
              </c:pt>
              <c:pt idx="1453">
                <c:v>-6.640806107951434</c:v>
              </c:pt>
              <c:pt idx="1454">
                <c:v>127.47342654216521</c:v>
              </c:pt>
              <c:pt idx="1455">
                <c:v>54.91380586076571</c:v>
              </c:pt>
              <c:pt idx="1456">
                <c:v>80.90227347355743</c:v>
              </c:pt>
              <c:pt idx="1457">
                <c:v>110.55836833329394</c:v>
              </c:pt>
              <c:pt idx="1458">
                <c:v>-8.8261451023481</c:v>
              </c:pt>
              <c:pt idx="1459">
                <c:v>47.853716637797156</c:v>
              </c:pt>
              <c:pt idx="1460">
                <c:v>95.21351723409784</c:v>
              </c:pt>
              <c:pt idx="1461">
                <c:v>97.1236492251079</c:v>
              </c:pt>
              <c:pt idx="1462">
                <c:v>69.1147512749319</c:v>
              </c:pt>
              <c:pt idx="1463">
                <c:v>199.63591912708577</c:v>
              </c:pt>
              <c:pt idx="1464">
                <c:v>-30.137098146952937</c:v>
              </c:pt>
              <c:pt idx="1465">
                <c:v>139.05629963586557</c:v>
              </c:pt>
              <c:pt idx="1466">
                <c:v>122.58741092325927</c:v>
              </c:pt>
              <c:pt idx="1467">
                <c:v>191.24812816318405</c:v>
              </c:pt>
              <c:pt idx="1468">
                <c:v>123.122768631064</c:v>
              </c:pt>
              <c:pt idx="1469">
                <c:v>20.049947941557924</c:v>
              </c:pt>
              <c:pt idx="1470">
                <c:v>186.52918078743605</c:v>
              </c:pt>
              <c:pt idx="1471">
                <c:v>185.46764454982295</c:v>
              </c:pt>
              <c:pt idx="1472">
                <c:v>20.550070247597176</c:v>
              </c:pt>
              <c:pt idx="1473">
                <c:v>123.7984396304264</c:v>
              </c:pt>
              <c:pt idx="1474">
                <c:v>61.283246544672316</c:v>
              </c:pt>
              <c:pt idx="1475">
                <c:v>-25.25980457115105</c:v>
              </c:pt>
              <c:pt idx="1476">
                <c:v>76.31118639745651</c:v>
              </c:pt>
              <c:pt idx="1477">
                <c:v>-26.12765229233989</c:v>
              </c:pt>
              <c:pt idx="1478">
                <c:v>11.495096299618268</c:v>
              </c:pt>
              <c:pt idx="1479">
                <c:v>93.16332128696689</c:v>
              </c:pt>
              <c:pt idx="1480">
                <c:v>-39.997493467388836</c:v>
              </c:pt>
              <c:pt idx="1481">
                <c:v>124.66665730400489</c:v>
              </c:pt>
              <c:pt idx="1482">
                <c:v>121.07006894277659</c:v>
              </c:pt>
              <c:pt idx="1483">
                <c:v>158.07461668529987</c:v>
              </c:pt>
              <c:pt idx="1484">
                <c:v>-51.702365029479225</c:v>
              </c:pt>
              <c:pt idx="1485">
                <c:v>123.119720513153</c:v>
              </c:pt>
              <c:pt idx="1486">
                <c:v>113.18114405912121</c:v>
              </c:pt>
              <c:pt idx="1487">
                <c:v>14.216942089676657</c:v>
              </c:pt>
              <c:pt idx="1488">
                <c:v>41.90908424797082</c:v>
              </c:pt>
              <c:pt idx="1489">
                <c:v>160.61513642993086</c:v>
              </c:pt>
              <c:pt idx="1490">
                <c:v>167.15358388298097</c:v>
              </c:pt>
              <c:pt idx="1491">
                <c:v>40.927030185129226</c:v>
              </c:pt>
              <c:pt idx="1492">
                <c:v>51.573225469492456</c:v>
              </c:pt>
              <c:pt idx="1493">
                <c:v>211.28525665626117</c:v>
              </c:pt>
              <c:pt idx="1494">
                <c:v>-29.187079985086484</c:v>
              </c:pt>
              <c:pt idx="1495">
                <c:v>-36.81790642686323</c:v>
              </c:pt>
              <c:pt idx="1496">
                <c:v>107.49159361970885</c:v>
              </c:pt>
              <c:pt idx="1497">
                <c:v>200.0831872840236</c:v>
              </c:pt>
              <c:pt idx="1498">
                <c:v>51.10982001381521</c:v>
              </c:pt>
              <c:pt idx="1499">
                <c:v>111.44453198134998</c:v>
              </c:pt>
              <c:pt idx="1500">
                <c:v>154.89270279484367</c:v>
              </c:pt>
              <c:pt idx="1501">
                <c:v>-5.668728294971238</c:v>
              </c:pt>
              <c:pt idx="1502">
                <c:v>140.21325021593557</c:v>
              </c:pt>
              <c:pt idx="1503">
                <c:v>194.58187372872547</c:v>
              </c:pt>
              <c:pt idx="1504">
                <c:v>95.62432634282351</c:v>
              </c:pt>
              <c:pt idx="1505">
                <c:v>57.011891839607344</c:v>
              </c:pt>
              <c:pt idx="1506">
                <c:v>32.985390804351375</c:v>
              </c:pt>
              <c:pt idx="1507">
                <c:v>107.38722911118126</c:v>
              </c:pt>
              <c:pt idx="1508">
                <c:v>145.3323408320682</c:v>
              </c:pt>
              <c:pt idx="1509">
                <c:v>14.945699234332459</c:v>
              </c:pt>
              <c:pt idx="1510">
                <c:v>84.2936658789498</c:v>
              </c:pt>
              <c:pt idx="1511">
                <c:v>187.551022817972</c:v>
              </c:pt>
              <c:pt idx="1512">
                <c:v>-28.032529815439034</c:v>
              </c:pt>
              <c:pt idx="1513">
                <c:v>179.53602925868046</c:v>
              </c:pt>
              <c:pt idx="1514">
                <c:v>103.61902461367109</c:v>
              </c:pt>
              <c:pt idx="1515">
                <c:v>1.2140191159815146</c:v>
              </c:pt>
              <c:pt idx="1516">
                <c:v>179.90276847201972</c:v>
              </c:pt>
              <c:pt idx="1517">
                <c:v>241.37814837369478</c:v>
              </c:pt>
              <c:pt idx="1518">
                <c:v>49.35015947303927</c:v>
              </c:pt>
              <c:pt idx="1519">
                <c:v>31.315798368714262</c:v>
              </c:pt>
              <c:pt idx="1520">
                <c:v>-8.389668136843191</c:v>
              </c:pt>
              <c:pt idx="1521">
                <c:v>210.71168286089133</c:v>
              </c:pt>
              <c:pt idx="1522">
                <c:v>168.02646481966207</c:v>
              </c:pt>
              <c:pt idx="1523">
                <c:v>-54.90283339475825</c:v>
              </c:pt>
              <c:pt idx="1524">
                <c:v>121.36602547460943</c:v>
              </c:pt>
              <c:pt idx="1525">
                <c:v>-65.11454851811561</c:v>
              </c:pt>
              <c:pt idx="1526">
                <c:v>151.255318027364</c:v>
              </c:pt>
              <c:pt idx="1527">
                <c:v>109.67492803171123</c:v>
              </c:pt>
              <c:pt idx="1528">
                <c:v>14.972080167392278</c:v>
              </c:pt>
              <c:pt idx="1529">
                <c:v>127.1636235558488</c:v>
              </c:pt>
              <c:pt idx="1530">
                <c:v>29.50040655650899</c:v>
              </c:pt>
              <c:pt idx="1531">
                <c:v>50.424596382033045</c:v>
              </c:pt>
              <c:pt idx="1532">
                <c:v>42.24204272812246</c:v>
              </c:pt>
              <c:pt idx="1533">
                <c:v>-2.009923001106465</c:v>
              </c:pt>
              <c:pt idx="1534">
                <c:v>24.037533427896154</c:v>
              </c:pt>
              <c:pt idx="1535">
                <c:v>65.18129888270272</c:v>
              </c:pt>
              <c:pt idx="1536">
                <c:v>97.22186021960553</c:v>
              </c:pt>
              <c:pt idx="1537">
                <c:v>56.01835315147158</c:v>
              </c:pt>
              <c:pt idx="1538">
                <c:v>104.66213621671498</c:v>
              </c:pt>
              <c:pt idx="1539">
                <c:v>12.205394902737616</c:v>
              </c:pt>
              <c:pt idx="1540">
                <c:v>-9.61978167718246</c:v>
              </c:pt>
              <c:pt idx="1541">
                <c:v>36.874413808535095</c:v>
              </c:pt>
              <c:pt idx="1542">
                <c:v>50.89303725312144</c:v>
              </c:pt>
              <c:pt idx="1543">
                <c:v>106.83680357810005</c:v>
              </c:pt>
              <c:pt idx="1544">
                <c:v>-41.63303791574886</c:v>
              </c:pt>
              <c:pt idx="1545">
                <c:v>23.028569612642617</c:v>
              </c:pt>
              <c:pt idx="1546">
                <c:v>-26.002541054467045</c:v>
              </c:pt>
              <c:pt idx="1547">
                <c:v>81.39851008729262</c:v>
              </c:pt>
              <c:pt idx="1548">
                <c:v>151.99047878179283</c:v>
              </c:pt>
              <c:pt idx="1549">
                <c:v>78.15032735952995</c:v>
              </c:pt>
              <c:pt idx="1550">
                <c:v>85.55205926754373</c:v>
              </c:pt>
              <c:pt idx="1551">
                <c:v>98.50204959843518</c:v>
              </c:pt>
              <c:pt idx="1552">
                <c:v>204.2813928669125</c:v>
              </c:pt>
              <c:pt idx="1553">
                <c:v>-23.5185587927717</c:v>
              </c:pt>
              <c:pt idx="1554">
                <c:v>195.00625960673688</c:v>
              </c:pt>
              <c:pt idx="1555">
                <c:v>-27.225697631879896</c:v>
              </c:pt>
              <c:pt idx="1556">
                <c:v>100.85786008582247</c:v>
              </c:pt>
              <c:pt idx="1557">
                <c:v>33.318040408021346</c:v>
              </c:pt>
              <c:pt idx="1558">
                <c:v>49.01806831075853</c:v>
              </c:pt>
              <c:pt idx="1559">
                <c:v>191.88672484033307</c:v>
              </c:pt>
              <c:pt idx="1560">
                <c:v>108.01562766677284</c:v>
              </c:pt>
              <c:pt idx="1561">
                <c:v>180.80592456024465</c:v>
              </c:pt>
              <c:pt idx="1562">
                <c:v>170.7807963181438</c:v>
              </c:pt>
              <c:pt idx="1563">
                <c:v>124.09919386537581</c:v>
              </c:pt>
              <c:pt idx="1564">
                <c:v>-50.88761086434374</c:v>
              </c:pt>
              <c:pt idx="1565">
                <c:v>81.59789333560076</c:v>
              </c:pt>
              <c:pt idx="1566">
                <c:v>31.551460133643538</c:v>
              </c:pt>
              <c:pt idx="1567">
                <c:v>122.33385965516233</c:v>
              </c:pt>
              <c:pt idx="1568">
                <c:v>76.7021875117512</c:v>
              </c:pt>
              <c:pt idx="1569">
                <c:v>-9.673756607443579</c:v>
              </c:pt>
              <c:pt idx="1570">
                <c:v>97.0463574762436</c:v>
              </c:pt>
              <c:pt idx="1571">
                <c:v>188.63446483202677</c:v>
              </c:pt>
              <c:pt idx="1572">
                <c:v>134.45746735834024</c:v>
              </c:pt>
              <c:pt idx="1573">
                <c:v>-30.50443169289875</c:v>
              </c:pt>
              <c:pt idx="1574">
                <c:v>-13.734496349674174</c:v>
              </c:pt>
              <c:pt idx="1575">
                <c:v>47.94549467971406</c:v>
              </c:pt>
              <c:pt idx="1576">
                <c:v>177.14590601488482</c:v>
              </c:pt>
              <c:pt idx="1577">
                <c:v>196.4233646655074</c:v>
              </c:pt>
              <c:pt idx="1578">
                <c:v>68.38377538386224</c:v>
              </c:pt>
              <c:pt idx="1579">
                <c:v>165.16078075176435</c:v>
              </c:pt>
              <c:pt idx="1580">
                <c:v>148.62097581480282</c:v>
              </c:pt>
              <c:pt idx="1581">
                <c:v>139.9794348105816</c:v>
              </c:pt>
              <c:pt idx="1582">
                <c:v>24.396095195252663</c:v>
              </c:pt>
              <c:pt idx="1583">
                <c:v>146.48874227130875</c:v>
              </c:pt>
              <c:pt idx="1584">
                <c:v>96.59758611829506</c:v>
              </c:pt>
              <c:pt idx="1585">
                <c:v>42.58917067921661</c:v>
              </c:pt>
              <c:pt idx="1586">
                <c:v>-10.711373310455613</c:v>
              </c:pt>
              <c:pt idx="1587">
                <c:v>97.26310760406808</c:v>
              </c:pt>
              <c:pt idx="1588">
                <c:v>53.658732558847895</c:v>
              </c:pt>
              <c:pt idx="1589">
                <c:v>191.40131812567182</c:v>
              </c:pt>
              <c:pt idx="1590">
                <c:v>71.66890527395739</c:v>
              </c:pt>
              <c:pt idx="1591">
                <c:v>84.58370018698476</c:v>
              </c:pt>
              <c:pt idx="1592">
                <c:v>233.06020324365588</c:v>
              </c:pt>
              <c:pt idx="1593">
                <c:v>-19.721911514676293</c:v>
              </c:pt>
              <c:pt idx="1594">
                <c:v>143.16095628480286</c:v>
              </c:pt>
              <c:pt idx="1595">
                <c:v>90.98015882614146</c:v>
              </c:pt>
              <c:pt idx="1596">
                <c:v>1.9381753089885834</c:v>
              </c:pt>
              <c:pt idx="1597">
                <c:v>139.3428266300936</c:v>
              </c:pt>
              <c:pt idx="1598">
                <c:v>233.91530271251682</c:v>
              </c:pt>
              <c:pt idx="1599">
                <c:v>107.94249039152018</c:v>
              </c:pt>
              <c:pt idx="1600">
                <c:v>90.85244791749133</c:v>
              </c:pt>
              <c:pt idx="1601">
                <c:v>73.97226499802863</c:v>
              </c:pt>
              <c:pt idx="1602">
                <c:v>233.22797454980704</c:v>
              </c:pt>
              <c:pt idx="1603">
                <c:v>10.836469649133349</c:v>
              </c:pt>
              <c:pt idx="1604">
                <c:v>25.393199589620874</c:v>
              </c:pt>
              <c:pt idx="1605">
                <c:v>66.0180418891149</c:v>
              </c:pt>
              <c:pt idx="1606">
                <c:v>30.520307412808293</c:v>
              </c:pt>
              <c:pt idx="1607">
                <c:v>208.7775150546585</c:v>
              </c:pt>
              <c:pt idx="1608">
                <c:v>147.82434637259874</c:v>
              </c:pt>
              <c:pt idx="1609">
                <c:v>87.35782550524803</c:v>
              </c:pt>
              <c:pt idx="1610">
                <c:v>95.81610647801547</c:v>
              </c:pt>
              <c:pt idx="1611">
                <c:v>115.43408593480125</c:v>
              </c:pt>
              <c:pt idx="1612">
                <c:v>0.5675660556603717</c:v>
              </c:pt>
              <c:pt idx="1613">
                <c:v>188.85429453757226</c:v>
              </c:pt>
              <c:pt idx="1614">
                <c:v>178.99902619174009</c:v>
              </c:pt>
              <c:pt idx="1615">
                <c:v>31.85434034055786</c:v>
              </c:pt>
              <c:pt idx="1616">
                <c:v>41.9473365318047</c:v>
              </c:pt>
              <c:pt idx="1617">
                <c:v>-19.504394565781723</c:v>
              </c:pt>
              <c:pt idx="1618">
                <c:v>78.1441834315725</c:v>
              </c:pt>
              <c:pt idx="1619">
                <c:v>225.577738717808</c:v>
              </c:pt>
              <c:pt idx="1620">
                <c:v>152.84688542099371</c:v>
              </c:pt>
              <c:pt idx="1621">
                <c:v>77.37754845665137</c:v>
              </c:pt>
              <c:pt idx="1622">
                <c:v>12.415475109827874</c:v>
              </c:pt>
              <c:pt idx="1623">
                <c:v>33.66561359282042</c:v>
              </c:pt>
              <c:pt idx="1624">
                <c:v>92.47385018675917</c:v>
              </c:pt>
              <c:pt idx="1625">
                <c:v>15.129281470551817</c:v>
              </c:pt>
              <c:pt idx="1626">
                <c:v>-15.851759943030189</c:v>
              </c:pt>
              <c:pt idx="1627">
                <c:v>150.85990978586136</c:v>
              </c:pt>
              <c:pt idx="1628">
                <c:v>81.79672913238895</c:v>
              </c:pt>
              <c:pt idx="1629">
                <c:v>49.60218590806143</c:v>
              </c:pt>
              <c:pt idx="1630">
                <c:v>174.54904442592547</c:v>
              </c:pt>
              <c:pt idx="1631">
                <c:v>55.612078659814934</c:v>
              </c:pt>
              <c:pt idx="1632">
                <c:v>52.87032326437018</c:v>
              </c:pt>
              <c:pt idx="1633">
                <c:v>52.33068488192255</c:v>
              </c:pt>
              <c:pt idx="1634">
                <c:v>52.78080005838764</c:v>
              </c:pt>
              <c:pt idx="1635">
                <c:v>187.2440502066201</c:v>
              </c:pt>
              <c:pt idx="1636">
                <c:v>15.011974147484317</c:v>
              </c:pt>
              <c:pt idx="1637">
                <c:v>157.25799738277962</c:v>
              </c:pt>
              <c:pt idx="1638">
                <c:v>-58.959250610066164</c:v>
              </c:pt>
              <c:pt idx="1639">
                <c:v>145.54503887756465</c:v>
              </c:pt>
              <c:pt idx="1640">
                <c:v>-6.6863722512240855</c:v>
              </c:pt>
              <c:pt idx="1641">
                <c:v>151.01882898469148</c:v>
              </c:pt>
              <c:pt idx="1642">
                <c:v>58.19555911197885</c:v>
              </c:pt>
              <c:pt idx="1643">
                <c:v>157.09340558540788</c:v>
              </c:pt>
              <c:pt idx="1644">
                <c:v>50.29870019553433</c:v>
              </c:pt>
              <c:pt idx="1645">
                <c:v>109.34234781833695</c:v>
              </c:pt>
              <c:pt idx="1646">
                <c:v>169.98255187289064</c:v>
              </c:pt>
              <c:pt idx="1647">
                <c:v>-1.0893840227282325</c:v>
              </c:pt>
              <c:pt idx="1648">
                <c:v>95.72253225641384</c:v>
              </c:pt>
              <c:pt idx="1649">
                <c:v>-28.89006077694502</c:v>
              </c:pt>
              <c:pt idx="1650">
                <c:v>-13.056516661066865</c:v>
              </c:pt>
              <c:pt idx="1651">
                <c:v>53.3297912713832</c:v>
              </c:pt>
              <c:pt idx="1652">
                <c:v>90.24606559886098</c:v>
              </c:pt>
              <c:pt idx="1653">
                <c:v>164.02594893969092</c:v>
              </c:pt>
              <c:pt idx="1654">
                <c:v>81.40958586331699</c:v>
              </c:pt>
              <c:pt idx="1655">
                <c:v>68.99933026362812</c:v>
              </c:pt>
              <c:pt idx="1656">
                <c:v>-5.564308398019946</c:v>
              </c:pt>
              <c:pt idx="1657">
                <c:v>148.49274863177692</c:v>
              </c:pt>
              <c:pt idx="1658">
                <c:v>136.26918553653857</c:v>
              </c:pt>
              <c:pt idx="1659">
                <c:v>1.7606069696546598</c:v>
              </c:pt>
              <c:pt idx="1660">
                <c:v>154.85717186176564</c:v>
              </c:pt>
              <c:pt idx="1661">
                <c:v>141.04334721453858</c:v>
              </c:pt>
              <c:pt idx="1662">
                <c:v>126.09535462366144</c:v>
              </c:pt>
              <c:pt idx="1663">
                <c:v>-15.018000138266657</c:v>
              </c:pt>
              <c:pt idx="1664">
                <c:v>82.41179224107196</c:v>
              </c:pt>
              <c:pt idx="1665">
                <c:v>178.32064850694144</c:v>
              </c:pt>
              <c:pt idx="1666">
                <c:v>170.57373655973208</c:v>
              </c:pt>
              <c:pt idx="1667">
                <c:v>219.74800285376412</c:v>
              </c:pt>
              <c:pt idx="1668">
                <c:v>170.7295398141253</c:v>
              </c:pt>
              <c:pt idx="1669">
                <c:v>144.00303640013436</c:v>
              </c:pt>
              <c:pt idx="1670">
                <c:v>84.74826864167588</c:v>
              </c:pt>
              <c:pt idx="1671">
                <c:v>157.42023432037905</c:v>
              </c:pt>
              <c:pt idx="1672">
                <c:v>178.722934179334</c:v>
              </c:pt>
              <c:pt idx="1673">
                <c:v>118.45278588214808</c:v>
              </c:pt>
              <c:pt idx="1674">
                <c:v>72.1079434730163</c:v>
              </c:pt>
              <c:pt idx="1675">
                <c:v>69.67477345607381</c:v>
              </c:pt>
              <c:pt idx="1676">
                <c:v>-16.30282242855327</c:v>
              </c:pt>
              <c:pt idx="1677">
                <c:v>215.7126797425538</c:v>
              </c:pt>
              <c:pt idx="1678">
                <c:v>182.73328232725618</c:v>
              </c:pt>
              <c:pt idx="1679">
                <c:v>234.54549486067518</c:v>
              </c:pt>
              <c:pt idx="1680">
                <c:v>208.54195288141577</c:v>
              </c:pt>
              <c:pt idx="1681">
                <c:v>176.02570092190143</c:v>
              </c:pt>
              <c:pt idx="1682">
                <c:v>96.27932249294767</c:v>
              </c:pt>
              <c:pt idx="1683">
                <c:v>32.002916775252984</c:v>
              </c:pt>
              <c:pt idx="1684">
                <c:v>76.3119208356863</c:v>
              </c:pt>
              <c:pt idx="1685">
                <c:v>-53.057676660538476</c:v>
              </c:pt>
              <c:pt idx="1686">
                <c:v>39.72086479654679</c:v>
              </c:pt>
              <c:pt idx="1687">
                <c:v>65.07932392418857</c:v>
              </c:pt>
              <c:pt idx="1688">
                <c:v>183.11150347559115</c:v>
              </c:pt>
              <c:pt idx="1689">
                <c:v>116.3617322684912</c:v>
              </c:pt>
              <c:pt idx="1690">
                <c:v>19.655431994307328</c:v>
              </c:pt>
              <c:pt idx="1691">
                <c:v>126.28041284760285</c:v>
              </c:pt>
              <c:pt idx="1692">
                <c:v>77.01049932107708</c:v>
              </c:pt>
              <c:pt idx="1693">
                <c:v>217.690003420554</c:v>
              </c:pt>
              <c:pt idx="1694">
                <c:v>33.55195408512487</c:v>
              </c:pt>
              <c:pt idx="1695">
                <c:v>-7.467735651777772</c:v>
              </c:pt>
              <c:pt idx="1696">
                <c:v>180.21891518514025</c:v>
              </c:pt>
              <c:pt idx="1697">
                <c:v>12.300718043082895</c:v>
              </c:pt>
              <c:pt idx="1698">
                <c:v>17.302586190891418</c:v>
              </c:pt>
              <c:pt idx="1699">
                <c:v>82.68888431363766</c:v>
              </c:pt>
              <c:pt idx="1700">
                <c:v>209.7328075852363</c:v>
              </c:pt>
              <c:pt idx="1701">
                <c:v>161.68767661246386</c:v>
              </c:pt>
              <c:pt idx="1702">
                <c:v>235.52966142328083</c:v>
              </c:pt>
              <c:pt idx="1703">
                <c:v>118.02165217227177</c:v>
              </c:pt>
              <c:pt idx="1704">
                <c:v>23.00859590322713</c:v>
              </c:pt>
              <c:pt idx="1705">
                <c:v>144.12184794813584</c:v>
              </c:pt>
              <c:pt idx="1706">
                <c:v>167.20549997191793</c:v>
              </c:pt>
              <c:pt idx="1707">
                <c:v>70.22520942118322</c:v>
              </c:pt>
              <c:pt idx="1708">
                <c:v>225.9609226217953</c:v>
              </c:pt>
              <c:pt idx="1709">
                <c:v>0.5011558227163633</c:v>
              </c:pt>
              <c:pt idx="1710">
                <c:v>170.7457395491997</c:v>
              </c:pt>
              <c:pt idx="1711">
                <c:v>136.7265929871566</c:v>
              </c:pt>
              <c:pt idx="1712">
                <c:v>192.04503005074815</c:v>
              </c:pt>
              <c:pt idx="1713">
                <c:v>3.0284329940188357</c:v>
              </c:pt>
              <c:pt idx="1714">
                <c:v>165.2663567222006</c:v>
              </c:pt>
              <c:pt idx="1715">
                <c:v>-10.568151643059508</c:v>
              </c:pt>
              <c:pt idx="1716">
                <c:v>170.25434945046368</c:v>
              </c:pt>
              <c:pt idx="1717">
                <c:v>125.27753688539978</c:v>
              </c:pt>
              <c:pt idx="1718">
                <c:v>189.20002576148295</c:v>
              </c:pt>
              <c:pt idx="1719">
                <c:v>95.26514471803773</c:v>
              </c:pt>
              <c:pt idx="1720">
                <c:v>104.42994818438729</c:v>
              </c:pt>
              <c:pt idx="1721">
                <c:v>36.99895124179487</c:v>
              </c:pt>
              <c:pt idx="1722">
                <c:v>71.7642593413474</c:v>
              </c:pt>
              <c:pt idx="1723">
                <c:v>-25.564507047190972</c:v>
              </c:pt>
              <c:pt idx="1724">
                <c:v>72.00754606015212</c:v>
              </c:pt>
              <c:pt idx="1725">
                <c:v>113.17452975461765</c:v>
              </c:pt>
              <c:pt idx="1726">
                <c:v>24.499075363721165</c:v>
              </c:pt>
              <c:pt idx="1727">
                <c:v>113.24475921445</c:v>
              </c:pt>
              <c:pt idx="1728">
                <c:v>-16.0066799481001</c:v>
              </c:pt>
              <c:pt idx="1729">
                <c:v>157.91453953807692</c:v>
              </c:pt>
              <c:pt idx="1730">
                <c:v>4.014502275284883</c:v>
              </c:pt>
              <c:pt idx="1731">
                <c:v>-0.011805085257684311</c:v>
              </c:pt>
              <c:pt idx="1732">
                <c:v>-4.326533297472388</c:v>
              </c:pt>
              <c:pt idx="1733">
                <c:v>143.70952184034292</c:v>
              </c:pt>
              <c:pt idx="1734">
                <c:v>71.82676169449815</c:v>
              </c:pt>
              <c:pt idx="1735">
                <c:v>64.51745797357285</c:v>
              </c:pt>
              <c:pt idx="1736">
                <c:v>15.648517860899204</c:v>
              </c:pt>
              <c:pt idx="1737">
                <c:v>198.25486779703814</c:v>
              </c:pt>
              <c:pt idx="1738">
                <c:v>46.0627657130843</c:v>
              </c:pt>
              <c:pt idx="1739">
                <c:v>153.90136203799415</c:v>
              </c:pt>
              <c:pt idx="1740">
                <c:v>11.622038829979907</c:v>
              </c:pt>
              <c:pt idx="1741">
                <c:v>73.60294104319831</c:v>
              </c:pt>
              <c:pt idx="1742">
                <c:v>105.29438991555358</c:v>
              </c:pt>
              <c:pt idx="1743">
                <c:v>155.52205210005968</c:v>
              </c:pt>
              <c:pt idx="1744">
                <c:v>37.273274770291124</c:v>
              </c:pt>
              <c:pt idx="1745">
                <c:v>45.63391469438873</c:v>
              </c:pt>
              <c:pt idx="1746">
                <c:v>-48.992007292125194</c:v>
              </c:pt>
              <c:pt idx="1747">
                <c:v>108.26791219086834</c:v>
              </c:pt>
              <c:pt idx="1748">
                <c:v>147.03241353414415</c:v>
              </c:pt>
              <c:pt idx="1749">
                <c:v>207.20603051124093</c:v>
              </c:pt>
              <c:pt idx="1750">
                <c:v>163.77038585974793</c:v>
              </c:pt>
              <c:pt idx="1751">
                <c:v>228.54158141981094</c:v>
              </c:pt>
              <c:pt idx="1752">
                <c:v>203.0910927483624</c:v>
              </c:pt>
              <c:pt idx="1753">
                <c:v>54.3231335209095</c:v>
              </c:pt>
              <c:pt idx="1754">
                <c:v>-51.709706894535714</c:v>
              </c:pt>
              <c:pt idx="1755">
                <c:v>2.7906787832811943</c:v>
              </c:pt>
              <c:pt idx="1756">
                <c:v>155.619666857634</c:v>
              </c:pt>
              <c:pt idx="1757">
                <c:v>224.7973019436179</c:v>
              </c:pt>
              <c:pt idx="1758">
                <c:v>-0.2594418284380424</c:v>
              </c:pt>
              <c:pt idx="1759">
                <c:v>41.10248626870846</c:v>
              </c:pt>
              <c:pt idx="1760">
                <c:v>-31.396683547835195</c:v>
              </c:pt>
              <c:pt idx="1761">
                <c:v>103.15233331625137</c:v>
              </c:pt>
              <c:pt idx="1762">
                <c:v>60.61617071290854</c:v>
              </c:pt>
              <c:pt idx="1763">
                <c:v>200.556917584947</c:v>
              </c:pt>
              <c:pt idx="1764">
                <c:v>46.02499986769915</c:v>
              </c:pt>
              <c:pt idx="1765">
                <c:v>-57.63055179988598</c:v>
              </c:pt>
              <c:pt idx="1766">
                <c:v>214.36758433296237</c:v>
              </c:pt>
              <c:pt idx="1767">
                <c:v>150.47870222113562</c:v>
              </c:pt>
              <c:pt idx="1768">
                <c:v>65.23422819299391</c:v>
              </c:pt>
              <c:pt idx="1769">
                <c:v>78.6785136448679</c:v>
              </c:pt>
              <c:pt idx="1770">
                <c:v>176.94737687295986</c:v>
              </c:pt>
              <c:pt idx="1771">
                <c:v>88.75029440111658</c:v>
              </c:pt>
              <c:pt idx="1772">
                <c:v>-66.89685369445525</c:v>
              </c:pt>
              <c:pt idx="1773">
                <c:v>9.424693202721372</c:v>
              </c:pt>
              <c:pt idx="1774">
                <c:v>101.59282764391446</c:v>
              </c:pt>
              <c:pt idx="1775">
                <c:v>30.446384957114173</c:v>
              </c:pt>
              <c:pt idx="1776">
                <c:v>88.42039076291607</c:v>
              </c:pt>
              <c:pt idx="1777">
                <c:v>158.2927970086572</c:v>
              </c:pt>
              <c:pt idx="1778">
                <c:v>4.310311476347117</c:v>
              </c:pt>
              <c:pt idx="1779">
                <c:v>75.42853880474621</c:v>
              </c:pt>
              <c:pt idx="1780">
                <c:v>-26.08538737785568</c:v>
              </c:pt>
              <c:pt idx="1781">
                <c:v>117.81849985064703</c:v>
              </c:pt>
              <c:pt idx="1782">
                <c:v>184.48015578267356</c:v>
              </c:pt>
              <c:pt idx="1783">
                <c:v>169.04492508988875</c:v>
              </c:pt>
              <c:pt idx="1784">
                <c:v>126.67064110556555</c:v>
              </c:pt>
              <c:pt idx="1785">
                <c:v>65.40687954227957</c:v>
              </c:pt>
              <c:pt idx="1786">
                <c:v>217.84716435595448</c:v>
              </c:pt>
              <c:pt idx="1787">
                <c:v>144.11431099516489</c:v>
              </c:pt>
              <c:pt idx="1788">
                <c:v>71.58285045022231</c:v>
              </c:pt>
              <c:pt idx="1789">
                <c:v>153.5745251434731</c:v>
              </c:pt>
              <c:pt idx="1790">
                <c:v>12.625502400750946</c:v>
              </c:pt>
              <c:pt idx="1791">
                <c:v>123.24968392959893</c:v>
              </c:pt>
              <c:pt idx="1792">
                <c:v>-21.82050932075444</c:v>
              </c:pt>
              <c:pt idx="1793">
                <c:v>3.6249974862582874</c:v>
              </c:pt>
              <c:pt idx="1794">
                <c:v>191.6620794211549</c:v>
              </c:pt>
              <c:pt idx="1795">
                <c:v>48.92254683855136</c:v>
              </c:pt>
              <c:pt idx="1796">
                <c:v>130.81550817747026</c:v>
              </c:pt>
              <c:pt idx="1797">
                <c:v>196.6352241239822</c:v>
              </c:pt>
              <c:pt idx="1798">
                <c:v>196.52927626582948</c:v>
              </c:pt>
              <c:pt idx="1799">
                <c:v>-15.942805488257548</c:v>
              </c:pt>
              <c:pt idx="1800">
                <c:v>149.6556743127112</c:v>
              </c:pt>
              <c:pt idx="1801">
                <c:v>127.94410793405996</c:v>
              </c:pt>
              <c:pt idx="1802">
                <c:v>18.444069580006477</c:v>
              </c:pt>
              <c:pt idx="1803">
                <c:v>-10.866183919213562</c:v>
              </c:pt>
              <c:pt idx="1804">
                <c:v>-7.29119567409294</c:v>
              </c:pt>
              <c:pt idx="1805">
                <c:v>144.25247255787397</c:v>
              </c:pt>
              <c:pt idx="1806">
                <c:v>96.59483093295809</c:v>
              </c:pt>
              <c:pt idx="1807">
                <c:v>-64.09423485005007</c:v>
              </c:pt>
              <c:pt idx="1808">
                <c:v>216.83558274799987</c:v>
              </c:pt>
              <c:pt idx="1809">
                <c:v>69.59006803884105</c:v>
              </c:pt>
              <c:pt idx="1810">
                <c:v>104.74666429876117</c:v>
              </c:pt>
              <c:pt idx="1811">
                <c:v>186.40770094915177</c:v>
              </c:pt>
              <c:pt idx="1812">
                <c:v>96.50017668173808</c:v>
              </c:pt>
              <c:pt idx="1813">
                <c:v>9.83392145989967</c:v>
              </c:pt>
              <c:pt idx="1814">
                <c:v>130.46450542552356</c:v>
              </c:pt>
              <c:pt idx="1815">
                <c:v>98.12627492907936</c:v>
              </c:pt>
              <c:pt idx="1816">
                <c:v>84.57044794730052</c:v>
              </c:pt>
              <c:pt idx="1817">
                <c:v>33.40273862604555</c:v>
              </c:pt>
              <c:pt idx="1818">
                <c:v>99.52017556318009</c:v>
              </c:pt>
              <c:pt idx="1819">
                <c:v>131.1180297472659</c:v>
              </c:pt>
              <c:pt idx="1820">
                <c:v>13.559921526934986</c:v>
              </c:pt>
              <c:pt idx="1821">
                <c:v>15.861343490422662</c:v>
              </c:pt>
              <c:pt idx="1822">
                <c:v>35.82928579501706</c:v>
              </c:pt>
              <c:pt idx="1823">
                <c:v>20.93354129442706</c:v>
              </c:pt>
              <c:pt idx="1824">
                <c:v>205.16391960180212</c:v>
              </c:pt>
              <c:pt idx="1825">
                <c:v>175.65795685270177</c:v>
              </c:pt>
              <c:pt idx="1826">
                <c:v>175.9173541383023</c:v>
              </c:pt>
              <c:pt idx="1827">
                <c:v>29.76765909537354</c:v>
              </c:pt>
              <c:pt idx="1828">
                <c:v>154.11839042554567</c:v>
              </c:pt>
              <c:pt idx="1829">
                <c:v>28.17317089718275</c:v>
              </c:pt>
              <c:pt idx="1830">
                <c:v>209.16323984234188</c:v>
              </c:pt>
              <c:pt idx="1831">
                <c:v>34.04440830575738</c:v>
              </c:pt>
              <c:pt idx="1832">
                <c:v>83.77916154839032</c:v>
              </c:pt>
              <c:pt idx="1833">
                <c:v>108.38928765329786</c:v>
              </c:pt>
              <c:pt idx="1834">
                <c:v>44.50590335834994</c:v>
              </c:pt>
              <c:pt idx="1835">
                <c:v>81.01228905398763</c:v>
              </c:pt>
              <c:pt idx="1836">
                <c:v>135.45021375591384</c:v>
              </c:pt>
              <c:pt idx="1837">
                <c:v>204.74217287603037</c:v>
              </c:pt>
              <c:pt idx="1838">
                <c:v>106.2646005891445</c:v>
              </c:pt>
              <c:pt idx="1839">
                <c:v>187.1704937678748</c:v>
              </c:pt>
              <c:pt idx="1840">
                <c:v>16.750881670472403</c:v>
              </c:pt>
              <c:pt idx="1841">
                <c:v>138.38884996624762</c:v>
              </c:pt>
              <c:pt idx="1842">
                <c:v>196.8569411156257</c:v>
              </c:pt>
              <c:pt idx="1843">
                <c:v>62.003875841385266</c:v>
              </c:pt>
              <c:pt idx="1844">
                <c:v>173.35388173355824</c:v>
              </c:pt>
              <c:pt idx="1845">
                <c:v>185.45494033783012</c:v>
              </c:pt>
              <c:pt idx="1846">
                <c:v>-1.7746798832313289</c:v>
              </c:pt>
              <c:pt idx="1847">
                <c:v>215.89286940162563</c:v>
              </c:pt>
              <c:pt idx="1848">
                <c:v>-19.76343305048185</c:v>
              </c:pt>
              <c:pt idx="1849">
                <c:v>223.26468472543755</c:v>
              </c:pt>
              <c:pt idx="1850">
                <c:v>39.79029538909151</c:v>
              </c:pt>
              <c:pt idx="1851">
                <c:v>156.58395814802094</c:v>
              </c:pt>
              <c:pt idx="1852">
                <c:v>93.95999665813108</c:v>
              </c:pt>
              <c:pt idx="1853">
                <c:v>50.91102678508024</c:v>
              </c:pt>
              <c:pt idx="1854">
                <c:v>22.675058611998423</c:v>
              </c:pt>
              <c:pt idx="1855">
                <c:v>38.95175499322689</c:v>
              </c:pt>
              <c:pt idx="1856">
                <c:v>-20.919164513016113</c:v>
              </c:pt>
              <c:pt idx="1857">
                <c:v>18.430077354277245</c:v>
              </c:pt>
              <c:pt idx="1858">
                <c:v>75.81856787149948</c:v>
              </c:pt>
              <c:pt idx="1859">
                <c:v>99.05558456477564</c:v>
              </c:pt>
              <c:pt idx="1860">
                <c:v>42.02834780891103</c:v>
              </c:pt>
              <c:pt idx="1861">
                <c:v>189.03220898765838</c:v>
              </c:pt>
              <c:pt idx="1862">
                <c:v>115.98152696924384</c:v>
              </c:pt>
              <c:pt idx="1863">
                <c:v>-7.387345348643471</c:v>
              </c:pt>
              <c:pt idx="1864">
                <c:v>52.99610324486661</c:v>
              </c:pt>
              <c:pt idx="1865">
                <c:v>135.42617383057177</c:v>
              </c:pt>
              <c:pt idx="1866">
                <c:v>4.123447656123524</c:v>
              </c:pt>
              <c:pt idx="1867">
                <c:v>-1.776315789828935</c:v>
              </c:pt>
            </c:numLit>
          </c:yVal>
        </c:ser>
        <c:ser>
          <c:idx val="3"/>
          <c:order val="3"/>
          <c:tx>
            <c:v>BS1 Test</c:v>
          </c:tx>
          <c:spPr>
            <a:solidFill xmlns:a="http://schemas.openxmlformats.org/drawingml/2006/main">
              <a:srgbClr val="18BFA2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18BFA2"/>
              </a:solidFill>
            </c:spPr>
          </c:marker>
          <c:dPt>
            <c:idx val="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250"/>
              <c:pt idx="0">
                <c:v>199.2426160293394</c:v>
              </c:pt>
              <c:pt idx="1">
                <c:v>84.5642124996703</c:v>
              </c:pt>
              <c:pt idx="2">
                <c:v>169.7461738700418</c:v>
              </c:pt>
              <c:pt idx="3">
                <c:v>221.27475786808412</c:v>
              </c:pt>
              <c:pt idx="4">
                <c:v>203.8686656239273</c:v>
              </c:pt>
              <c:pt idx="5">
                <c:v>113.92732886533389</c:v>
              </c:pt>
              <c:pt idx="6">
                <c:v>93.2390020585776</c:v>
              </c:pt>
              <c:pt idx="7">
                <c:v>72.68602074365256</c:v>
              </c:pt>
              <c:pt idx="8">
                <c:v>81.10364735382151</c:v>
              </c:pt>
              <c:pt idx="9">
                <c:v>120.56010484710183</c:v>
              </c:pt>
              <c:pt idx="10">
                <c:v>90.37234394642843</c:v>
              </c:pt>
              <c:pt idx="11">
                <c:v>206.47518142923562</c:v>
              </c:pt>
              <c:pt idx="12">
                <c:v>169.38473364309482</c:v>
              </c:pt>
              <c:pt idx="13">
                <c:v>231.2595462382747</c:v>
              </c:pt>
              <c:pt idx="14">
                <c:v>154.8100638038046</c:v>
              </c:pt>
              <c:pt idx="15">
                <c:v>111.8870699444564</c:v>
              </c:pt>
              <c:pt idx="16">
                <c:v>74.36372723114334</c:v>
              </c:pt>
              <c:pt idx="17">
                <c:v>190.76709005150693</c:v>
              </c:pt>
              <c:pt idx="18">
                <c:v>227.56571348462444</c:v>
              </c:pt>
              <c:pt idx="19">
                <c:v>172.39312107609416</c:v>
              </c:pt>
              <c:pt idx="20">
                <c:v>200.19220168442632</c:v>
              </c:pt>
              <c:pt idx="21">
                <c:v>84.11078108145466</c:v>
              </c:pt>
              <c:pt idx="22">
                <c:v>162.36830796818234</c:v>
              </c:pt>
              <c:pt idx="23">
                <c:v>129.9245654349437</c:v>
              </c:pt>
              <c:pt idx="24">
                <c:v>214.3094765316933</c:v>
              </c:pt>
              <c:pt idx="25">
                <c:v>114.62085487984707</c:v>
              </c:pt>
              <c:pt idx="26">
                <c:v>83.88791427399654</c:v>
              </c:pt>
              <c:pt idx="27">
                <c:v>111.13311074643443</c:v>
              </c:pt>
              <c:pt idx="28">
                <c:v>120.31664380732889</c:v>
              </c:pt>
              <c:pt idx="29">
                <c:v>68.72142896225802</c:v>
              </c:pt>
              <c:pt idx="30">
                <c:v>108.60536912041863</c:v>
              </c:pt>
              <c:pt idx="31">
                <c:v>181.1756080883855</c:v>
              </c:pt>
              <c:pt idx="32">
                <c:v>185.16268584457848</c:v>
              </c:pt>
              <c:pt idx="33">
                <c:v>190.01895700834007</c:v>
              </c:pt>
              <c:pt idx="34">
                <c:v>181.76674673904859</c:v>
              </c:pt>
              <c:pt idx="35">
                <c:v>224.77349418880553</c:v>
              </c:pt>
              <c:pt idx="36">
                <c:v>109.26338199359604</c:v>
              </c:pt>
              <c:pt idx="37">
                <c:v>225.75102053970375</c:v>
              </c:pt>
              <c:pt idx="38">
                <c:v>218.89343883270593</c:v>
              </c:pt>
              <c:pt idx="39">
                <c:v>116.9077462953899</c:v>
              </c:pt>
              <c:pt idx="40">
                <c:v>222.3612513953752</c:v>
              </c:pt>
              <c:pt idx="41">
                <c:v>106.99065759463087</c:v>
              </c:pt>
              <c:pt idx="42">
                <c:v>91.5770931055999</c:v>
              </c:pt>
              <c:pt idx="43">
                <c:v>160.4573252056154</c:v>
              </c:pt>
              <c:pt idx="44">
                <c:v>73.66866269461195</c:v>
              </c:pt>
              <c:pt idx="45">
                <c:v>86.48926131004112</c:v>
              </c:pt>
              <c:pt idx="46">
                <c:v>104.21173516920055</c:v>
              </c:pt>
              <c:pt idx="47">
                <c:v>86.08038206217822</c:v>
              </c:pt>
              <c:pt idx="48">
                <c:v>173.97965391251432</c:v>
              </c:pt>
              <c:pt idx="49">
                <c:v>173.90774668472824</c:v>
              </c:pt>
              <c:pt idx="50">
                <c:v>154.2661441790974</c:v>
              </c:pt>
              <c:pt idx="51">
                <c:v>175.68202983932503</c:v>
              </c:pt>
              <c:pt idx="52">
                <c:v>108.0370854587518</c:v>
              </c:pt>
              <c:pt idx="53">
                <c:v>122.79161216616056</c:v>
              </c:pt>
              <c:pt idx="54">
                <c:v>181.4402026144009</c:v>
              </c:pt>
              <c:pt idx="55">
                <c:v>121.87287646724405</c:v>
              </c:pt>
              <c:pt idx="56">
                <c:v>69.7136490585259</c:v>
              </c:pt>
              <c:pt idx="57">
                <c:v>130.17655806192266</c:v>
              </c:pt>
              <c:pt idx="58">
                <c:v>177.58697917447057</c:v>
              </c:pt>
              <c:pt idx="59">
                <c:v>178.39067199583423</c:v>
              </c:pt>
              <c:pt idx="60">
                <c:v>181.88898808452834</c:v>
              </c:pt>
              <c:pt idx="61">
                <c:v>76.20413727896442</c:v>
              </c:pt>
              <c:pt idx="62">
                <c:v>68.37883304479935</c:v>
              </c:pt>
              <c:pt idx="63">
                <c:v>168.77224808884372</c:v>
              </c:pt>
              <c:pt idx="64">
                <c:v>74.4397249699071</c:v>
              </c:pt>
              <c:pt idx="65">
                <c:v>74.09988591704494</c:v>
              </c:pt>
              <c:pt idx="66">
                <c:v>118.5353367700003</c:v>
              </c:pt>
              <c:pt idx="67">
                <c:v>223.33985640647685</c:v>
              </c:pt>
              <c:pt idx="68">
                <c:v>177.6402896075229</c:v>
              </c:pt>
              <c:pt idx="69">
                <c:v>89.58599660479098</c:v>
              </c:pt>
              <c:pt idx="70">
                <c:v>231.23306319484</c:v>
              </c:pt>
              <c:pt idx="71">
                <c:v>72.90436566706302</c:v>
              </c:pt>
              <c:pt idx="72">
                <c:v>166.68950252173528</c:v>
              </c:pt>
              <c:pt idx="73">
                <c:v>228.672264431691</c:v>
              </c:pt>
              <c:pt idx="74">
                <c:v>123.18383587481735</c:v>
              </c:pt>
              <c:pt idx="75">
                <c:v>75.47542949613741</c:v>
              </c:pt>
              <c:pt idx="76">
                <c:v>165.096064395453</c:v>
              </c:pt>
              <c:pt idx="77">
                <c:v>184.23153461380775</c:v>
              </c:pt>
              <c:pt idx="78">
                <c:v>158.52420113916708</c:v>
              </c:pt>
              <c:pt idx="79">
                <c:v>60.61456610950546</c:v>
              </c:pt>
              <c:pt idx="80">
                <c:v>72.16139976545814</c:v>
              </c:pt>
              <c:pt idx="81">
                <c:v>92.99780658462296</c:v>
              </c:pt>
              <c:pt idx="82">
                <c:v>162.82776067481825</c:v>
              </c:pt>
              <c:pt idx="83">
                <c:v>221.7177928394486</c:v>
              </c:pt>
              <c:pt idx="84">
                <c:v>123.97248523139285</c:v>
              </c:pt>
              <c:pt idx="85">
                <c:v>77.35185961970933</c:v>
              </c:pt>
              <c:pt idx="86">
                <c:v>179.11652730094758</c:v>
              </c:pt>
              <c:pt idx="87">
                <c:v>219.24676710276006</c:v>
              </c:pt>
              <c:pt idx="88">
                <c:v>154.43473415965778</c:v>
              </c:pt>
              <c:pt idx="89">
                <c:v>178.59645853482473</c:v>
              </c:pt>
              <c:pt idx="90">
                <c:v>218.50996827492855</c:v>
              </c:pt>
              <c:pt idx="91">
                <c:v>124.08726127643693</c:v>
              </c:pt>
              <c:pt idx="92">
                <c:v>156.61387692776907</c:v>
              </c:pt>
              <c:pt idx="93">
                <c:v>93.14552727968778</c:v>
              </c:pt>
              <c:pt idx="94">
                <c:v>83.84032034971534</c:v>
              </c:pt>
              <c:pt idx="95">
                <c:v>69.20657982447219</c:v>
              </c:pt>
              <c:pt idx="96">
                <c:v>113.63599274275643</c:v>
              </c:pt>
              <c:pt idx="97">
                <c:v>67.96247181415231</c:v>
              </c:pt>
              <c:pt idx="98">
                <c:v>77.73653338414935</c:v>
              </c:pt>
              <c:pt idx="99">
                <c:v>89.0647150684502</c:v>
              </c:pt>
              <c:pt idx="100">
                <c:v>75.08065477318888</c:v>
              </c:pt>
              <c:pt idx="101">
                <c:v>164.66445007273015</c:v>
              </c:pt>
              <c:pt idx="102">
                <c:v>82.43002653486045</c:v>
              </c:pt>
              <c:pt idx="103">
                <c:v>127.66584162927465</c:v>
              </c:pt>
              <c:pt idx="104">
                <c:v>219.7826779519998</c:v>
              </c:pt>
              <c:pt idx="105">
                <c:v>222.6078622290092</c:v>
              </c:pt>
              <c:pt idx="106">
                <c:v>103.49206710261603</c:v>
              </c:pt>
              <c:pt idx="107">
                <c:v>80.44560594020174</c:v>
              </c:pt>
              <c:pt idx="108">
                <c:v>173.58686323397131</c:v>
              </c:pt>
              <c:pt idx="109">
                <c:v>226.48250355968895</c:v>
              </c:pt>
              <c:pt idx="110">
                <c:v>90.14064731515413</c:v>
              </c:pt>
              <c:pt idx="111">
                <c:v>220.47173690544332</c:v>
              </c:pt>
              <c:pt idx="112">
                <c:v>228.56416108557985</c:v>
              </c:pt>
              <c:pt idx="113">
                <c:v>170.94927980993617</c:v>
              </c:pt>
              <c:pt idx="114">
                <c:v>131.0220525535724</c:v>
              </c:pt>
              <c:pt idx="115">
                <c:v>169.24140560164003</c:v>
              </c:pt>
              <c:pt idx="116">
                <c:v>78.3479165082117</c:v>
              </c:pt>
              <c:pt idx="117">
                <c:v>178.7022577573922</c:v>
              </c:pt>
              <c:pt idx="118">
                <c:v>217.8809300624384</c:v>
              </c:pt>
              <c:pt idx="119">
                <c:v>108.73539099620542</c:v>
              </c:pt>
              <c:pt idx="120">
                <c:v>72.69783658763956</c:v>
              </c:pt>
              <c:pt idx="121">
                <c:v>108.80950730482346</c:v>
              </c:pt>
              <c:pt idx="122">
                <c:v>80.25803826661205</c:v>
              </c:pt>
              <c:pt idx="123">
                <c:v>154.68390510689983</c:v>
              </c:pt>
              <c:pt idx="124">
                <c:v>129.83200286603994</c:v>
              </c:pt>
              <c:pt idx="125">
                <c:v>221.0820890592016</c:v>
              </c:pt>
              <c:pt idx="126">
                <c:v>214.01527753499494</c:v>
              </c:pt>
              <c:pt idx="127">
                <c:v>222.4005809336313</c:v>
              </c:pt>
              <c:pt idx="128">
                <c:v>151.9661422828268</c:v>
              </c:pt>
              <c:pt idx="129">
                <c:v>176.1492152228005</c:v>
              </c:pt>
              <c:pt idx="130">
                <c:v>154.4893742196084</c:v>
              </c:pt>
              <c:pt idx="131">
                <c:v>177.11942425387105</c:v>
              </c:pt>
              <c:pt idx="132">
                <c:v>73.64410168646907</c:v>
              </c:pt>
              <c:pt idx="133">
                <c:v>175.0576932863314</c:v>
              </c:pt>
              <c:pt idx="134">
                <c:v>177.65497170019543</c:v>
              </c:pt>
              <c:pt idx="135">
                <c:v>103.25552295216642</c:v>
              </c:pt>
              <c:pt idx="136">
                <c:v>173.69457374773322</c:v>
              </c:pt>
              <c:pt idx="137">
                <c:v>180.29109896055212</c:v>
              </c:pt>
              <c:pt idx="138">
                <c:v>70.32179630713823</c:v>
              </c:pt>
              <c:pt idx="139">
                <c:v>127.91282934269584</c:v>
              </c:pt>
              <c:pt idx="140">
                <c:v>64.0077550801915</c:v>
              </c:pt>
              <c:pt idx="141">
                <c:v>79.75088736878617</c:v>
              </c:pt>
              <c:pt idx="142">
                <c:v>86.24524297026396</c:v>
              </c:pt>
              <c:pt idx="143">
                <c:v>74.90315633543128</c:v>
              </c:pt>
              <c:pt idx="144">
                <c:v>88.21226446421488</c:v>
              </c:pt>
              <c:pt idx="145">
                <c:v>78.59763294899994</c:v>
              </c:pt>
              <c:pt idx="146">
                <c:v>66.72322586282898</c:v>
              </c:pt>
              <c:pt idx="147">
                <c:v>183.19114046456178</c:v>
              </c:pt>
              <c:pt idx="148">
                <c:v>132.8092137137545</c:v>
              </c:pt>
              <c:pt idx="149">
                <c:v>78.86859487677822</c:v>
              </c:pt>
              <c:pt idx="150">
                <c:v>116.4853770021399</c:v>
              </c:pt>
              <c:pt idx="151">
                <c:v>164.21101785265887</c:v>
              </c:pt>
              <c:pt idx="152">
                <c:v>224.0659141288063</c:v>
              </c:pt>
              <c:pt idx="153">
                <c:v>173.70177296673458</c:v>
              </c:pt>
              <c:pt idx="154">
                <c:v>224.34153112878124</c:v>
              </c:pt>
              <c:pt idx="155">
                <c:v>149.66370954656026</c:v>
              </c:pt>
              <c:pt idx="156">
                <c:v>227.25368265221493</c:v>
              </c:pt>
              <c:pt idx="157">
                <c:v>164.11180904546643</c:v>
              </c:pt>
              <c:pt idx="158">
                <c:v>67.83466161705874</c:v>
              </c:pt>
              <c:pt idx="159">
                <c:v>68.7925540203212</c:v>
              </c:pt>
              <c:pt idx="160">
                <c:v>65.38230240234044</c:v>
              </c:pt>
              <c:pt idx="161">
                <c:v>108.18404642151815</c:v>
              </c:pt>
              <c:pt idx="162">
                <c:v>65.56432845180515</c:v>
              </c:pt>
              <c:pt idx="163">
                <c:v>169.39426530655112</c:v>
              </c:pt>
              <c:pt idx="164">
                <c:v>86.38873109620636</c:v>
              </c:pt>
              <c:pt idx="165">
                <c:v>68.7944971186601</c:v>
              </c:pt>
              <c:pt idx="166">
                <c:v>83.92023330124536</c:v>
              </c:pt>
              <c:pt idx="167">
                <c:v>165.202698465014</c:v>
              </c:pt>
              <c:pt idx="168">
                <c:v>169.50042901565726</c:v>
              </c:pt>
              <c:pt idx="169">
                <c:v>73.62494970173131</c:v>
              </c:pt>
              <c:pt idx="170">
                <c:v>119.33994414163385</c:v>
              </c:pt>
              <c:pt idx="171">
                <c:v>107.52453029223308</c:v>
              </c:pt>
              <c:pt idx="172">
                <c:v>226.82760633711595</c:v>
              </c:pt>
              <c:pt idx="173">
                <c:v>73.11365877264315</c:v>
              </c:pt>
              <c:pt idx="174">
                <c:v>218.3140379114002</c:v>
              </c:pt>
              <c:pt idx="175">
                <c:v>77.26807837258158</c:v>
              </c:pt>
              <c:pt idx="176">
                <c:v>91.46710207467859</c:v>
              </c:pt>
              <c:pt idx="177">
                <c:v>116.20082377373879</c:v>
              </c:pt>
              <c:pt idx="178">
                <c:v>131.15130692454073</c:v>
              </c:pt>
              <c:pt idx="179">
                <c:v>103.54323004119678</c:v>
              </c:pt>
              <c:pt idx="180">
                <c:v>77.7040488380874</c:v>
              </c:pt>
              <c:pt idx="181">
                <c:v>166.66452083927337</c:v>
              </c:pt>
              <c:pt idx="182">
                <c:v>224.95442256582655</c:v>
              </c:pt>
              <c:pt idx="183">
                <c:v>117.3091673467324</c:v>
              </c:pt>
              <c:pt idx="184">
                <c:v>66.25460579833933</c:v>
              </c:pt>
              <c:pt idx="185">
                <c:v>123.15511627283577</c:v>
              </c:pt>
              <c:pt idx="186">
                <c:v>228.9063334990947</c:v>
              </c:pt>
              <c:pt idx="187">
                <c:v>73.68405045387084</c:v>
              </c:pt>
              <c:pt idx="188">
                <c:v>180.3241445257201</c:v>
              </c:pt>
              <c:pt idx="189">
                <c:v>189.5044655000484</c:v>
              </c:pt>
              <c:pt idx="190">
                <c:v>174.73274725038914</c:v>
              </c:pt>
              <c:pt idx="191">
                <c:v>166.8873675508152</c:v>
              </c:pt>
              <c:pt idx="192">
                <c:v>227.77571856095793</c:v>
              </c:pt>
              <c:pt idx="193">
                <c:v>109.23214798337334</c:v>
              </c:pt>
              <c:pt idx="194">
                <c:v>78.03147761578495</c:v>
              </c:pt>
              <c:pt idx="195">
                <c:v>70.3822304004345</c:v>
              </c:pt>
              <c:pt idx="196">
                <c:v>71.7731863847282</c:v>
              </c:pt>
              <c:pt idx="197">
                <c:v>77.26386982559669</c:v>
              </c:pt>
              <c:pt idx="198">
                <c:v>158.31949119054832</c:v>
              </c:pt>
              <c:pt idx="199">
                <c:v>105.06549849034464</c:v>
              </c:pt>
              <c:pt idx="200">
                <c:v>104.53206761295698</c:v>
              </c:pt>
              <c:pt idx="201">
                <c:v>130.11901590131532</c:v>
              </c:pt>
              <c:pt idx="202">
                <c:v>203.5453163175585</c:v>
              </c:pt>
              <c:pt idx="203">
                <c:v>159.63184933088115</c:v>
              </c:pt>
              <c:pt idx="204">
                <c:v>129.72153553607774</c:v>
              </c:pt>
              <c:pt idx="205">
                <c:v>208.99851947214344</c:v>
              </c:pt>
              <c:pt idx="206">
                <c:v>122.55649537743906</c:v>
              </c:pt>
              <c:pt idx="207">
                <c:v>67.1970822708715</c:v>
              </c:pt>
              <c:pt idx="208">
                <c:v>225.37660042598495</c:v>
              </c:pt>
              <c:pt idx="209">
                <c:v>84.6017505101413</c:v>
              </c:pt>
              <c:pt idx="210">
                <c:v>202.0614894474998</c:v>
              </c:pt>
              <c:pt idx="211">
                <c:v>92.00691862001116</c:v>
              </c:pt>
              <c:pt idx="212">
                <c:v>73.37203447635227</c:v>
              </c:pt>
              <c:pt idx="213">
                <c:v>159.84041626911605</c:v>
              </c:pt>
              <c:pt idx="214">
                <c:v>75.04709593622479</c:v>
              </c:pt>
              <c:pt idx="215">
                <c:v>80.03931107633795</c:v>
              </c:pt>
              <c:pt idx="216">
                <c:v>227.22822031813573</c:v>
              </c:pt>
              <c:pt idx="217">
                <c:v>76.13342450665476</c:v>
              </c:pt>
              <c:pt idx="218">
                <c:v>188.68414638858275</c:v>
              </c:pt>
              <c:pt idx="219">
                <c:v>180.9564972230086</c:v>
              </c:pt>
              <c:pt idx="220">
                <c:v>73.17532173225857</c:v>
              </c:pt>
              <c:pt idx="221">
                <c:v>109.52808336147616</c:v>
              </c:pt>
              <c:pt idx="222">
                <c:v>88.82432116174579</c:v>
              </c:pt>
              <c:pt idx="223">
                <c:v>202.02045758839398</c:v>
              </c:pt>
              <c:pt idx="224">
                <c:v>164.80255703530554</c:v>
              </c:pt>
              <c:pt idx="225">
                <c:v>159.77613160451472</c:v>
              </c:pt>
              <c:pt idx="226">
                <c:v>121.81868340125925</c:v>
              </c:pt>
              <c:pt idx="227">
                <c:v>90.58235872056584</c:v>
              </c:pt>
              <c:pt idx="228">
                <c:v>127.36410609487764</c:v>
              </c:pt>
              <c:pt idx="229">
                <c:v>87.88898864793597</c:v>
              </c:pt>
              <c:pt idx="230">
                <c:v>90.93385516748138</c:v>
              </c:pt>
              <c:pt idx="231">
                <c:v>80.1318790895813</c:v>
              </c:pt>
              <c:pt idx="232">
                <c:v>188.63101030021863</c:v>
              </c:pt>
              <c:pt idx="233">
                <c:v>87.8092393072753</c:v>
              </c:pt>
              <c:pt idx="234">
                <c:v>95.0333341488057</c:v>
              </c:pt>
              <c:pt idx="235">
                <c:v>86.26216242403213</c:v>
              </c:pt>
              <c:pt idx="236">
                <c:v>216.3019442077636</c:v>
              </c:pt>
              <c:pt idx="237">
                <c:v>204.58187778777304</c:v>
              </c:pt>
              <c:pt idx="238">
                <c:v>219.3777770852164</c:v>
              </c:pt>
              <c:pt idx="239">
                <c:v>224.0792712410573</c:v>
              </c:pt>
              <c:pt idx="240">
                <c:v>204.7566493437186</c:v>
              </c:pt>
              <c:pt idx="241">
                <c:v>64.08282717843036</c:v>
              </c:pt>
              <c:pt idx="242">
                <c:v>125.46771746647721</c:v>
              </c:pt>
              <c:pt idx="243">
                <c:v>62.13332490080347</c:v>
              </c:pt>
              <c:pt idx="244">
                <c:v>205.35493879313407</c:v>
              </c:pt>
              <c:pt idx="245">
                <c:v>102.71061344714602</c:v>
              </c:pt>
              <c:pt idx="246">
                <c:v>218.91033086208682</c:v>
              </c:pt>
              <c:pt idx="247">
                <c:v>88.19440588260557</c:v>
              </c:pt>
              <c:pt idx="248">
                <c:v>160.52379944186188</c:v>
              </c:pt>
              <c:pt idx="249">
                <c:v>185.45568498237802</c:v>
              </c:pt>
            </c:numLit>
          </c:xVal>
          <c:yVal>
            <c:numLit>
              <c:formatCode>General</c:formatCode>
              <c:ptCount val="250"/>
              <c:pt idx="0">
                <c:v>19.799256362740394</c:v>
              </c:pt>
              <c:pt idx="1">
                <c:v>144.38836540876213</c:v>
              </c:pt>
              <c:pt idx="2">
                <c:v>129.70593341265297</c:v>
              </c:pt>
              <c:pt idx="3">
                <c:v>14.587732038789994</c:v>
              </c:pt>
              <c:pt idx="4">
                <c:v>19.16012702078651</c:v>
              </c:pt>
              <c:pt idx="5">
                <c:v>36.87061673771459</c:v>
              </c:pt>
              <c:pt idx="6">
                <c:v>75.65040605681206</c:v>
              </c:pt>
              <c:pt idx="7">
                <c:v>144.75931113719258</c:v>
              </c:pt>
              <c:pt idx="8">
                <c:v>164.58299182238056</c:v>
              </c:pt>
              <c:pt idx="9">
                <c:v>37.75334451217677</c:v>
              </c:pt>
              <c:pt idx="10">
                <c:v>171.58814816492492</c:v>
              </c:pt>
              <c:pt idx="11">
                <c:v>46.155129730377595</c:v>
              </c:pt>
              <c:pt idx="12">
                <c:v>109.48262515092799</c:v>
              </c:pt>
              <c:pt idx="13">
                <c:v>19.430067836702527</c:v>
              </c:pt>
              <c:pt idx="14">
                <c:v>123.98028371323251</c:v>
              </c:pt>
              <c:pt idx="15">
                <c:v>42.01360366957742</c:v>
              </c:pt>
              <c:pt idx="16">
                <c:v>157.42023026262586</c:v>
              </c:pt>
              <c:pt idx="17">
                <c:v>107.63499257051872</c:v>
              </c:pt>
              <c:pt idx="18">
                <c:v>53.211637069137595</c:v>
              </c:pt>
              <c:pt idx="19">
                <c:v>110.64611210988562</c:v>
              </c:pt>
              <c:pt idx="20">
                <c:v>13.008542329526641</c:v>
              </c:pt>
              <c:pt idx="21">
                <c:v>67.40184192094566</c:v>
              </c:pt>
              <c:pt idx="22">
                <c:v>98.69728346773238</c:v>
              </c:pt>
              <c:pt idx="23">
                <c:v>34.102899743978035</c:v>
              </c:pt>
              <c:pt idx="24">
                <c:v>37.12350119372191</c:v>
              </c:pt>
              <c:pt idx="25">
                <c:v>53.66898604972996</c:v>
              </c:pt>
              <c:pt idx="26">
                <c:v>143.2247789344911</c:v>
              </c:pt>
              <c:pt idx="27">
                <c:v>36.62423874690296</c:v>
              </c:pt>
              <c:pt idx="28">
                <c:v>49.25470058481242</c:v>
              </c:pt>
              <c:pt idx="29">
                <c:v>63.912663031969196</c:v>
              </c:pt>
              <c:pt idx="30">
                <c:v>50.57184981704785</c:v>
              </c:pt>
              <c:pt idx="31">
                <c:v>102.00354794746517</c:v>
              </c:pt>
              <c:pt idx="32">
                <c:v>110.77109745240487</c:v>
              </c:pt>
              <c:pt idx="33">
                <c:v>100.20707432618059</c:v>
              </c:pt>
              <c:pt idx="34">
                <c:v>122.72612530996872</c:v>
              </c:pt>
              <c:pt idx="35">
                <c:v>44.50227892123554</c:v>
              </c:pt>
              <c:pt idx="36">
                <c:v>48.2982367414507</c:v>
              </c:pt>
              <c:pt idx="37">
                <c:v>20.195663266079514</c:v>
              </c:pt>
              <c:pt idx="38">
                <c:v>16.11333570663949</c:v>
              </c:pt>
              <c:pt idx="39">
                <c:v>40.1296097970195</c:v>
              </c:pt>
              <c:pt idx="40">
                <c:v>25.98918657430797</c:v>
              </c:pt>
              <c:pt idx="41">
                <c:v>48.04902243887882</c:v>
              </c:pt>
              <c:pt idx="42">
                <c:v>162.57522116974377</c:v>
              </c:pt>
              <c:pt idx="43">
                <c:v>108.65506853646599</c:v>
              </c:pt>
              <c:pt idx="44">
                <c:v>73.90411023282802</c:v>
              </c:pt>
              <c:pt idx="45">
                <c:v>172.19893632630706</c:v>
              </c:pt>
              <c:pt idx="46">
                <c:v>39.350065380289536</c:v>
              </c:pt>
              <c:pt idx="47">
                <c:v>77.03116923783038</c:v>
              </c:pt>
              <c:pt idx="48">
                <c:v>115.32098212138393</c:v>
              </c:pt>
              <c:pt idx="49">
                <c:v>128.55387314441037</c:v>
              </c:pt>
              <c:pt idx="50">
                <c:v>110.32432086469493</c:v>
              </c:pt>
              <c:pt idx="51">
                <c:v>115.3208229379047</c:v>
              </c:pt>
              <c:pt idx="52">
                <c:v>37.948385961097536</c:v>
              </c:pt>
              <c:pt idx="53">
                <c:v>49.10217550446416</c:v>
              </c:pt>
              <c:pt idx="54">
                <c:v>125.30604848024544</c:v>
              </c:pt>
              <c:pt idx="55">
                <c:v>44.79882841550272</c:v>
              </c:pt>
              <c:pt idx="56">
                <c:v>173.6147345395297</c:v>
              </c:pt>
              <c:pt idx="57">
                <c:v>33.06152323009074</c:v>
              </c:pt>
              <c:pt idx="58">
                <c:v>117.79498073231265</c:v>
              </c:pt>
              <c:pt idx="59">
                <c:v>98.5229497142408</c:v>
              </c:pt>
              <c:pt idx="60">
                <c:v>105.77456711362925</c:v>
              </c:pt>
              <c:pt idx="61">
                <c:v>68.28397088754632</c:v>
              </c:pt>
              <c:pt idx="62">
                <c:v>69.25728314671206</c:v>
              </c:pt>
              <c:pt idx="63">
                <c:v>112.45173001400053</c:v>
              </c:pt>
              <c:pt idx="64">
                <c:v>147.01229857506306</c:v>
              </c:pt>
              <c:pt idx="65">
                <c:v>165.29352533164212</c:v>
              </c:pt>
              <c:pt idx="66">
                <c:v>43.670770182304906</c:v>
              </c:pt>
              <c:pt idx="67">
                <c:v>56.172689199218674</c:v>
              </c:pt>
              <c:pt idx="68">
                <c:v>126.5342200093957</c:v>
              </c:pt>
              <c:pt idx="69">
                <c:v>73.80664937130445</c:v>
              </c:pt>
              <c:pt idx="70">
                <c:v>36.441624274025116</c:v>
              </c:pt>
              <c:pt idx="71">
                <c:v>166.58904859747472</c:v>
              </c:pt>
              <c:pt idx="72">
                <c:v>107.1601570090015</c:v>
              </c:pt>
              <c:pt idx="73">
                <c:v>10.428704615023925</c:v>
              </c:pt>
              <c:pt idx="74">
                <c:v>35.745157608028904</c:v>
              </c:pt>
              <c:pt idx="75">
                <c:v>142.82067163604177</c:v>
              </c:pt>
              <c:pt idx="76">
                <c:v>120.97819860197684</c:v>
              </c:pt>
              <c:pt idx="77">
                <c:v>104.40049157024364</c:v>
              </c:pt>
              <c:pt idx="78">
                <c:v>101.79563453713064</c:v>
              </c:pt>
              <c:pt idx="79">
                <c:v>148.97496788098786</c:v>
              </c:pt>
              <c:pt idx="80">
                <c:v>168.5305179992372</c:v>
              </c:pt>
              <c:pt idx="81">
                <c:v>162.0128262557986</c:v>
              </c:pt>
              <c:pt idx="82">
                <c:v>110.97712813876754</c:v>
              </c:pt>
              <c:pt idx="83">
                <c:v>36.27524268949789</c:v>
              </c:pt>
              <c:pt idx="84">
                <c:v>43.14692454184196</c:v>
              </c:pt>
              <c:pt idx="85">
                <c:v>168.36929191779706</c:v>
              </c:pt>
              <c:pt idx="86">
                <c:v>101.36803941780255</c:v>
              </c:pt>
              <c:pt idx="87">
                <c:v>22.771854353437412</c:v>
              </c:pt>
              <c:pt idx="88">
                <c:v>124.65417010156318</c:v>
              </c:pt>
              <c:pt idx="89">
                <c:v>99.29873565641095</c:v>
              </c:pt>
              <c:pt idx="90">
                <c:v>17.929513487631986</c:v>
              </c:pt>
              <c:pt idx="91">
                <c:v>38.56674909406608</c:v>
              </c:pt>
              <c:pt idx="92">
                <c:v>108.37862777100361</c:v>
              </c:pt>
              <c:pt idx="93">
                <c:v>170.01766525340076</c:v>
              </c:pt>
              <c:pt idx="94">
                <c:v>160.34980426023174</c:v>
              </c:pt>
              <c:pt idx="95">
                <c:v>168.20137157567504</c:v>
              </c:pt>
              <c:pt idx="96">
                <c:v>44.92434412875096</c:v>
              </c:pt>
              <c:pt idx="97">
                <c:v>148.7878577478059</c:v>
              </c:pt>
              <c:pt idx="98">
                <c:v>159.74126816587346</c:v>
              </c:pt>
              <c:pt idx="99">
                <c:v>151.79268665442714</c:v>
              </c:pt>
              <c:pt idx="100">
                <c:v>152.12206905168813</c:v>
              </c:pt>
              <c:pt idx="101">
                <c:v>105.94218587735236</c:v>
              </c:pt>
              <c:pt idx="102">
                <c:v>142.0456142297802</c:v>
              </c:pt>
              <c:pt idx="103">
                <c:v>34.81087806942581</c:v>
              </c:pt>
              <c:pt idx="104">
                <c:v>41.74708750022934</c:v>
              </c:pt>
              <c:pt idx="105">
                <c:v>47.69272965253639</c:v>
              </c:pt>
              <c:pt idx="106">
                <c:v>42.427853242143215</c:v>
              </c:pt>
              <c:pt idx="107">
                <c:v>157.00572105095614</c:v>
              </c:pt>
              <c:pt idx="108">
                <c:v>96.62807263747123</c:v>
              </c:pt>
              <c:pt idx="109">
                <c:v>8.652128789269618</c:v>
              </c:pt>
              <c:pt idx="110">
                <c:v>166.79945649932176</c:v>
              </c:pt>
              <c:pt idx="111">
                <c:v>21.589171502905074</c:v>
              </c:pt>
              <c:pt idx="112">
                <c:v>12.373077354990606</c:v>
              </c:pt>
              <c:pt idx="113">
                <c:v>102.28493369733198</c:v>
              </c:pt>
              <c:pt idx="114">
                <c:v>44.26678644967953</c:v>
              </c:pt>
              <c:pt idx="115">
                <c:v>129.7702573497007</c:v>
              </c:pt>
              <c:pt idx="116">
                <c:v>72.89879854855988</c:v>
              </c:pt>
              <c:pt idx="117">
                <c:v>95.65684739921807</c:v>
              </c:pt>
              <c:pt idx="118">
                <c:v>13.472786597214984</c:v>
              </c:pt>
              <c:pt idx="119">
                <c:v>48.709152315386916</c:v>
              </c:pt>
              <c:pt idx="120">
                <c:v>71.91798643165725</c:v>
              </c:pt>
              <c:pt idx="121">
                <c:v>42.82513538446942</c:v>
              </c:pt>
              <c:pt idx="122">
                <c:v>72.38729072498784</c:v>
              </c:pt>
              <c:pt idx="123">
                <c:v>115.9355507566612</c:v>
              </c:pt>
              <c:pt idx="124">
                <c:v>40.51611659055124</c:v>
              </c:pt>
              <c:pt idx="125">
                <c:v>56.17087346955556</c:v>
              </c:pt>
              <c:pt idx="126">
                <c:v>30.263537866197534</c:v>
              </c:pt>
              <c:pt idx="127">
                <c:v>24.039987348565074</c:v>
              </c:pt>
              <c:pt idx="128">
                <c:v>118.94282977690563</c:v>
              </c:pt>
              <c:pt idx="129">
                <c:v>128.51954504554027</c:v>
              </c:pt>
              <c:pt idx="130">
                <c:v>110.41384956260623</c:v>
              </c:pt>
              <c:pt idx="131">
                <c:v>129.02129327637488</c:v>
              </c:pt>
              <c:pt idx="132">
                <c:v>157.92337357246848</c:v>
              </c:pt>
              <c:pt idx="133">
                <c:v>96.52371210038527</c:v>
              </c:pt>
              <c:pt idx="134">
                <c:v>123.63470644424403</c:v>
              </c:pt>
              <c:pt idx="135">
                <c:v>36.937578904107966</c:v>
              </c:pt>
              <c:pt idx="136">
                <c:v>131.1431392135994</c:v>
              </c:pt>
              <c:pt idx="137">
                <c:v>95.57985373727757</c:v>
              </c:pt>
              <c:pt idx="138">
                <c:v>170.91528865684595</c:v>
              </c:pt>
              <c:pt idx="139">
                <c:v>53.953284708210404</c:v>
              </c:pt>
              <c:pt idx="140">
                <c:v>65.70307697374983</c:v>
              </c:pt>
              <c:pt idx="141">
                <c:v>143.2943063347133</c:v>
              </c:pt>
              <c:pt idx="142">
                <c:v>78.55996288376632</c:v>
              </c:pt>
              <c:pt idx="143">
                <c:v>166.79231784966217</c:v>
              </c:pt>
              <c:pt idx="144">
                <c:v>77.66483588442537</c:v>
              </c:pt>
              <c:pt idx="145">
                <c:v>153.25642274976656</c:v>
              </c:pt>
              <c:pt idx="146">
                <c:v>147.02972610652517</c:v>
              </c:pt>
              <c:pt idx="147">
                <c:v>105.92912393898911</c:v>
              </c:pt>
              <c:pt idx="148">
                <c:v>45.660061316873595</c:v>
              </c:pt>
              <c:pt idx="149">
                <c:v>69.51373532154948</c:v>
              </c:pt>
              <c:pt idx="150">
                <c:v>42.86061837196071</c:v>
              </c:pt>
              <c:pt idx="151">
                <c:v>90.57389148932222</c:v>
              </c:pt>
              <c:pt idx="152">
                <c:v>18.227544639895356</c:v>
              </c:pt>
              <c:pt idx="153">
                <c:v>133.5130758119481</c:v>
              </c:pt>
              <c:pt idx="154">
                <c:v>22.940932221379686</c:v>
              </c:pt>
              <c:pt idx="155">
                <c:v>120.25925393293315</c:v>
              </c:pt>
              <c:pt idx="156">
                <c:v>25.601709164347326</c:v>
              </c:pt>
              <c:pt idx="157">
                <c:v>98.4330734094122</c:v>
              </c:pt>
              <c:pt idx="158">
                <c:v>179.03931681294034</c:v>
              </c:pt>
              <c:pt idx="159">
                <c:v>172.5777293426812</c:v>
              </c:pt>
              <c:pt idx="160">
                <c:v>171.71588319435975</c:v>
              </c:pt>
              <c:pt idx="161">
                <c:v>49.679067685077136</c:v>
              </c:pt>
              <c:pt idx="162">
                <c:v>167.30397714939187</c:v>
              </c:pt>
              <c:pt idx="163">
                <c:v>127.25005314284425</c:v>
              </c:pt>
              <c:pt idx="164">
                <c:v>155.14629621440977</c:v>
              </c:pt>
              <c:pt idx="165">
                <c:v>158.77694275774633</c:v>
              </c:pt>
              <c:pt idx="166">
                <c:v>144.21505452128184</c:v>
              </c:pt>
              <c:pt idx="167">
                <c:v>105.8636261213318</c:v>
              </c:pt>
              <c:pt idx="168">
                <c:v>130.87754299542746</c:v>
              </c:pt>
              <c:pt idx="169">
                <c:v>74.76557881548298</c:v>
              </c:pt>
              <c:pt idx="170">
                <c:v>39.63453966958255</c:v>
              </c:pt>
              <c:pt idx="171">
                <c:v>39.45827145705286</c:v>
              </c:pt>
              <c:pt idx="172">
                <c:v>29.74558247629291</c:v>
              </c:pt>
              <c:pt idx="173">
                <c:v>172.74478682014671</c:v>
              </c:pt>
              <c:pt idx="174">
                <c:v>26.825458576941557</c:v>
              </c:pt>
              <c:pt idx="175">
                <c:v>146.81545498902028</c:v>
              </c:pt>
              <c:pt idx="176">
                <c:v>69.88929656473225</c:v>
              </c:pt>
              <c:pt idx="177">
                <c:v>43.76567740243732</c:v>
              </c:pt>
              <c:pt idx="178">
                <c:v>51.28417203399146</c:v>
              </c:pt>
              <c:pt idx="179">
                <c:v>48.41338866113419</c:v>
              </c:pt>
              <c:pt idx="180">
                <c:v>173.72290895572965</c:v>
              </c:pt>
              <c:pt idx="181">
                <c:v>118.0608918666555</c:v>
              </c:pt>
              <c:pt idx="182">
                <c:v>49.5887148888006</c:v>
              </c:pt>
              <c:pt idx="183">
                <c:v>52.36686314071947</c:v>
              </c:pt>
              <c:pt idx="184">
                <c:v>152.99820364054102</c:v>
              </c:pt>
              <c:pt idx="185">
                <c:v>32.2244431007219</c:v>
              </c:pt>
              <c:pt idx="186">
                <c:v>21.78406617828327</c:v>
              </c:pt>
              <c:pt idx="187">
                <c:v>163.88020292473766</c:v>
              </c:pt>
              <c:pt idx="188">
                <c:v>95.1855815437531</c:v>
              </c:pt>
              <c:pt idx="189">
                <c:v>112.6555470012558</c:v>
              </c:pt>
              <c:pt idx="190">
                <c:v>105.31337795956404</c:v>
              </c:pt>
              <c:pt idx="191">
                <c:v>127.07260255671025</c:v>
              </c:pt>
              <c:pt idx="192">
                <c:v>24.887979194479154</c:v>
              </c:pt>
              <c:pt idx="193">
                <c:v>44.10099868629875</c:v>
              </c:pt>
              <c:pt idx="194">
                <c:v>77.9242927625988</c:v>
              </c:pt>
              <c:pt idx="195">
                <c:v>176.51062480062018</c:v>
              </c:pt>
              <c:pt idx="196">
                <c:v>144.33491357279462</c:v>
              </c:pt>
              <c:pt idx="197">
                <c:v>68.46615627315744</c:v>
              </c:pt>
              <c:pt idx="198">
                <c:v>113.37867682286287</c:v>
              </c:pt>
              <c:pt idx="199">
                <c:v>38.015395910490554</c:v>
              </c:pt>
              <c:pt idx="200">
                <c:v>40.2696528646596</c:v>
              </c:pt>
              <c:pt idx="201">
                <c:v>33.57947112889892</c:v>
              </c:pt>
              <c:pt idx="202">
                <c:v>38.92738061473699</c:v>
              </c:pt>
              <c:pt idx="203">
                <c:v>115.56945783635962</c:v>
              </c:pt>
              <c:pt idx="204">
                <c:v>36.31768570591465</c:v>
              </c:pt>
              <c:pt idx="205">
                <c:v>46.42874110741721</c:v>
              </c:pt>
              <c:pt idx="206">
                <c:v>41.34513199835294</c:v>
              </c:pt>
              <c:pt idx="207">
                <c:v>65.77584710498684</c:v>
              </c:pt>
              <c:pt idx="208">
                <c:v>37.98762005700954</c:v>
              </c:pt>
              <c:pt idx="209">
                <c:v>171.50981564433783</c:v>
              </c:pt>
              <c:pt idx="210">
                <c:v>22.91934445168787</c:v>
              </c:pt>
              <c:pt idx="211">
                <c:v>164.2960603626109</c:v>
              </c:pt>
              <c:pt idx="212">
                <c:v>150.46264856245693</c:v>
              </c:pt>
              <c:pt idx="213">
                <c:v>123.89300028275834</c:v>
              </c:pt>
              <c:pt idx="214">
                <c:v>73.56124440025604</c:v>
              </c:pt>
              <c:pt idx="215">
                <c:v>147.04466037122506</c:v>
              </c:pt>
              <c:pt idx="216">
                <c:v>6.881426780567288</c:v>
              </c:pt>
              <c:pt idx="217">
                <c:v>156.48683022977823</c:v>
              </c:pt>
              <c:pt idx="218">
                <c:v>114.0224042053442</c:v>
              </c:pt>
              <c:pt idx="219">
                <c:v>119.2252822337002</c:v>
              </c:pt>
              <c:pt idx="220">
                <c:v>173.51789229907655</c:v>
              </c:pt>
              <c:pt idx="221">
                <c:v>37.046552613833654</c:v>
              </c:pt>
              <c:pt idx="222">
                <c:v>165.62304475074154</c:v>
              </c:pt>
              <c:pt idx="223">
                <c:v>48.877820651428934</c:v>
              </c:pt>
              <c:pt idx="224">
                <c:v>126.35541976795231</c:v>
              </c:pt>
              <c:pt idx="225">
                <c:v>108.65811101345153</c:v>
              </c:pt>
              <c:pt idx="226">
                <c:v>33.49318273969266</c:v>
              </c:pt>
              <c:pt idx="227">
                <c:v>71.58067960729329</c:v>
              </c:pt>
              <c:pt idx="228">
                <c:v>42.15829236168411</c:v>
              </c:pt>
              <c:pt idx="229">
                <c:v>164.58828683228086</c:v>
              </c:pt>
              <c:pt idx="230">
                <c:v>169.50416960501403</c:v>
              </c:pt>
              <c:pt idx="231">
                <c:v>162.4230561113947</c:v>
              </c:pt>
              <c:pt idx="232">
                <c:v>105.82534081215078</c:v>
              </c:pt>
              <c:pt idx="233">
                <c:v>157.95131870069076</c:v>
              </c:pt>
              <c:pt idx="234">
                <c:v>166.15414551309073</c:v>
              </c:pt>
              <c:pt idx="235">
                <c:v>163.08849522433223</c:v>
              </c:pt>
              <c:pt idx="236">
                <c:v>41.02477781168914</c:v>
              </c:pt>
              <c:pt idx="237">
                <c:v>38.312275602441154</c:v>
              </c:pt>
              <c:pt idx="238">
                <c:v>22.498114891092577</c:v>
              </c:pt>
              <c:pt idx="239">
                <c:v>21.06194535095227</c:v>
              </c:pt>
              <c:pt idx="240">
                <c:v>51.04005721791735</c:v>
              </c:pt>
              <c:pt idx="241">
                <c:v>156.37393420403328</c:v>
              </c:pt>
              <c:pt idx="242">
                <c:v>48.00317179341789</c:v>
              </c:pt>
              <c:pt idx="243">
                <c:v>146.69532364877048</c:v>
              </c:pt>
              <c:pt idx="244">
                <c:v>15.712009126842688</c:v>
              </c:pt>
              <c:pt idx="245">
                <c:v>47.97706002300442</c:v>
              </c:pt>
              <c:pt idx="246">
                <c:v>51.533461863895354</c:v>
              </c:pt>
              <c:pt idx="247">
                <c:v>167.42666198876984</c:v>
              </c:pt>
              <c:pt idx="248">
                <c:v>115.59952363628338</c:v>
              </c:pt>
              <c:pt idx="249">
                <c:v>97.99986190561884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25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X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250"/>
          <c:min val="-28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Y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C8D1DC"/>
          </a:solidFill>
          <a:prstDash val="solid"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9525">
      <a:solidFill>
        <a:srgbClr val="C8D1DC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BS0 Train</c:v>
          </c:tx>
          <c:spPr>
            <a:solidFill xmlns:a="http://schemas.openxmlformats.org/drawingml/2006/main">
              <a:srgbClr val="1976E9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1976E9"/>
              </a:solidFill>
            </c:spPr>
          </c:marker>
          <c:dPt>
            <c:idx val="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1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2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3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4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5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6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7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8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9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0"/>
            <c:spPr>
              <a:solidFill xmlns:a="http://schemas.openxmlformats.org/drawingml/2006/main">
                <a:srgbClr val="1976E9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1741"/>
              <c:pt idx="0">
                <c:v>-106.56290884192666</c:v>
              </c:pt>
              <c:pt idx="1">
                <c:v>-208.17154482586008</c:v>
              </c:pt>
              <c:pt idx="2">
                <c:v>-61.84107802853216</c:v>
              </c:pt>
              <c:pt idx="3">
                <c:v>-184.49095214606933</c:v>
              </c:pt>
              <c:pt idx="4">
                <c:v>-169.4171083903915</c:v>
              </c:pt>
              <c:pt idx="5">
                <c:v>-35.32089487111922</c:v>
              </c:pt>
              <c:pt idx="6">
                <c:v>-88.4554899922542</c:v>
              </c:pt>
              <c:pt idx="7">
                <c:v>-151.60334912561515</c:v>
              </c:pt>
              <c:pt idx="8">
                <c:v>-48.88654792466966</c:v>
              </c:pt>
              <c:pt idx="9">
                <c:v>-80.93874626669265</c:v>
              </c:pt>
              <c:pt idx="10">
                <c:v>-186.5670303642263</c:v>
              </c:pt>
              <c:pt idx="11">
                <c:v>-209.6404398875001</c:v>
              </c:pt>
              <c:pt idx="12">
                <c:v>-149.66042594749302</c:v>
              </c:pt>
              <c:pt idx="13">
                <c:v>-206.9743838336086</c:v>
              </c:pt>
              <c:pt idx="14">
                <c:v>-146.28126507775056</c:v>
              </c:pt>
              <c:pt idx="15">
                <c:v>-147.31729643564836</c:v>
              </c:pt>
              <c:pt idx="16">
                <c:v>-59.66851059367457</c:v>
              </c:pt>
              <c:pt idx="17">
                <c:v>-113.04401455188469</c:v>
              </c:pt>
              <c:pt idx="18">
                <c:v>-203.19317361492668</c:v>
              </c:pt>
              <c:pt idx="19">
                <c:v>-170.26245271532554</c:v>
              </c:pt>
              <c:pt idx="20">
                <c:v>-245.97274015848734</c:v>
              </c:pt>
              <c:pt idx="21">
                <c:v>-30.46996874759796</c:v>
              </c:pt>
              <c:pt idx="22">
                <c:v>-187.62796244398078</c:v>
              </c:pt>
              <c:pt idx="23">
                <c:v>-170.77536506022756</c:v>
              </c:pt>
              <c:pt idx="24">
                <c:v>-47.314075192891025</c:v>
              </c:pt>
              <c:pt idx="25">
                <c:v>-156.38282103854965</c:v>
              </c:pt>
              <c:pt idx="26">
                <c:v>-159.09764751279434</c:v>
              </c:pt>
              <c:pt idx="27">
                <c:v>-182.17995208033923</c:v>
              </c:pt>
              <c:pt idx="28">
                <c:v>-152.3916867823616</c:v>
              </c:pt>
              <c:pt idx="29">
                <c:v>-147.881995247655</c:v>
              </c:pt>
              <c:pt idx="30">
                <c:v>-65.13127889834128</c:v>
              </c:pt>
              <c:pt idx="31">
                <c:v>-35.280734201363465</c:v>
              </c:pt>
              <c:pt idx="32">
                <c:v>-119.42188022208</c:v>
              </c:pt>
              <c:pt idx="33">
                <c:v>-86.95259611007515</c:v>
              </c:pt>
              <c:pt idx="34">
                <c:v>-71.53722076734373</c:v>
              </c:pt>
              <c:pt idx="35">
                <c:v>-160.54748113450015</c:v>
              </c:pt>
              <c:pt idx="36">
                <c:v>-151.22279240822638</c:v>
              </c:pt>
              <c:pt idx="37">
                <c:v>-34.50251240475851</c:v>
              </c:pt>
              <c:pt idx="38">
                <c:v>-134.02588836239664</c:v>
              </c:pt>
              <c:pt idx="39">
                <c:v>-121.38984468631355</c:v>
              </c:pt>
              <c:pt idx="40">
                <c:v>-227.62883779822602</c:v>
              </c:pt>
              <c:pt idx="41">
                <c:v>-123.12097561758057</c:v>
              </c:pt>
              <c:pt idx="42">
                <c:v>-22.21313639675798</c:v>
              </c:pt>
              <c:pt idx="43">
                <c:v>-153.14532711691896</c:v>
              </c:pt>
              <c:pt idx="44">
                <c:v>-45.850629077539246</c:v>
              </c:pt>
              <c:pt idx="45">
                <c:v>-234.18936715627245</c:v>
              </c:pt>
              <c:pt idx="46">
                <c:v>-243.69649054400335</c:v>
              </c:pt>
              <c:pt idx="47">
                <c:v>-85.32758954095416</c:v>
              </c:pt>
              <c:pt idx="48">
                <c:v>-193.33862072637157</c:v>
              </c:pt>
              <c:pt idx="49">
                <c:v>-181.46213427164017</c:v>
              </c:pt>
              <c:pt idx="50">
                <c:v>-228.03067543580946</c:v>
              </c:pt>
              <c:pt idx="51">
                <c:v>-194.68209125331907</c:v>
              </c:pt>
              <c:pt idx="52">
                <c:v>-240.61739011442293</c:v>
              </c:pt>
              <c:pt idx="53">
                <c:v>-208.8609252977257</c:v>
              </c:pt>
              <c:pt idx="54">
                <c:v>-153.87314688145995</c:v>
              </c:pt>
              <c:pt idx="55">
                <c:v>-148.6303187464144</c:v>
              </c:pt>
              <c:pt idx="56">
                <c:v>-93.12564417569135</c:v>
              </c:pt>
              <c:pt idx="57">
                <c:v>-33.88269284648125</c:v>
              </c:pt>
              <c:pt idx="58">
                <c:v>-210.6586337403185</c:v>
              </c:pt>
              <c:pt idx="59">
                <c:v>-181.97864243436754</c:v>
              </c:pt>
              <c:pt idx="60">
                <c:v>-28.065803478724767</c:v>
              </c:pt>
              <c:pt idx="61">
                <c:v>-137.59600320505018</c:v>
              </c:pt>
              <c:pt idx="62">
                <c:v>-129.58324653858227</c:v>
              </c:pt>
              <c:pt idx="63">
                <c:v>-42.19058376706553</c:v>
              </c:pt>
              <c:pt idx="64">
                <c:v>-29.099571782350615</c:v>
              </c:pt>
              <c:pt idx="65">
                <c:v>-88.29114384513181</c:v>
              </c:pt>
              <c:pt idx="66">
                <c:v>-58.121582113569964</c:v>
              </c:pt>
              <c:pt idx="67">
                <c:v>-200.69511443146575</c:v>
              </c:pt>
              <c:pt idx="68">
                <c:v>-210.89040803177005</c:v>
              </c:pt>
              <c:pt idx="69">
                <c:v>-162.99048770172766</c:v>
              </c:pt>
              <c:pt idx="70">
                <c:v>-61.51379664132959</c:v>
              </c:pt>
              <c:pt idx="71">
                <c:v>-70.24230346572921</c:v>
              </c:pt>
              <c:pt idx="72">
                <c:v>-107.40781007637435</c:v>
              </c:pt>
              <c:pt idx="73">
                <c:v>-146.71135253002473</c:v>
              </c:pt>
              <c:pt idx="74">
                <c:v>-61.52728701886952</c:v>
              </c:pt>
              <c:pt idx="75">
                <c:v>-136.98411870233855</c:v>
              </c:pt>
              <c:pt idx="76">
                <c:v>-165.81539957438838</c:v>
              </c:pt>
              <c:pt idx="77">
                <c:v>-182.8962038304383</c:v>
              </c:pt>
              <c:pt idx="78">
                <c:v>-219.0715522308489</c:v>
              </c:pt>
              <c:pt idx="79">
                <c:v>-108.2688895274703</c:v>
              </c:pt>
              <c:pt idx="80">
                <c:v>-184.8290649916205</c:v>
              </c:pt>
              <c:pt idx="81">
                <c:v>-205.47282739392034</c:v>
              </c:pt>
              <c:pt idx="82">
                <c:v>-180.26210056813738</c:v>
              </c:pt>
              <c:pt idx="83">
                <c:v>-33.47399627291441</c:v>
              </c:pt>
              <c:pt idx="84">
                <c:v>-182.99522386097368</c:v>
              </c:pt>
              <c:pt idx="85">
                <c:v>-220.1064741864298</c:v>
              </c:pt>
              <c:pt idx="86">
                <c:v>-84.05780329391982</c:v>
              </c:pt>
              <c:pt idx="87">
                <c:v>-145.39638741317935</c:v>
              </c:pt>
              <c:pt idx="88">
                <c:v>-132.7012777935284</c:v>
              </c:pt>
              <c:pt idx="89">
                <c:v>-126.72092978106063</c:v>
              </c:pt>
              <c:pt idx="90">
                <c:v>-138.66232153433262</c:v>
              </c:pt>
              <c:pt idx="91">
                <c:v>-190.87765582568613</c:v>
              </c:pt>
              <c:pt idx="92">
                <c:v>-99.96221909097225</c:v>
              </c:pt>
              <c:pt idx="93">
                <c:v>-45.59553747827762</c:v>
              </c:pt>
              <c:pt idx="94">
                <c:v>-135.19946232300333</c:v>
              </c:pt>
              <c:pt idx="95">
                <c:v>-249.05239171436162</c:v>
              </c:pt>
              <c:pt idx="96">
                <c:v>-214.4403814566332</c:v>
              </c:pt>
              <c:pt idx="97">
                <c:v>-95.88564271655609</c:v>
              </c:pt>
              <c:pt idx="98">
                <c:v>-72.79686977661943</c:v>
              </c:pt>
              <c:pt idx="99">
                <c:v>-69.87372134660309</c:v>
              </c:pt>
              <c:pt idx="100">
                <c:v>-204.83691693956638</c:v>
              </c:pt>
              <c:pt idx="101">
                <c:v>-106.98298990200593</c:v>
              </c:pt>
              <c:pt idx="102">
                <c:v>-194.50521521294743</c:v>
              </c:pt>
              <c:pt idx="103">
                <c:v>-119.37806984577838</c:v>
              </c:pt>
              <c:pt idx="104">
                <c:v>-217.0128707221886</c:v>
              </c:pt>
              <c:pt idx="105">
                <c:v>-99.28570918505832</c:v>
              </c:pt>
              <c:pt idx="106">
                <c:v>-53.290329577701144</c:v>
              </c:pt>
              <c:pt idx="107">
                <c:v>-248.7297410110636</c:v>
              </c:pt>
              <c:pt idx="108">
                <c:v>-239.11832781284448</c:v>
              </c:pt>
              <c:pt idx="109">
                <c:v>-159.54657401285183</c:v>
              </c:pt>
              <c:pt idx="110">
                <c:v>-112.13951961633298</c:v>
              </c:pt>
              <c:pt idx="111">
                <c:v>-169.2399620725052</c:v>
              </c:pt>
              <c:pt idx="112">
                <c:v>-173.34153225922574</c:v>
              </c:pt>
              <c:pt idx="113">
                <c:v>-191.23274196983715</c:v>
              </c:pt>
              <c:pt idx="114">
                <c:v>-243.97244292970083</c:v>
              </c:pt>
              <c:pt idx="115">
                <c:v>-139.60106011035526</c:v>
              </c:pt>
              <c:pt idx="116">
                <c:v>-76.96436899987992</c:v>
              </c:pt>
              <c:pt idx="117">
                <c:v>-123.23949521794222</c:v>
              </c:pt>
              <c:pt idx="118">
                <c:v>-214.02506064913229</c:v>
              </c:pt>
              <c:pt idx="119">
                <c:v>-229.6279028695736</c:v>
              </c:pt>
              <c:pt idx="120">
                <c:v>-167.8306908153381</c:v>
              </c:pt>
              <c:pt idx="121">
                <c:v>-189.72405301015152</c:v>
              </c:pt>
              <c:pt idx="122">
                <c:v>-34.155688965369414</c:v>
              </c:pt>
              <c:pt idx="123">
                <c:v>-232.15893348968072</c:v>
              </c:pt>
              <c:pt idx="124">
                <c:v>-84.84995883579764</c:v>
              </c:pt>
              <c:pt idx="125">
                <c:v>-236.68576112203766</c:v>
              </c:pt>
              <c:pt idx="126">
                <c:v>-44.2391032600123</c:v>
              </c:pt>
              <c:pt idx="127">
                <c:v>-42.167013510711996</c:v>
              </c:pt>
              <c:pt idx="128">
                <c:v>-178.74733027525878</c:v>
              </c:pt>
              <c:pt idx="129">
                <c:v>-143.02035085338605</c:v>
              </c:pt>
              <c:pt idx="130">
                <c:v>-91.5261600430334</c:v>
              </c:pt>
              <c:pt idx="131">
                <c:v>-175.34182960178808</c:v>
              </c:pt>
              <c:pt idx="132">
                <c:v>-209.1419163615636</c:v>
              </c:pt>
              <c:pt idx="133">
                <c:v>-253.91611452136118</c:v>
              </c:pt>
              <c:pt idx="134">
                <c:v>-159.50864204905656</c:v>
              </c:pt>
              <c:pt idx="135">
                <c:v>-226.74205662904913</c:v>
              </c:pt>
              <c:pt idx="136">
                <c:v>-208.63283219112165</c:v>
              </c:pt>
              <c:pt idx="137">
                <c:v>-111.71030096597877</c:v>
              </c:pt>
              <c:pt idx="138">
                <c:v>-258.30277023411156</c:v>
              </c:pt>
              <c:pt idx="139">
                <c:v>-62.54513564460467</c:v>
              </c:pt>
              <c:pt idx="140">
                <c:v>-170.03730725520114</c:v>
              </c:pt>
              <c:pt idx="141">
                <c:v>-177.94079880198728</c:v>
              </c:pt>
              <c:pt idx="142">
                <c:v>-255.89200763286178</c:v>
              </c:pt>
              <c:pt idx="143">
                <c:v>-205.27744486754324</c:v>
              </c:pt>
              <c:pt idx="144">
                <c:v>-102.08773078757875</c:v>
              </c:pt>
              <c:pt idx="145">
                <c:v>-43.10446211988048</c:v>
              </c:pt>
              <c:pt idx="146">
                <c:v>-27.365742285983927</c:v>
              </c:pt>
              <c:pt idx="147">
                <c:v>-159.24841173226054</c:v>
              </c:pt>
              <c:pt idx="148">
                <c:v>-146.28918757759106</c:v>
              </c:pt>
              <c:pt idx="149">
                <c:v>-154.09928218965783</c:v>
              </c:pt>
              <c:pt idx="150">
                <c:v>-189.36131723019815</c:v>
              </c:pt>
              <c:pt idx="151">
                <c:v>-97.4476498129457</c:v>
              </c:pt>
              <c:pt idx="152">
                <c:v>-247.83330252175332</c:v>
              </c:pt>
              <c:pt idx="153">
                <c:v>-94.71076245999106</c:v>
              </c:pt>
              <c:pt idx="154">
                <c:v>-34.30458825708621</c:v>
              </c:pt>
              <c:pt idx="155">
                <c:v>-212.99539363626923</c:v>
              </c:pt>
              <c:pt idx="156">
                <c:v>-199.76236494558034</c:v>
              </c:pt>
              <c:pt idx="157">
                <c:v>-93.94573826644138</c:v>
              </c:pt>
              <c:pt idx="158">
                <c:v>-62.54908444930198</c:v>
              </c:pt>
              <c:pt idx="159">
                <c:v>-200.22234800226659</c:v>
              </c:pt>
              <c:pt idx="160">
                <c:v>-230.40968491226405</c:v>
              </c:pt>
              <c:pt idx="161">
                <c:v>-223.13364653391557</c:v>
              </c:pt>
              <c:pt idx="162">
                <c:v>-65.81256362832526</c:v>
              </c:pt>
              <c:pt idx="163">
                <c:v>-72.63199399985025</c:v>
              </c:pt>
              <c:pt idx="164">
                <c:v>-56.62108954064423</c:v>
              </c:pt>
              <c:pt idx="165">
                <c:v>-62.00369774714301</c:v>
              </c:pt>
              <c:pt idx="166">
                <c:v>-169.73468216298943</c:v>
              </c:pt>
              <c:pt idx="167">
                <c:v>-202.67721361377704</c:v>
              </c:pt>
              <c:pt idx="168">
                <c:v>-97.03960018145074</c:v>
              </c:pt>
              <c:pt idx="169">
                <c:v>-93.11158534897658</c:v>
              </c:pt>
              <c:pt idx="170">
                <c:v>-76.55472564047479</c:v>
              </c:pt>
              <c:pt idx="171">
                <c:v>-212.60762874231608</c:v>
              </c:pt>
              <c:pt idx="172">
                <c:v>-67.33356645496193</c:v>
              </c:pt>
              <c:pt idx="173">
                <c:v>-146.40365561410252</c:v>
              </c:pt>
              <c:pt idx="174">
                <c:v>-132.97925372245874</c:v>
              </c:pt>
              <c:pt idx="175">
                <c:v>-153.0885764976744</c:v>
              </c:pt>
              <c:pt idx="176">
                <c:v>-109.06634045648048</c:v>
              </c:pt>
              <c:pt idx="177">
                <c:v>-185.87852146127665</c:v>
              </c:pt>
              <c:pt idx="178">
                <c:v>-24.00390421349288</c:v>
              </c:pt>
              <c:pt idx="179">
                <c:v>-150.24571510119603</c:v>
              </c:pt>
              <c:pt idx="180">
                <c:v>-73.05529753819538</c:v>
              </c:pt>
              <c:pt idx="181">
                <c:v>-161.73553046566911</c:v>
              </c:pt>
              <c:pt idx="182">
                <c:v>-233.0500265767729</c:v>
              </c:pt>
              <c:pt idx="183">
                <c:v>-44.48651061439749</c:v>
              </c:pt>
              <c:pt idx="184">
                <c:v>-156.66024231360643</c:v>
              </c:pt>
              <c:pt idx="185">
                <c:v>-95.11221972913194</c:v>
              </c:pt>
              <c:pt idx="186">
                <c:v>-89.45337428484251</c:v>
              </c:pt>
              <c:pt idx="187">
                <c:v>-83.57993868296023</c:v>
              </c:pt>
              <c:pt idx="188">
                <c:v>-259.38062988370496</c:v>
              </c:pt>
              <c:pt idx="189">
                <c:v>-78.3630326487402</c:v>
              </c:pt>
              <c:pt idx="190">
                <c:v>-160.7548144289869</c:v>
              </c:pt>
              <c:pt idx="191">
                <c:v>-80.23517068814738</c:v>
              </c:pt>
              <c:pt idx="192">
                <c:v>-161.65405332903111</c:v>
              </c:pt>
              <c:pt idx="193">
                <c:v>-42.11737683425032</c:v>
              </c:pt>
              <c:pt idx="194">
                <c:v>-229.58590485600368</c:v>
              </c:pt>
              <c:pt idx="195">
                <c:v>-196.75158037633975</c:v>
              </c:pt>
              <c:pt idx="196">
                <c:v>-101.50696256746633</c:v>
              </c:pt>
              <c:pt idx="197">
                <c:v>-188.78038612908944</c:v>
              </c:pt>
              <c:pt idx="198">
                <c:v>-220.85234540335824</c:v>
              </c:pt>
              <c:pt idx="199">
                <c:v>-215.21249831893164</c:v>
              </c:pt>
              <c:pt idx="200">
                <c:v>-47.14436248116178</c:v>
              </c:pt>
              <c:pt idx="201">
                <c:v>-79.80690984519414</c:v>
              </c:pt>
              <c:pt idx="202">
                <c:v>-81.91869350800275</c:v>
              </c:pt>
              <c:pt idx="203">
                <c:v>-128.6307180125804</c:v>
              </c:pt>
              <c:pt idx="204">
                <c:v>-254.81340227427114</c:v>
              </c:pt>
              <c:pt idx="205">
                <c:v>-176.94048183622562</c:v>
              </c:pt>
              <c:pt idx="206">
                <c:v>-78.45735353695267</c:v>
              </c:pt>
              <c:pt idx="207">
                <c:v>-85.96026800401926</c:v>
              </c:pt>
              <c:pt idx="208">
                <c:v>-252.86090718961705</c:v>
              </c:pt>
              <c:pt idx="209">
                <c:v>-94.60090453456324</c:v>
              </c:pt>
              <c:pt idx="210">
                <c:v>-252.97830309189803</c:v>
              </c:pt>
              <c:pt idx="211">
                <c:v>-113.51858244454777</c:v>
              </c:pt>
              <c:pt idx="212">
                <c:v>-178.04872066311918</c:v>
              </c:pt>
              <c:pt idx="213">
                <c:v>-174.89951710786198</c:v>
              </c:pt>
              <c:pt idx="214">
                <c:v>-103.04365809978773</c:v>
              </c:pt>
              <c:pt idx="215">
                <c:v>-68.88859997921253</c:v>
              </c:pt>
              <c:pt idx="216">
                <c:v>-189.83914680796846</c:v>
              </c:pt>
              <c:pt idx="217">
                <c:v>-248.1585557697046</c:v>
              </c:pt>
              <c:pt idx="218">
                <c:v>-93.59980397563446</c:v>
              </c:pt>
              <c:pt idx="219">
                <c:v>-80.23044333174178</c:v>
              </c:pt>
              <c:pt idx="220">
                <c:v>-36.5501219633813</c:v>
              </c:pt>
              <c:pt idx="221">
                <c:v>-207.68912272213976</c:v>
              </c:pt>
              <c:pt idx="222">
                <c:v>-161.65005850400988</c:v>
              </c:pt>
              <c:pt idx="223">
                <c:v>-251.26860875415505</c:v>
              </c:pt>
              <c:pt idx="224">
                <c:v>-210.27728706118302</c:v>
              </c:pt>
              <c:pt idx="225">
                <c:v>-64.1548203514446</c:v>
              </c:pt>
              <c:pt idx="226">
                <c:v>-64.59560044283867</c:v>
              </c:pt>
              <c:pt idx="227">
                <c:v>-241.92772938458853</c:v>
              </c:pt>
              <c:pt idx="228">
                <c:v>-61.9246900572458</c:v>
              </c:pt>
              <c:pt idx="229">
                <c:v>-254.59689361760547</c:v>
              </c:pt>
              <c:pt idx="230">
                <c:v>-126.72240525270425</c:v>
              </c:pt>
              <c:pt idx="231">
                <c:v>-111.84954056258215</c:v>
              </c:pt>
              <c:pt idx="232">
                <c:v>-98.68716149191079</c:v>
              </c:pt>
              <c:pt idx="233">
                <c:v>-129.09752265204452</c:v>
              </c:pt>
              <c:pt idx="234">
                <c:v>-252.47571357539258</c:v>
              </c:pt>
              <c:pt idx="235">
                <c:v>-97.69869099449653</c:v>
              </c:pt>
              <c:pt idx="236">
                <c:v>-73.76792137972161</c:v>
              </c:pt>
              <c:pt idx="237">
                <c:v>-104.59791288431691</c:v>
              </c:pt>
              <c:pt idx="238">
                <c:v>-212.2409477646696</c:v>
              </c:pt>
              <c:pt idx="239">
                <c:v>-137.44381702347113</c:v>
              </c:pt>
              <c:pt idx="240">
                <c:v>-165.15678150771953</c:v>
              </c:pt>
              <c:pt idx="241">
                <c:v>-246.7350893329778</c:v>
              </c:pt>
              <c:pt idx="242">
                <c:v>-135.35328571870537</c:v>
              </c:pt>
              <c:pt idx="243">
                <c:v>-221.48705602436084</c:v>
              </c:pt>
              <c:pt idx="244">
                <c:v>-23.14996956189004</c:v>
              </c:pt>
              <c:pt idx="245">
                <c:v>-261.2242737831248</c:v>
              </c:pt>
              <c:pt idx="246">
                <c:v>-136.97329189002983</c:v>
              </c:pt>
              <c:pt idx="247">
                <c:v>-148.06626336151862</c:v>
              </c:pt>
              <c:pt idx="248">
                <c:v>-71.46530080841299</c:v>
              </c:pt>
              <c:pt idx="249">
                <c:v>-158.28108291178512</c:v>
              </c:pt>
              <c:pt idx="250">
                <c:v>-81.18033584991821</c:v>
              </c:pt>
              <c:pt idx="251">
                <c:v>-58.206487844986334</c:v>
              </c:pt>
              <c:pt idx="252">
                <c:v>-100.04749728861792</c:v>
              </c:pt>
              <c:pt idx="253">
                <c:v>-44.613024049661725</c:v>
              </c:pt>
              <c:pt idx="254">
                <c:v>-199.74916188656258</c:v>
              </c:pt>
              <c:pt idx="255">
                <c:v>-113.567617213446</c:v>
              </c:pt>
              <c:pt idx="256">
                <c:v>-142.12610011491864</c:v>
              </c:pt>
              <c:pt idx="257">
                <c:v>-143.68477320785718</c:v>
              </c:pt>
              <c:pt idx="258">
                <c:v>-148.65630681627187</c:v>
              </c:pt>
              <c:pt idx="259">
                <c:v>-152.35984375780737</c:v>
              </c:pt>
              <c:pt idx="260">
                <c:v>-196.59432194826286</c:v>
              </c:pt>
              <c:pt idx="261">
                <c:v>-175.86894367161557</c:v>
              </c:pt>
              <c:pt idx="262">
                <c:v>-223.7658517882784</c:v>
              </c:pt>
              <c:pt idx="263">
                <c:v>-237.21469561181766</c:v>
              </c:pt>
              <c:pt idx="264">
                <c:v>-226.59352706386838</c:v>
              </c:pt>
              <c:pt idx="265">
                <c:v>-137.83729222948958</c:v>
              </c:pt>
              <c:pt idx="266">
                <c:v>-201.82764707179408</c:v>
              </c:pt>
              <c:pt idx="267">
                <c:v>-221.01873181444643</c:v>
              </c:pt>
              <c:pt idx="268">
                <c:v>-50.215307513765076</c:v>
              </c:pt>
              <c:pt idx="269">
                <c:v>-193.87016506708625</c:v>
              </c:pt>
              <c:pt idx="270">
                <c:v>-164.78002399308957</c:v>
              </c:pt>
              <c:pt idx="271">
                <c:v>-112.0544912697874</c:v>
              </c:pt>
              <c:pt idx="272">
                <c:v>-188.28570268924102</c:v>
              </c:pt>
              <c:pt idx="273">
                <c:v>-132.78882145839194</c:v>
              </c:pt>
              <c:pt idx="274">
                <c:v>-42.91635993756218</c:v>
              </c:pt>
              <c:pt idx="275">
                <c:v>-117.09893026380334</c:v>
              </c:pt>
              <c:pt idx="276">
                <c:v>-39.95603229472411</c:v>
              </c:pt>
              <c:pt idx="277">
                <c:v>-165.28756942702051</c:v>
              </c:pt>
              <c:pt idx="278">
                <c:v>-251.82936913319725</c:v>
              </c:pt>
              <c:pt idx="279">
                <c:v>-131.05980334822087</c:v>
              </c:pt>
              <c:pt idx="280">
                <c:v>-141.48210951027292</c:v>
              </c:pt>
              <c:pt idx="281">
                <c:v>-211.645831165247</c:v>
              </c:pt>
              <c:pt idx="282">
                <c:v>-211.35740888318605</c:v>
              </c:pt>
              <c:pt idx="283">
                <c:v>-201.16059495547282</c:v>
              </c:pt>
              <c:pt idx="284">
                <c:v>-161.99806585158075</c:v>
              </c:pt>
              <c:pt idx="285">
                <c:v>-56.539355427785914</c:v>
              </c:pt>
              <c:pt idx="286">
                <c:v>-107.44846543584008</c:v>
              </c:pt>
              <c:pt idx="287">
                <c:v>-181.63919066998056</c:v>
              </c:pt>
              <c:pt idx="288">
                <c:v>-193.1838518843408</c:v>
              </c:pt>
              <c:pt idx="289">
                <c:v>-156.66448211351508</c:v>
              </c:pt>
              <c:pt idx="290">
                <c:v>-133.91107940528715</c:v>
              </c:pt>
              <c:pt idx="291">
                <c:v>-128.02815492226387</c:v>
              </c:pt>
              <c:pt idx="292">
                <c:v>-202.91301426278804</c:v>
              </c:pt>
              <c:pt idx="293">
                <c:v>-158.0010425920421</c:v>
              </c:pt>
              <c:pt idx="294">
                <c:v>-219.51733190062006</c:v>
              </c:pt>
              <c:pt idx="295">
                <c:v>-57.32263272038166</c:v>
              </c:pt>
              <c:pt idx="296">
                <c:v>-190.18801723327</c:v>
              </c:pt>
              <c:pt idx="297">
                <c:v>-133.1705927134807</c:v>
              </c:pt>
              <c:pt idx="298">
                <c:v>-83.61252977404789</c:v>
              </c:pt>
              <c:pt idx="299">
                <c:v>-117.76740554348405</c:v>
              </c:pt>
              <c:pt idx="300">
                <c:v>-117.12729895379567</c:v>
              </c:pt>
              <c:pt idx="301">
                <c:v>-143.81582481889797</c:v>
              </c:pt>
              <c:pt idx="302">
                <c:v>-71.24371140607722</c:v>
              </c:pt>
              <c:pt idx="303">
                <c:v>-80.27506766866986</c:v>
              </c:pt>
              <c:pt idx="304">
                <c:v>-96.66708112435819</c:v>
              </c:pt>
              <c:pt idx="305">
                <c:v>-48.5926815246095</c:v>
              </c:pt>
              <c:pt idx="306">
                <c:v>-159.64426377149616</c:v>
              </c:pt>
              <c:pt idx="307">
                <c:v>-223.30172182447347</c:v>
              </c:pt>
              <c:pt idx="308">
                <c:v>-129.45077317931563</c:v>
              </c:pt>
              <c:pt idx="309">
                <c:v>-84.48745697056691</c:v>
              </c:pt>
              <c:pt idx="310">
                <c:v>-125.621068766685</c:v>
              </c:pt>
              <c:pt idx="311">
                <c:v>-35.91263481504422</c:v>
              </c:pt>
              <c:pt idx="312">
                <c:v>-231.8352687827297</c:v>
              </c:pt>
              <c:pt idx="313">
                <c:v>-239.35662103954738</c:v>
              </c:pt>
              <c:pt idx="314">
                <c:v>-101.08505323340869</c:v>
              </c:pt>
              <c:pt idx="315">
                <c:v>-70.56780773658059</c:v>
              </c:pt>
              <c:pt idx="316">
                <c:v>-165.07408507653918</c:v>
              </c:pt>
              <c:pt idx="317">
                <c:v>-161.30835023334492</c:v>
              </c:pt>
              <c:pt idx="318">
                <c:v>-242.2702066667234</c:v>
              </c:pt>
              <c:pt idx="319">
                <c:v>-58.23406785472479</c:v>
              </c:pt>
              <c:pt idx="320">
                <c:v>-236.73098685035527</c:v>
              </c:pt>
              <c:pt idx="321">
                <c:v>-215.22321371476497</c:v>
              </c:pt>
              <c:pt idx="322">
                <c:v>-175.825554027031</c:v>
              </c:pt>
              <c:pt idx="323">
                <c:v>-232.30284849687</c:v>
              </c:pt>
              <c:pt idx="324">
                <c:v>-171.17724826987094</c:v>
              </c:pt>
              <c:pt idx="325">
                <c:v>-46.88741577578079</c:v>
              </c:pt>
              <c:pt idx="326">
                <c:v>-81.70740601658358</c:v>
              </c:pt>
              <c:pt idx="327">
                <c:v>-249.4658396049722</c:v>
              </c:pt>
              <c:pt idx="328">
                <c:v>-69.39363354819875</c:v>
              </c:pt>
              <c:pt idx="329">
                <c:v>-146.97682850974718</c:v>
              </c:pt>
              <c:pt idx="330">
                <c:v>-129.2618163978387</c:v>
              </c:pt>
              <c:pt idx="331">
                <c:v>-114.07663913182395</c:v>
              </c:pt>
              <c:pt idx="332">
                <c:v>-33.6654387471171</c:v>
              </c:pt>
              <c:pt idx="333">
                <c:v>-87.6139481252242</c:v>
              </c:pt>
              <c:pt idx="334">
                <c:v>-112.08993085229878</c:v>
              </c:pt>
              <c:pt idx="335">
                <c:v>-144.5248219910417</c:v>
              </c:pt>
              <c:pt idx="336">
                <c:v>-154.60051356491434</c:v>
              </c:pt>
              <c:pt idx="337">
                <c:v>-217.8211231545687</c:v>
              </c:pt>
              <c:pt idx="338">
                <c:v>-35.85645444333844</c:v>
              </c:pt>
              <c:pt idx="339">
                <c:v>-182.27664686629913</c:v>
              </c:pt>
              <c:pt idx="340">
                <c:v>-19.89427430370874</c:v>
              </c:pt>
              <c:pt idx="341">
                <c:v>-48.503729531423616</c:v>
              </c:pt>
              <c:pt idx="342">
                <c:v>-70.92397042796719</c:v>
              </c:pt>
              <c:pt idx="343">
                <c:v>-210.7884270276275</c:v>
              </c:pt>
              <c:pt idx="344">
                <c:v>-167.77277418818295</c:v>
              </c:pt>
              <c:pt idx="345">
                <c:v>-177.7566976017316</c:v>
              </c:pt>
              <c:pt idx="346">
                <c:v>-180.32387175172028</c:v>
              </c:pt>
              <c:pt idx="347">
                <c:v>-35.26820307263564</c:v>
              </c:pt>
              <c:pt idx="348">
                <c:v>-203.96676163467666</c:v>
              </c:pt>
              <c:pt idx="349">
                <c:v>-53.7297244368251</c:v>
              </c:pt>
              <c:pt idx="350">
                <c:v>-177.01023167336882</c:v>
              </c:pt>
              <c:pt idx="351">
                <c:v>-200.33698729821862</c:v>
              </c:pt>
              <c:pt idx="352">
                <c:v>-106.4983638668196</c:v>
              </c:pt>
              <c:pt idx="353">
                <c:v>-89.0115288034699</c:v>
              </c:pt>
              <c:pt idx="354">
                <c:v>-182.96636854588874</c:v>
              </c:pt>
              <c:pt idx="355">
                <c:v>-206.16852140136479</c:v>
              </c:pt>
              <c:pt idx="356">
                <c:v>-112.89467325300461</c:v>
              </c:pt>
              <c:pt idx="357">
                <c:v>-254.23533793689526</c:v>
              </c:pt>
              <c:pt idx="358">
                <c:v>-145.63359808419904</c:v>
              </c:pt>
              <c:pt idx="359">
                <c:v>-140.11904080172613</c:v>
              </c:pt>
              <c:pt idx="360">
                <c:v>-65.62823760592461</c:v>
              </c:pt>
              <c:pt idx="361">
                <c:v>-227.15847229574487</c:v>
              </c:pt>
              <c:pt idx="362">
                <c:v>-117.33230220346859</c:v>
              </c:pt>
              <c:pt idx="363">
                <c:v>-218.8168289192962</c:v>
              </c:pt>
              <c:pt idx="364">
                <c:v>-178.5249481662849</c:v>
              </c:pt>
              <c:pt idx="365">
                <c:v>-179.41023387703336</c:v>
              </c:pt>
              <c:pt idx="366">
                <c:v>-170.23733707935506</c:v>
              </c:pt>
              <c:pt idx="367">
                <c:v>-81.5372570001975</c:v>
              </c:pt>
              <c:pt idx="368">
                <c:v>-154.3735032730781</c:v>
              </c:pt>
              <c:pt idx="369">
                <c:v>-128.5786623088041</c:v>
              </c:pt>
              <c:pt idx="370">
                <c:v>-168.13418456475594</c:v>
              </c:pt>
              <c:pt idx="371">
                <c:v>-217.57783923302495</c:v>
              </c:pt>
              <c:pt idx="372">
                <c:v>-179.7997696848544</c:v>
              </c:pt>
              <c:pt idx="373">
                <c:v>-82.60088357375977</c:v>
              </c:pt>
              <c:pt idx="374">
                <c:v>-85.90839357665975</c:v>
              </c:pt>
              <c:pt idx="375">
                <c:v>-169.43403249680398</c:v>
              </c:pt>
              <c:pt idx="376">
                <c:v>-258.3456053774276</c:v>
              </c:pt>
              <c:pt idx="377">
                <c:v>-208.51706837748392</c:v>
              </c:pt>
              <c:pt idx="378">
                <c:v>-75.92494089298552</c:v>
              </c:pt>
              <c:pt idx="379">
                <c:v>-191.29098579042017</c:v>
              </c:pt>
              <c:pt idx="380">
                <c:v>-120.82725460184963</c:v>
              </c:pt>
              <c:pt idx="381">
                <c:v>-236.91896136546808</c:v>
              </c:pt>
              <c:pt idx="382">
                <c:v>-82.45056228733608</c:v>
              </c:pt>
              <c:pt idx="383">
                <c:v>-214.29517104064</c:v>
              </c:pt>
              <c:pt idx="384">
                <c:v>-78.81259520766064</c:v>
              </c:pt>
              <c:pt idx="385">
                <c:v>-82.56550603491098</c:v>
              </c:pt>
              <c:pt idx="386">
                <c:v>-180.67050475677138</c:v>
              </c:pt>
              <c:pt idx="387">
                <c:v>-169.82415415842877</c:v>
              </c:pt>
              <c:pt idx="388">
                <c:v>-66.30201501950279</c:v>
              </c:pt>
              <c:pt idx="389">
                <c:v>-57.601621315901184</c:v>
              </c:pt>
              <c:pt idx="390">
                <c:v>-135.48219671689213</c:v>
              </c:pt>
              <c:pt idx="391">
                <c:v>-147.52785905723374</c:v>
              </c:pt>
              <c:pt idx="392">
                <c:v>-209.0326635276446</c:v>
              </c:pt>
              <c:pt idx="393">
                <c:v>-85.18040733108673</c:v>
              </c:pt>
              <c:pt idx="394">
                <c:v>-76.02784915495565</c:v>
              </c:pt>
              <c:pt idx="395">
                <c:v>-184.0641228013385</c:v>
              </c:pt>
              <c:pt idx="396">
                <c:v>-155.89966185401414</c:v>
              </c:pt>
              <c:pt idx="397">
                <c:v>-142.10673998729357</c:v>
              </c:pt>
              <c:pt idx="398">
                <c:v>-31.66818163792862</c:v>
              </c:pt>
              <c:pt idx="399">
                <c:v>-41.14163713061657</c:v>
              </c:pt>
              <c:pt idx="400">
                <c:v>-45.14273176857749</c:v>
              </c:pt>
              <c:pt idx="401">
                <c:v>-16.452353727089104</c:v>
              </c:pt>
              <c:pt idx="402">
                <c:v>-241.2142207451039</c:v>
              </c:pt>
              <c:pt idx="403">
                <c:v>-100.18310178407177</c:v>
              </c:pt>
              <c:pt idx="404">
                <c:v>-59.80897916288004</c:v>
              </c:pt>
              <c:pt idx="405">
                <c:v>-37.255552816413186</c:v>
              </c:pt>
              <c:pt idx="406">
                <c:v>-216.01786672965093</c:v>
              </c:pt>
              <c:pt idx="407">
                <c:v>-215.9294994520159</c:v>
              </c:pt>
              <c:pt idx="408">
                <c:v>-71.35015209699097</c:v>
              </c:pt>
              <c:pt idx="409">
                <c:v>-109.24767461211025</c:v>
              </c:pt>
              <c:pt idx="410">
                <c:v>-244.45993876183985</c:v>
              </c:pt>
              <c:pt idx="411">
                <c:v>-148.79606278566672</c:v>
              </c:pt>
              <c:pt idx="412">
                <c:v>-150.91037715518294</c:v>
              </c:pt>
              <c:pt idx="413">
                <c:v>-175.92571044889007</c:v>
              </c:pt>
              <c:pt idx="414">
                <c:v>-213.91201661496459</c:v>
              </c:pt>
              <c:pt idx="415">
                <c:v>-63.67190129516975</c:v>
              </c:pt>
              <c:pt idx="416">
                <c:v>-234.69620908540213</c:v>
              </c:pt>
              <c:pt idx="417">
                <c:v>-69.77700745285809</c:v>
              </c:pt>
              <c:pt idx="418">
                <c:v>-54.54167927788329</c:v>
              </c:pt>
              <c:pt idx="419">
                <c:v>-223.89607844652696</c:v>
              </c:pt>
              <c:pt idx="420">
                <c:v>-231.1121931859958</c:v>
              </c:pt>
              <c:pt idx="421">
                <c:v>-162.2958934693183</c:v>
              </c:pt>
              <c:pt idx="422">
                <c:v>-43.753181175621854</c:v>
              </c:pt>
              <c:pt idx="423">
                <c:v>-80.0205407304035</c:v>
              </c:pt>
              <c:pt idx="424">
                <c:v>-190.37630378009084</c:v>
              </c:pt>
              <c:pt idx="425">
                <c:v>-84.55452664711079</c:v>
              </c:pt>
              <c:pt idx="426">
                <c:v>-226.75131826144747</c:v>
              </c:pt>
              <c:pt idx="427">
                <c:v>-245.96862342195251</c:v>
              </c:pt>
              <c:pt idx="428">
                <c:v>-104.95161032340785</c:v>
              </c:pt>
              <c:pt idx="429">
                <c:v>-205.9769443939693</c:v>
              </c:pt>
              <c:pt idx="430">
                <c:v>-74.57949487117028</c:v>
              </c:pt>
              <c:pt idx="431">
                <c:v>-85.78440273888295</c:v>
              </c:pt>
              <c:pt idx="432">
                <c:v>-214.53445098404032</c:v>
              </c:pt>
              <c:pt idx="433">
                <c:v>-66.64410527258921</c:v>
              </c:pt>
              <c:pt idx="434">
                <c:v>-115.72570300389175</c:v>
              </c:pt>
              <c:pt idx="435">
                <c:v>-247.5891746910316</c:v>
              </c:pt>
              <c:pt idx="436">
                <c:v>-107.68115039232103</c:v>
              </c:pt>
              <c:pt idx="437">
                <c:v>-136.85348344714967</c:v>
              </c:pt>
              <c:pt idx="438">
                <c:v>-102.03360596893397</c:v>
              </c:pt>
              <c:pt idx="439">
                <c:v>-215.63481643908833</c:v>
              </c:pt>
              <c:pt idx="440">
                <c:v>-197.03563280790843</c:v>
              </c:pt>
              <c:pt idx="441">
                <c:v>-222.5983533060857</c:v>
              </c:pt>
              <c:pt idx="442">
                <c:v>-88.46650811378952</c:v>
              </c:pt>
              <c:pt idx="443">
                <c:v>-71.66600741176221</c:v>
              </c:pt>
              <c:pt idx="444">
                <c:v>-229.55969734929602</c:v>
              </c:pt>
              <c:pt idx="445">
                <c:v>-203.34810956282206</c:v>
              </c:pt>
              <c:pt idx="446">
                <c:v>-44.908138785056764</c:v>
              </c:pt>
              <c:pt idx="447">
                <c:v>-88.93246923422949</c:v>
              </c:pt>
              <c:pt idx="448">
                <c:v>-37.984369946767806</c:v>
              </c:pt>
              <c:pt idx="449">
                <c:v>-220.91935333988386</c:v>
              </c:pt>
              <c:pt idx="450">
                <c:v>-76.87359344503227</c:v>
              </c:pt>
              <c:pt idx="451">
                <c:v>-200.51802995611328</c:v>
              </c:pt>
              <c:pt idx="452">
                <c:v>-157.07176706641133</c:v>
              </c:pt>
              <c:pt idx="453">
                <c:v>-208.20094094448638</c:v>
              </c:pt>
              <c:pt idx="454">
                <c:v>-108.76014345649088</c:v>
              </c:pt>
              <c:pt idx="455">
                <c:v>-172.82093930309784</c:v>
              </c:pt>
              <c:pt idx="456">
                <c:v>-81.45785934712131</c:v>
              </c:pt>
              <c:pt idx="457">
                <c:v>-257.2300680145461</c:v>
              </c:pt>
              <c:pt idx="458">
                <c:v>-167.12559010075313</c:v>
              </c:pt>
              <c:pt idx="459">
                <c:v>-180.19956819800757</c:v>
              </c:pt>
              <c:pt idx="460">
                <c:v>-236.9718331808051</c:v>
              </c:pt>
              <c:pt idx="461">
                <c:v>-47.895925825774455</c:v>
              </c:pt>
              <c:pt idx="462">
                <c:v>-154.77357092821404</c:v>
              </c:pt>
              <c:pt idx="463">
                <c:v>-155.0960704569186</c:v>
              </c:pt>
              <c:pt idx="464">
                <c:v>-180.39742882182443</c:v>
              </c:pt>
              <c:pt idx="465">
                <c:v>-159.1831574616723</c:v>
              </c:pt>
              <c:pt idx="466">
                <c:v>-114.09927805600711</c:v>
              </c:pt>
              <c:pt idx="467">
                <c:v>-219.76751140434337</c:v>
              </c:pt>
              <c:pt idx="468">
                <c:v>-87.88199265280753</c:v>
              </c:pt>
              <c:pt idx="469">
                <c:v>-163.1543174603432</c:v>
              </c:pt>
              <c:pt idx="470">
                <c:v>-218.54818875869142</c:v>
              </c:pt>
              <c:pt idx="471">
                <c:v>-203.68116422518855</c:v>
              </c:pt>
              <c:pt idx="472">
                <c:v>-156.35030073108524</c:v>
              </c:pt>
              <c:pt idx="473">
                <c:v>-239.0332261904714</c:v>
              </c:pt>
              <c:pt idx="474">
                <c:v>-173.57846851956998</c:v>
              </c:pt>
              <c:pt idx="475">
                <c:v>-162.26916814116862</c:v>
              </c:pt>
              <c:pt idx="476">
                <c:v>-225.41200741809942</c:v>
              </c:pt>
              <c:pt idx="477">
                <c:v>-54.434681535933755</c:v>
              </c:pt>
              <c:pt idx="478">
                <c:v>-221.13348625896523</c:v>
              </c:pt>
              <c:pt idx="479">
                <c:v>-79.85492410690753</c:v>
              </c:pt>
              <c:pt idx="480">
                <c:v>-168.53579774307656</c:v>
              </c:pt>
              <c:pt idx="481">
                <c:v>-204.8107785945114</c:v>
              </c:pt>
              <c:pt idx="482">
                <c:v>-89.92686846650307</c:v>
              </c:pt>
              <c:pt idx="483">
                <c:v>-253.93374883608297</c:v>
              </c:pt>
              <c:pt idx="484">
                <c:v>-208.60797231639265</c:v>
              </c:pt>
              <c:pt idx="485">
                <c:v>-41.07968257998262</c:v>
              </c:pt>
              <c:pt idx="486">
                <c:v>-199.56047349992295</c:v>
              </c:pt>
              <c:pt idx="487">
                <c:v>-179.6438977177794</c:v>
              </c:pt>
              <c:pt idx="488">
                <c:v>-240.35892631677822</c:v>
              </c:pt>
              <c:pt idx="489">
                <c:v>-99.56386204528161</c:v>
              </c:pt>
              <c:pt idx="490">
                <c:v>-17.618475848754116</c:v>
              </c:pt>
              <c:pt idx="491">
                <c:v>-114.35408423610741</c:v>
              </c:pt>
              <c:pt idx="492">
                <c:v>-250.10134329407794</c:v>
              </c:pt>
              <c:pt idx="493">
                <c:v>-103.63208054621009</c:v>
              </c:pt>
              <c:pt idx="494">
                <c:v>-228.2009985687074</c:v>
              </c:pt>
              <c:pt idx="495">
                <c:v>-58.144572639875</c:v>
              </c:pt>
              <c:pt idx="496">
                <c:v>-35.482502256324885</c:v>
              </c:pt>
              <c:pt idx="497">
                <c:v>-218.91885515428964</c:v>
              </c:pt>
              <c:pt idx="498">
                <c:v>-80.86459307016915</c:v>
              </c:pt>
              <c:pt idx="499">
                <c:v>-64.49164759819364</c:v>
              </c:pt>
              <c:pt idx="500">
                <c:v>-75.19807883251924</c:v>
              </c:pt>
              <c:pt idx="501">
                <c:v>-136.95639101429117</c:v>
              </c:pt>
              <c:pt idx="502">
                <c:v>-220.33206560551824</c:v>
              </c:pt>
              <c:pt idx="503">
                <c:v>-79.19413279578507</c:v>
              </c:pt>
              <c:pt idx="504">
                <c:v>-214.21888778917497</c:v>
              </c:pt>
              <c:pt idx="505">
                <c:v>-252.70600186535904</c:v>
              </c:pt>
              <c:pt idx="506">
                <c:v>-208.05344768237148</c:v>
              </c:pt>
              <c:pt idx="507">
                <c:v>-140.3695527872291</c:v>
              </c:pt>
              <c:pt idx="508">
                <c:v>-141.95630618423934</c:v>
              </c:pt>
              <c:pt idx="509">
                <c:v>-138.86094006079958</c:v>
              </c:pt>
              <c:pt idx="510">
                <c:v>-212.41111300208797</c:v>
              </c:pt>
              <c:pt idx="511">
                <c:v>-172.07005842035227</c:v>
              </c:pt>
              <c:pt idx="512">
                <c:v>-211.28998194756227</c:v>
              </c:pt>
              <c:pt idx="513">
                <c:v>-250.17361915786083</c:v>
              </c:pt>
              <c:pt idx="514">
                <c:v>-205.58445707817452</c:v>
              </c:pt>
              <c:pt idx="515">
                <c:v>-173.70609392373268</c:v>
              </c:pt>
              <c:pt idx="516">
                <c:v>-220.50921486637452</c:v>
              </c:pt>
              <c:pt idx="517">
                <c:v>-177.6194421369119</c:v>
              </c:pt>
              <c:pt idx="518">
                <c:v>-172.11958959177218</c:v>
              </c:pt>
              <c:pt idx="519">
                <c:v>-92.68631373095732</c:v>
              </c:pt>
              <c:pt idx="520">
                <c:v>-155.68797172378322</c:v>
              </c:pt>
              <c:pt idx="521">
                <c:v>-33.681903443604945</c:v>
              </c:pt>
              <c:pt idx="522">
                <c:v>-79.02075509113828</c:v>
              </c:pt>
              <c:pt idx="523">
                <c:v>-230.2138585094264</c:v>
              </c:pt>
              <c:pt idx="524">
                <c:v>-152.02033273641197</c:v>
              </c:pt>
              <c:pt idx="525">
                <c:v>-88.49669157734559</c:v>
              </c:pt>
              <c:pt idx="526">
                <c:v>-93.69182054174031</c:v>
              </c:pt>
              <c:pt idx="527">
                <c:v>-156.6676931154443</c:v>
              </c:pt>
              <c:pt idx="528">
                <c:v>-178.64044028294262</c:v>
              </c:pt>
              <c:pt idx="529">
                <c:v>-174.25418838602502</c:v>
              </c:pt>
              <c:pt idx="530">
                <c:v>-93.89182892575153</c:v>
              </c:pt>
              <c:pt idx="531">
                <c:v>-32.318585758591674</c:v>
              </c:pt>
              <c:pt idx="532">
                <c:v>-179.7464533447819</c:v>
              </c:pt>
              <c:pt idx="533">
                <c:v>-75.08958231471254</c:v>
              </c:pt>
              <c:pt idx="534">
                <c:v>-32.379683368120595</c:v>
              </c:pt>
              <c:pt idx="535">
                <c:v>-156.49862872186938</c:v>
              </c:pt>
              <c:pt idx="536">
                <c:v>-235.45978151866703</c:v>
              </c:pt>
              <c:pt idx="537">
                <c:v>-161.3257039817376</c:v>
              </c:pt>
              <c:pt idx="538">
                <c:v>-89.28227893768776</c:v>
              </c:pt>
              <c:pt idx="539">
                <c:v>-124.61379536561842</c:v>
              </c:pt>
              <c:pt idx="540">
                <c:v>-180.15419530216138</c:v>
              </c:pt>
              <c:pt idx="541">
                <c:v>-257.88057050630505</c:v>
              </c:pt>
              <c:pt idx="542">
                <c:v>-77.82095027002018</c:v>
              </c:pt>
              <c:pt idx="543">
                <c:v>-264.5092753005977</c:v>
              </c:pt>
              <c:pt idx="544">
                <c:v>-224.73042680331955</c:v>
              </c:pt>
              <c:pt idx="545">
                <c:v>-252.90987021288845</c:v>
              </c:pt>
              <c:pt idx="546">
                <c:v>-106.75528314181312</c:v>
              </c:pt>
              <c:pt idx="547">
                <c:v>-205.53916173257497</c:v>
              </c:pt>
              <c:pt idx="548">
                <c:v>-89.22520144418598</c:v>
              </c:pt>
              <c:pt idx="549">
                <c:v>-154.23234390619803</c:v>
              </c:pt>
              <c:pt idx="550">
                <c:v>-248.86318862309435</c:v>
              </c:pt>
              <c:pt idx="551">
                <c:v>-176.8274572796937</c:v>
              </c:pt>
              <c:pt idx="552">
                <c:v>-240.51787719684302</c:v>
              </c:pt>
              <c:pt idx="553">
                <c:v>-263.667581409596</c:v>
              </c:pt>
              <c:pt idx="554">
                <c:v>-47.55390466662405</c:v>
              </c:pt>
              <c:pt idx="555">
                <c:v>-60.763118664630866</c:v>
              </c:pt>
              <c:pt idx="556">
                <c:v>-178.02475004678445</c:v>
              </c:pt>
              <c:pt idx="557">
                <c:v>-132.55022742203516</c:v>
              </c:pt>
              <c:pt idx="558">
                <c:v>-149.35650080368617</c:v>
              </c:pt>
              <c:pt idx="559">
                <c:v>-231.54753684496367</c:v>
              </c:pt>
              <c:pt idx="560">
                <c:v>-221.95739872374432</c:v>
              </c:pt>
              <c:pt idx="561">
                <c:v>-77.45578180400616</c:v>
              </c:pt>
              <c:pt idx="562">
                <c:v>-48.408077322046495</c:v>
              </c:pt>
              <c:pt idx="563">
                <c:v>-41.25330635652962</c:v>
              </c:pt>
              <c:pt idx="564">
                <c:v>-74.12510724028618</c:v>
              </c:pt>
              <c:pt idx="565">
                <c:v>-227.44196299640336</c:v>
              </c:pt>
              <c:pt idx="566">
                <c:v>-131.64664726461922</c:v>
              </c:pt>
              <c:pt idx="567">
                <c:v>-143.7955152894138</c:v>
              </c:pt>
              <c:pt idx="568">
                <c:v>-174.75528112934646</c:v>
              </c:pt>
              <c:pt idx="569">
                <c:v>-223.17102601426691</c:v>
              </c:pt>
              <c:pt idx="570">
                <c:v>-150.30155201596233</c:v>
              </c:pt>
              <c:pt idx="571">
                <c:v>-160.22613029093583</c:v>
              </c:pt>
              <c:pt idx="572">
                <c:v>-126.28727918587057</c:v>
              </c:pt>
              <c:pt idx="573">
                <c:v>-204.1861922035496</c:v>
              </c:pt>
              <c:pt idx="574">
                <c:v>-181.84541027710225</c:v>
              </c:pt>
              <c:pt idx="575">
                <c:v>-85.03485124414968</c:v>
              </c:pt>
              <c:pt idx="576">
                <c:v>-146.82428058753572</c:v>
              </c:pt>
              <c:pt idx="577">
                <c:v>-82.2458536733983</c:v>
              </c:pt>
              <c:pt idx="578">
                <c:v>-249.00596715884754</c:v>
              </c:pt>
              <c:pt idx="579">
                <c:v>-55.3814623262078</c:v>
              </c:pt>
              <c:pt idx="580">
                <c:v>-97.09713244993175</c:v>
              </c:pt>
              <c:pt idx="581">
                <c:v>-164.99218686237094</c:v>
              </c:pt>
              <c:pt idx="582">
                <c:v>-257.7774045719309</c:v>
              </c:pt>
              <c:pt idx="583">
                <c:v>-103.36347530198687</c:v>
              </c:pt>
              <c:pt idx="584">
                <c:v>-128.74673824719747</c:v>
              </c:pt>
              <c:pt idx="585">
                <c:v>-25.46063126365074</c:v>
              </c:pt>
              <c:pt idx="586">
                <c:v>-238.1303429583658</c:v>
              </c:pt>
              <c:pt idx="587">
                <c:v>-217.45541467336656</c:v>
              </c:pt>
              <c:pt idx="588">
                <c:v>-158.07815939586118</c:v>
              </c:pt>
              <c:pt idx="589">
                <c:v>-70.00448643880782</c:v>
              </c:pt>
              <c:pt idx="590">
                <c:v>-158.76213977404376</c:v>
              </c:pt>
              <c:pt idx="591">
                <c:v>-218.76831155192576</c:v>
              </c:pt>
              <c:pt idx="592">
                <c:v>-167.2662736203265</c:v>
              </c:pt>
              <c:pt idx="593">
                <c:v>-111.59105167452378</c:v>
              </c:pt>
              <c:pt idx="594">
                <c:v>-209.19814139488798</c:v>
              </c:pt>
              <c:pt idx="595">
                <c:v>-106.83145221455348</c:v>
              </c:pt>
              <c:pt idx="596">
                <c:v>-96.78797378189387</c:v>
              </c:pt>
              <c:pt idx="597">
                <c:v>-246.90059685617837</c:v>
              </c:pt>
              <c:pt idx="598">
                <c:v>-207.1484618739174</c:v>
              </c:pt>
              <c:pt idx="599">
                <c:v>-203.9176696776916</c:v>
              </c:pt>
              <c:pt idx="600">
                <c:v>-58.006795843313775</c:v>
              </c:pt>
              <c:pt idx="601">
                <c:v>-134.02090062347244</c:v>
              </c:pt>
              <c:pt idx="602">
                <c:v>-74.7354151743697</c:v>
              </c:pt>
              <c:pt idx="603">
                <c:v>-149.79668737481612</c:v>
              </c:pt>
              <c:pt idx="604">
                <c:v>-232.982058700605</c:v>
              </c:pt>
              <c:pt idx="605">
                <c:v>-245.6760122202649</c:v>
              </c:pt>
              <c:pt idx="606">
                <c:v>-95.86433218428101</c:v>
              </c:pt>
              <c:pt idx="607">
                <c:v>-166.92543362829835</c:v>
              </c:pt>
              <c:pt idx="608">
                <c:v>-199.2629524646488</c:v>
              </c:pt>
              <c:pt idx="609">
                <c:v>-57.65401891830373</c:v>
              </c:pt>
              <c:pt idx="610">
                <c:v>-79.15789882674225</c:v>
              </c:pt>
              <c:pt idx="611">
                <c:v>-61.8402478103612</c:v>
              </c:pt>
              <c:pt idx="612">
                <c:v>-171.92960743995366</c:v>
              </c:pt>
              <c:pt idx="613">
                <c:v>-148.71581363094154</c:v>
              </c:pt>
              <c:pt idx="614">
                <c:v>-249.80231941485806</c:v>
              </c:pt>
              <c:pt idx="615">
                <c:v>-154.97176521135376</c:v>
              </c:pt>
              <c:pt idx="616">
                <c:v>-140.20038770720873</c:v>
              </c:pt>
              <c:pt idx="617">
                <c:v>-168.0688355661756</c:v>
              </c:pt>
              <c:pt idx="618">
                <c:v>-41.05217410807686</c:v>
              </c:pt>
              <c:pt idx="619">
                <c:v>-207.5302117101505</c:v>
              </c:pt>
              <c:pt idx="620">
                <c:v>-123.19540278325412</c:v>
              </c:pt>
              <c:pt idx="621">
                <c:v>-81.15768887039634</c:v>
              </c:pt>
              <c:pt idx="622">
                <c:v>-204.87726107823906</c:v>
              </c:pt>
              <c:pt idx="623">
                <c:v>-145.51395117563433</c:v>
              </c:pt>
              <c:pt idx="624">
                <c:v>-66.85745184788752</c:v>
              </c:pt>
              <c:pt idx="625">
                <c:v>-148.75960688498031</c:v>
              </c:pt>
              <c:pt idx="626">
                <c:v>-201.02094618836105</c:v>
              </c:pt>
              <c:pt idx="627">
                <c:v>-201.44805448794386</c:v>
              </c:pt>
              <c:pt idx="628">
                <c:v>-222.29718075509797</c:v>
              </c:pt>
              <c:pt idx="629">
                <c:v>-108.95938100713579</c:v>
              </c:pt>
              <c:pt idx="630">
                <c:v>-222.41939806857488</c:v>
              </c:pt>
              <c:pt idx="631">
                <c:v>-170.83441925412052</c:v>
              </c:pt>
              <c:pt idx="632">
                <c:v>-171.88936983164334</c:v>
              </c:pt>
              <c:pt idx="633">
                <c:v>-94.3487043660026</c:v>
              </c:pt>
              <c:pt idx="634">
                <c:v>-154.5643296905243</c:v>
              </c:pt>
              <c:pt idx="635">
                <c:v>-240.55747736670048</c:v>
              </c:pt>
              <c:pt idx="636">
                <c:v>-100.96385533869622</c:v>
              </c:pt>
              <c:pt idx="637">
                <c:v>-247.47612160731364</c:v>
              </c:pt>
              <c:pt idx="638">
                <c:v>-55.25159031088267</c:v>
              </c:pt>
              <c:pt idx="639">
                <c:v>-226.03330820697587</c:v>
              </c:pt>
              <c:pt idx="640">
                <c:v>-67.72000343509477</c:v>
              </c:pt>
              <c:pt idx="641">
                <c:v>-117.28515144891769</c:v>
              </c:pt>
              <c:pt idx="642">
                <c:v>-202.31370449335043</c:v>
              </c:pt>
              <c:pt idx="643">
                <c:v>-199.0273082079163</c:v>
              </c:pt>
              <c:pt idx="644">
                <c:v>-155.84182579870375</c:v>
              </c:pt>
              <c:pt idx="645">
                <c:v>-232.32712560673627</c:v>
              </c:pt>
              <c:pt idx="646">
                <c:v>-181.10292919029456</c:v>
              </c:pt>
              <c:pt idx="647">
                <c:v>-150.87358584633017</c:v>
              </c:pt>
              <c:pt idx="648">
                <c:v>-168.9399738917328</c:v>
              </c:pt>
              <c:pt idx="649">
                <c:v>-98.5496602064887</c:v>
              </c:pt>
              <c:pt idx="650">
                <c:v>-55.611408723416844</c:v>
              </c:pt>
              <c:pt idx="651">
                <c:v>-250.06701503116528</c:v>
              </c:pt>
              <c:pt idx="652">
                <c:v>-77.6485223929755</c:v>
              </c:pt>
              <c:pt idx="653">
                <c:v>-155.97654452454412</c:v>
              </c:pt>
              <c:pt idx="654">
                <c:v>-260.6278736651316</c:v>
              </c:pt>
              <c:pt idx="655">
                <c:v>-162.3427464542961</c:v>
              </c:pt>
              <c:pt idx="656">
                <c:v>-224.62707240987964</c:v>
              </c:pt>
              <c:pt idx="657">
                <c:v>-77.33236546378076</c:v>
              </c:pt>
              <c:pt idx="658">
                <c:v>-136.71451675657488</c:v>
              </c:pt>
              <c:pt idx="659">
                <c:v>-227.01886167403677</c:v>
              </c:pt>
              <c:pt idx="660">
                <c:v>-144.9512081554387</c:v>
              </c:pt>
              <c:pt idx="661">
                <c:v>-43.21190598352695</c:v>
              </c:pt>
              <c:pt idx="662">
                <c:v>-166.8827974257021</c:v>
              </c:pt>
              <c:pt idx="663">
                <c:v>-98.48292270037817</c:v>
              </c:pt>
              <c:pt idx="664">
                <c:v>-109.68119104657771</c:v>
              </c:pt>
              <c:pt idx="665">
                <c:v>-94.38878842390042</c:v>
              </c:pt>
              <c:pt idx="666">
                <c:v>-101.12365977582556</c:v>
              </c:pt>
              <c:pt idx="667">
                <c:v>-182.06965903228246</c:v>
              </c:pt>
              <c:pt idx="668">
                <c:v>-100.26483899282036</c:v>
              </c:pt>
              <c:pt idx="669">
                <c:v>-147.5441030714858</c:v>
              </c:pt>
              <c:pt idx="670">
                <c:v>-92.55624372104742</c:v>
              </c:pt>
              <c:pt idx="671">
                <c:v>-208.75844437301367</c:v>
              </c:pt>
              <c:pt idx="672">
                <c:v>-183.79014024771067</c:v>
              </c:pt>
              <c:pt idx="673">
                <c:v>-28.069371860817768</c:v>
              </c:pt>
              <c:pt idx="674">
                <c:v>-237.61617315723095</c:v>
              </c:pt>
              <c:pt idx="675">
                <c:v>-183.49449182814962</c:v>
              </c:pt>
              <c:pt idx="676">
                <c:v>-221.58604952466342</c:v>
              </c:pt>
              <c:pt idx="677">
                <c:v>-104.83744635691866</c:v>
              </c:pt>
              <c:pt idx="678">
                <c:v>-207.4382470653587</c:v>
              </c:pt>
              <c:pt idx="679">
                <c:v>-67.9046971785316</c:v>
              </c:pt>
              <c:pt idx="680">
                <c:v>-136.03439912497618</c:v>
              </c:pt>
              <c:pt idx="681">
                <c:v>-197.90852479592388</c:v>
              </c:pt>
              <c:pt idx="682">
                <c:v>-122.73392607759297</c:v>
              </c:pt>
              <c:pt idx="683">
                <c:v>-47.55147277805406</c:v>
              </c:pt>
              <c:pt idx="684">
                <c:v>-137.47184834642334</c:v>
              </c:pt>
              <c:pt idx="685">
                <c:v>-176.58416009814027</c:v>
              </c:pt>
              <c:pt idx="686">
                <c:v>-31.542494940976844</c:v>
              </c:pt>
              <c:pt idx="687">
                <c:v>-39.60846444564562</c:v>
              </c:pt>
              <c:pt idx="688">
                <c:v>-111.43990376713093</c:v>
              </c:pt>
              <c:pt idx="689">
                <c:v>-152.40450796226912</c:v>
              </c:pt>
              <c:pt idx="690">
                <c:v>-132.175528571295</c:v>
              </c:pt>
              <c:pt idx="691">
                <c:v>-150.99053158845553</c:v>
              </c:pt>
              <c:pt idx="692">
                <c:v>-28.88536381973084</c:v>
              </c:pt>
              <c:pt idx="693">
                <c:v>-218.8490559291656</c:v>
              </c:pt>
              <c:pt idx="694">
                <c:v>-195.68380660483223</c:v>
              </c:pt>
              <c:pt idx="695">
                <c:v>-147.7345876249979</c:v>
              </c:pt>
              <c:pt idx="696">
                <c:v>-97.48790253776647</c:v>
              </c:pt>
              <c:pt idx="697">
                <c:v>-119.35271735246798</c:v>
              </c:pt>
              <c:pt idx="698">
                <c:v>-169.546820634737</c:v>
              </c:pt>
              <c:pt idx="699">
                <c:v>-33.63460780732868</c:v>
              </c:pt>
              <c:pt idx="700">
                <c:v>-150.35265299774028</c:v>
              </c:pt>
              <c:pt idx="701">
                <c:v>-224.18856462194375</c:v>
              </c:pt>
              <c:pt idx="702">
                <c:v>-209.59761583816936</c:v>
              </c:pt>
              <c:pt idx="703">
                <c:v>-143.16769629661638</c:v>
              </c:pt>
              <c:pt idx="704">
                <c:v>-142.81303411773644</c:v>
              </c:pt>
              <c:pt idx="705">
                <c:v>-45.54173700384014</c:v>
              </c:pt>
              <c:pt idx="706">
                <c:v>-42.45533029419884</c:v>
              </c:pt>
              <c:pt idx="707">
                <c:v>-203.2128066130828</c:v>
              </c:pt>
              <c:pt idx="708">
                <c:v>-190.32494350180352</c:v>
              </c:pt>
              <c:pt idx="709">
                <c:v>-76.4075190172358</c:v>
              </c:pt>
              <c:pt idx="710">
                <c:v>-123.05585416386637</c:v>
              </c:pt>
              <c:pt idx="711">
                <c:v>-148.03240136716343</c:v>
              </c:pt>
              <c:pt idx="712">
                <c:v>-240.25056763448612</c:v>
              </c:pt>
              <c:pt idx="713">
                <c:v>-252.6605741968225</c:v>
              </c:pt>
              <c:pt idx="714">
                <c:v>-46.46516432999222</c:v>
              </c:pt>
              <c:pt idx="715">
                <c:v>-121.89801868918653</c:v>
              </c:pt>
              <c:pt idx="716">
                <c:v>-120.49160320085355</c:v>
              </c:pt>
              <c:pt idx="717">
                <c:v>-76.35263561433628</c:v>
              </c:pt>
              <c:pt idx="718">
                <c:v>-210.26409575521487</c:v>
              </c:pt>
              <c:pt idx="719">
                <c:v>-208.7606600141259</c:v>
              </c:pt>
              <c:pt idx="720">
                <c:v>-158.06044213410746</c:v>
              </c:pt>
              <c:pt idx="721">
                <c:v>-44.97344033228972</c:v>
              </c:pt>
              <c:pt idx="722">
                <c:v>-100.70959675451492</c:v>
              </c:pt>
              <c:pt idx="723">
                <c:v>-215.10199542267114</c:v>
              </c:pt>
              <c:pt idx="724">
                <c:v>-66.34017388361573</c:v>
              </c:pt>
              <c:pt idx="725">
                <c:v>-92.37004133265143</c:v>
              </c:pt>
              <c:pt idx="726">
                <c:v>-174.25179977903758</c:v>
              </c:pt>
              <c:pt idx="727">
                <c:v>-104.30271579876438</c:v>
              </c:pt>
              <c:pt idx="728">
                <c:v>-192.2082489629973</c:v>
              </c:pt>
              <c:pt idx="729">
                <c:v>-210.82669071911448</c:v>
              </c:pt>
              <c:pt idx="730">
                <c:v>-225.9764905677446</c:v>
              </c:pt>
              <c:pt idx="731">
                <c:v>-83.28862163669862</c:v>
              </c:pt>
              <c:pt idx="732">
                <c:v>-164.8272522661331</c:v>
              </c:pt>
              <c:pt idx="733">
                <c:v>-62.19020347094679</c:v>
              </c:pt>
              <c:pt idx="734">
                <c:v>-182.74281425905218</c:v>
              </c:pt>
              <c:pt idx="735">
                <c:v>-241.7678924882225</c:v>
              </c:pt>
              <c:pt idx="736">
                <c:v>-82.25018655588599</c:v>
              </c:pt>
              <c:pt idx="737">
                <c:v>-155.46868657184774</c:v>
              </c:pt>
              <c:pt idx="738">
                <c:v>-89.01825364352372</c:v>
              </c:pt>
              <c:pt idx="739">
                <c:v>-58.96773596775933</c:v>
              </c:pt>
              <c:pt idx="740">
                <c:v>-194.80078919496535</c:v>
              </c:pt>
              <c:pt idx="741">
                <c:v>-24.703774375283608</c:v>
              </c:pt>
              <c:pt idx="742">
                <c:v>-200.130056057546</c:v>
              </c:pt>
              <c:pt idx="743">
                <c:v>-122.4828155643618</c:v>
              </c:pt>
              <c:pt idx="744">
                <c:v>-181.71938480714198</c:v>
              </c:pt>
              <c:pt idx="745">
                <c:v>-135.003813319975</c:v>
              </c:pt>
              <c:pt idx="746">
                <c:v>-236.24741101327086</c:v>
              </c:pt>
              <c:pt idx="747">
                <c:v>-135.02123013197462</c:v>
              </c:pt>
              <c:pt idx="748">
                <c:v>-203.13237185296578</c:v>
              </c:pt>
              <c:pt idx="749">
                <c:v>-219.91439671677827</c:v>
              </c:pt>
              <c:pt idx="750">
                <c:v>-248.33196444592224</c:v>
              </c:pt>
              <c:pt idx="751">
                <c:v>-87.54542921497358</c:v>
              </c:pt>
              <c:pt idx="752">
                <c:v>-106.36134508279852</c:v>
              </c:pt>
              <c:pt idx="753">
                <c:v>-122.37440828095376</c:v>
              </c:pt>
              <c:pt idx="754">
                <c:v>-113.51642951038919</c:v>
              </c:pt>
              <c:pt idx="755">
                <c:v>-144.85654050103764</c:v>
              </c:pt>
              <c:pt idx="756">
                <c:v>-241.5756103123564</c:v>
              </c:pt>
              <c:pt idx="757">
                <c:v>-98.23165900870617</c:v>
              </c:pt>
              <c:pt idx="758">
                <c:v>-219.29820937100345</c:v>
              </c:pt>
              <c:pt idx="759">
                <c:v>-92.34884171499917</c:v>
              </c:pt>
              <c:pt idx="760">
                <c:v>-166.2237546392588</c:v>
              </c:pt>
              <c:pt idx="761">
                <c:v>-133.930353652449</c:v>
              </c:pt>
              <c:pt idx="762">
                <c:v>-43.94899126794074</c:v>
              </c:pt>
              <c:pt idx="763">
                <c:v>-200.58379352919687</c:v>
              </c:pt>
              <c:pt idx="764">
                <c:v>-111.72963697297732</c:v>
              </c:pt>
              <c:pt idx="765">
                <c:v>-163.2186792778844</c:v>
              </c:pt>
              <c:pt idx="766">
                <c:v>-33.640774099731956</c:v>
              </c:pt>
              <c:pt idx="767">
                <c:v>-231.12370579572274</c:v>
              </c:pt>
              <c:pt idx="768">
                <c:v>-245.64542697200085</c:v>
              </c:pt>
              <c:pt idx="769">
                <c:v>-59.046889740128</c:v>
              </c:pt>
              <c:pt idx="770">
                <c:v>-74.56114153330695</c:v>
              </c:pt>
              <c:pt idx="771">
                <c:v>-52.53455701732476</c:v>
              </c:pt>
              <c:pt idx="772">
                <c:v>-172.07720254322038</c:v>
              </c:pt>
              <c:pt idx="773">
                <c:v>-184.65034416394707</c:v>
              </c:pt>
              <c:pt idx="774">
                <c:v>-131.46831287965233</c:v>
              </c:pt>
              <c:pt idx="775">
                <c:v>-102.60993751874518</c:v>
              </c:pt>
              <c:pt idx="776">
                <c:v>-116.2428983024218</c:v>
              </c:pt>
              <c:pt idx="777">
                <c:v>-45.46361022788218</c:v>
              </c:pt>
              <c:pt idx="778">
                <c:v>-243.95154123027925</c:v>
              </c:pt>
              <c:pt idx="779">
                <c:v>-119.18890166121061</c:v>
              </c:pt>
              <c:pt idx="780">
                <c:v>-92.46940149672335</c:v>
              </c:pt>
              <c:pt idx="781">
                <c:v>-78.51310114048454</c:v>
              </c:pt>
              <c:pt idx="782">
                <c:v>-232.6327244421069</c:v>
              </c:pt>
              <c:pt idx="783">
                <c:v>-52.36415701575441</c:v>
              </c:pt>
              <c:pt idx="784">
                <c:v>-23.25388991016071</c:v>
              </c:pt>
              <c:pt idx="785">
                <c:v>-115.71096306508693</c:v>
              </c:pt>
              <c:pt idx="786">
                <c:v>-31.74274613185044</c:v>
              </c:pt>
              <c:pt idx="787">
                <c:v>-186.0403308232413</c:v>
              </c:pt>
              <c:pt idx="788">
                <c:v>-155.70227231896217</c:v>
              </c:pt>
              <c:pt idx="789">
                <c:v>-39.04428408794815</c:v>
              </c:pt>
              <c:pt idx="790">
                <c:v>-116.70506975620799</c:v>
              </c:pt>
              <c:pt idx="791">
                <c:v>-213.4561882576792</c:v>
              </c:pt>
              <c:pt idx="792">
                <c:v>-55.75077971890019</c:v>
              </c:pt>
              <c:pt idx="793">
                <c:v>-56.438869199606806</c:v>
              </c:pt>
              <c:pt idx="794">
                <c:v>-226.40524101238123</c:v>
              </c:pt>
              <c:pt idx="795">
                <c:v>-202.62731718215886</c:v>
              </c:pt>
              <c:pt idx="796">
                <c:v>-39.59350380629597</c:v>
              </c:pt>
              <c:pt idx="797">
                <c:v>-55.70828167778748</c:v>
              </c:pt>
              <c:pt idx="798">
                <c:v>-144.20692432554478</c:v>
              </c:pt>
              <c:pt idx="799">
                <c:v>-158.29748247368468</c:v>
              </c:pt>
              <c:pt idx="800">
                <c:v>-169.43535177544098</c:v>
              </c:pt>
              <c:pt idx="801">
                <c:v>-173.42632382423022</c:v>
              </c:pt>
              <c:pt idx="802">
                <c:v>-222.64007782788514</c:v>
              </c:pt>
              <c:pt idx="803">
                <c:v>-21.688308036166873</c:v>
              </c:pt>
              <c:pt idx="804">
                <c:v>-199.96493353186716</c:v>
              </c:pt>
              <c:pt idx="805">
                <c:v>-163.19493419936884</c:v>
              </c:pt>
              <c:pt idx="806">
                <c:v>-212.0076343673001</c:v>
              </c:pt>
              <c:pt idx="807">
                <c:v>-232.6163618782731</c:v>
              </c:pt>
              <c:pt idx="808">
                <c:v>-76.6995121941998</c:v>
              </c:pt>
              <c:pt idx="809">
                <c:v>-235.48462340221977</c:v>
              </c:pt>
              <c:pt idx="810">
                <c:v>-127.58452238345342</c:v>
              </c:pt>
              <c:pt idx="811">
                <c:v>-83.21332792585308</c:v>
              </c:pt>
              <c:pt idx="812">
                <c:v>-204.4696018421938</c:v>
              </c:pt>
              <c:pt idx="813">
                <c:v>-256.0059260448927</c:v>
              </c:pt>
              <c:pt idx="814">
                <c:v>-113.54248185766693</c:v>
              </c:pt>
              <c:pt idx="815">
                <c:v>-117.75117132558618</c:v>
              </c:pt>
              <c:pt idx="816">
                <c:v>-155.99256452112365</c:v>
              </c:pt>
              <c:pt idx="817">
                <c:v>-187.5370475918986</c:v>
              </c:pt>
              <c:pt idx="818">
                <c:v>-35.583724629781614</c:v>
              </c:pt>
              <c:pt idx="819">
                <c:v>-77.32645330293883</c:v>
              </c:pt>
              <c:pt idx="820">
                <c:v>-80.73283829566053</c:v>
              </c:pt>
              <c:pt idx="821">
                <c:v>-75.6169668371006</c:v>
              </c:pt>
              <c:pt idx="822">
                <c:v>-179.67404317272988</c:v>
              </c:pt>
              <c:pt idx="823">
                <c:v>-224.04611486358675</c:v>
              </c:pt>
              <c:pt idx="824">
                <c:v>-223.64658329292257</c:v>
              </c:pt>
              <c:pt idx="825">
                <c:v>-220.35229076103795</c:v>
              </c:pt>
              <c:pt idx="826">
                <c:v>-215.64160015547318</c:v>
              </c:pt>
              <c:pt idx="827">
                <c:v>-143.93418375291725</c:v>
              </c:pt>
              <c:pt idx="828">
                <c:v>-150.91589531237145</c:v>
              </c:pt>
              <c:pt idx="829">
                <c:v>-170.7647359996319</c:v>
              </c:pt>
              <c:pt idx="830">
                <c:v>-158.62773128734693</c:v>
              </c:pt>
              <c:pt idx="831">
                <c:v>-158.12355370138314</c:v>
              </c:pt>
              <c:pt idx="832">
                <c:v>-88.62402682080716</c:v>
              </c:pt>
              <c:pt idx="833">
                <c:v>-88.55147544403357</c:v>
              </c:pt>
              <c:pt idx="834">
                <c:v>-195.67490884032802</c:v>
              </c:pt>
              <c:pt idx="835">
                <c:v>-194.8145938451107</c:v>
              </c:pt>
              <c:pt idx="836">
                <c:v>-124.55751293130508</c:v>
              </c:pt>
              <c:pt idx="837">
                <c:v>-77.16981181242754</c:v>
              </c:pt>
              <c:pt idx="838">
                <c:v>-67.32889702330688</c:v>
              </c:pt>
              <c:pt idx="839">
                <c:v>-185.32397993812424</c:v>
              </c:pt>
              <c:pt idx="840">
                <c:v>-83.72080449620887</c:v>
              </c:pt>
              <c:pt idx="841">
                <c:v>-249.97254309972607</c:v>
              </c:pt>
              <c:pt idx="842">
                <c:v>-101.08964584698215</c:v>
              </c:pt>
              <c:pt idx="843">
                <c:v>-127.80123009323859</c:v>
              </c:pt>
              <c:pt idx="844">
                <c:v>-191.58921473067537</c:v>
              </c:pt>
              <c:pt idx="845">
                <c:v>-197.79143382567656</c:v>
              </c:pt>
              <c:pt idx="846">
                <c:v>-95.40994258896396</c:v>
              </c:pt>
              <c:pt idx="847">
                <c:v>-46.42016824004692</c:v>
              </c:pt>
              <c:pt idx="848">
                <c:v>-159.1220123775302</c:v>
              </c:pt>
              <c:pt idx="849">
                <c:v>-74.74145641869467</c:v>
              </c:pt>
              <c:pt idx="850">
                <c:v>-204.87993335211635</c:v>
              </c:pt>
              <c:pt idx="851">
                <c:v>-133.7882599288867</c:v>
              </c:pt>
              <c:pt idx="852">
                <c:v>-102.85507205370436</c:v>
              </c:pt>
              <c:pt idx="853">
                <c:v>-116.52593281604004</c:v>
              </c:pt>
              <c:pt idx="854">
                <c:v>-211.95408258588424</c:v>
              </c:pt>
              <c:pt idx="855">
                <c:v>-102.44625802142556</c:v>
              </c:pt>
              <c:pt idx="856">
                <c:v>-223.89298968590117</c:v>
              </c:pt>
              <c:pt idx="857">
                <c:v>-102.48922952900412</c:v>
              </c:pt>
              <c:pt idx="858">
                <c:v>-214.45511190527128</c:v>
              </c:pt>
              <c:pt idx="859">
                <c:v>-62.37146467819153</c:v>
              </c:pt>
              <c:pt idx="860">
                <c:v>-51.72534303851902</c:v>
              </c:pt>
              <c:pt idx="861">
                <c:v>-138.2908931768048</c:v>
              </c:pt>
              <c:pt idx="862">
                <c:v>-152.9099185485398</c:v>
              </c:pt>
              <c:pt idx="863">
                <c:v>-168.97901960603997</c:v>
              </c:pt>
              <c:pt idx="864">
                <c:v>-209.2970555123138</c:v>
              </c:pt>
              <c:pt idx="865">
                <c:v>-164.69812004027688</c:v>
              </c:pt>
              <c:pt idx="866">
                <c:v>-135.26033408455874</c:v>
              </c:pt>
              <c:pt idx="867">
                <c:v>-170.25377877639056</c:v>
              </c:pt>
              <c:pt idx="868">
                <c:v>-136.4339669701682</c:v>
              </c:pt>
              <c:pt idx="869">
                <c:v>-203.6005979992013</c:v>
              </c:pt>
              <c:pt idx="870">
                <c:v>-245.72748127077256</c:v>
              </c:pt>
              <c:pt idx="871">
                <c:v>-97.44586492869124</c:v>
              </c:pt>
              <c:pt idx="872">
                <c:v>-214.17077081680128</c:v>
              </c:pt>
              <c:pt idx="873">
                <c:v>-68.7293299831899</c:v>
              </c:pt>
              <c:pt idx="874">
                <c:v>-36.793216678752145</c:v>
              </c:pt>
              <c:pt idx="875">
                <c:v>-160.37637615832568</c:v>
              </c:pt>
              <c:pt idx="876">
                <c:v>-143.19091949698654</c:v>
              </c:pt>
              <c:pt idx="877">
                <c:v>-193.1992593719935</c:v>
              </c:pt>
              <c:pt idx="878">
                <c:v>-78.70818994063418</c:v>
              </c:pt>
              <c:pt idx="879">
                <c:v>-118.35000092032473</c:v>
              </c:pt>
              <c:pt idx="880">
                <c:v>-86.7064274575315</c:v>
              </c:pt>
              <c:pt idx="881">
                <c:v>-177.34769826217112</c:v>
              </c:pt>
              <c:pt idx="882">
                <c:v>-161.89167277689052</c:v>
              </c:pt>
              <c:pt idx="883">
                <c:v>-232.7417808965532</c:v>
              </c:pt>
              <c:pt idx="884">
                <c:v>-170.6069757678423</c:v>
              </c:pt>
              <c:pt idx="885">
                <c:v>-183.98511939910654</c:v>
              </c:pt>
              <c:pt idx="886">
                <c:v>-87.25592983341498</c:v>
              </c:pt>
              <c:pt idx="887">
                <c:v>-139.9571697896704</c:v>
              </c:pt>
              <c:pt idx="888">
                <c:v>-116.5673393935852</c:v>
              </c:pt>
              <c:pt idx="889">
                <c:v>-97.36843085327718</c:v>
              </c:pt>
              <c:pt idx="890">
                <c:v>-162.0204573353821</c:v>
              </c:pt>
              <c:pt idx="891">
                <c:v>-86.28035093601002</c:v>
              </c:pt>
              <c:pt idx="892">
                <c:v>-172.61148511132774</c:v>
              </c:pt>
              <c:pt idx="893">
                <c:v>-253.09664892224464</c:v>
              </c:pt>
              <c:pt idx="894">
                <c:v>-204.24599639015116</c:v>
              </c:pt>
              <c:pt idx="895">
                <c:v>-136.32100081807613</c:v>
              </c:pt>
              <c:pt idx="896">
                <c:v>-223.22572487542388</c:v>
              </c:pt>
              <c:pt idx="897">
                <c:v>-206.12567029464606</c:v>
              </c:pt>
              <c:pt idx="898">
                <c:v>-164.50647610464665</c:v>
              </c:pt>
              <c:pt idx="899">
                <c:v>-91.2179298458355</c:v>
              </c:pt>
              <c:pt idx="900">
                <c:v>-213.3257285006537</c:v>
              </c:pt>
              <c:pt idx="901">
                <c:v>-218.7119805476483</c:v>
              </c:pt>
              <c:pt idx="902">
                <c:v>-182.46228319682848</c:v>
              </c:pt>
              <c:pt idx="903">
                <c:v>-107.59722995877566</c:v>
              </c:pt>
              <c:pt idx="904">
                <c:v>-82.66160721459205</c:v>
              </c:pt>
              <c:pt idx="905">
                <c:v>-212.7219171408652</c:v>
              </c:pt>
              <c:pt idx="906">
                <c:v>-226.3747286908089</c:v>
              </c:pt>
              <c:pt idx="907">
                <c:v>-67.16352041806465</c:v>
              </c:pt>
              <c:pt idx="908">
                <c:v>-96.00926762892124</c:v>
              </c:pt>
              <c:pt idx="909">
                <c:v>-199.44522742299117</c:v>
              </c:pt>
              <c:pt idx="910">
                <c:v>-72.03638756770769</c:v>
              </c:pt>
              <c:pt idx="911">
                <c:v>-230.10517868999997</c:v>
              </c:pt>
              <c:pt idx="912">
                <c:v>-257.9107857130243</c:v>
              </c:pt>
              <c:pt idx="913">
                <c:v>-249.0559977368967</c:v>
              </c:pt>
              <c:pt idx="914">
                <c:v>-209.8495357872901</c:v>
              </c:pt>
              <c:pt idx="915">
                <c:v>-159.6755448185445</c:v>
              </c:pt>
              <c:pt idx="916">
                <c:v>-248.32830412908595</c:v>
              </c:pt>
              <c:pt idx="917">
                <c:v>-207.09358526000864</c:v>
              </c:pt>
              <c:pt idx="918">
                <c:v>-30.516398059178286</c:v>
              </c:pt>
              <c:pt idx="919">
                <c:v>-205.7530377919308</c:v>
              </c:pt>
              <c:pt idx="920">
                <c:v>-48.79160900346795</c:v>
              </c:pt>
              <c:pt idx="921">
                <c:v>-136.0601917173854</c:v>
              </c:pt>
              <c:pt idx="922">
                <c:v>-91.66175007563388</c:v>
              </c:pt>
              <c:pt idx="923">
                <c:v>-159.8397564880023</c:v>
              </c:pt>
              <c:pt idx="924">
                <c:v>-150.4258334860112</c:v>
              </c:pt>
              <c:pt idx="925">
                <c:v>-74.12199418430828</c:v>
              </c:pt>
              <c:pt idx="926">
                <c:v>-77.74598192825982</c:v>
              </c:pt>
              <c:pt idx="927">
                <c:v>-126.79499142876438</c:v>
              </c:pt>
              <c:pt idx="928">
                <c:v>-177.9065555102165</c:v>
              </c:pt>
              <c:pt idx="929">
                <c:v>-123.62488830560272</c:v>
              </c:pt>
              <c:pt idx="930">
                <c:v>-260.24119393369347</c:v>
              </c:pt>
              <c:pt idx="931">
                <c:v>-85.41650666141608</c:v>
              </c:pt>
              <c:pt idx="932">
                <c:v>-233.8645068355647</c:v>
              </c:pt>
              <c:pt idx="933">
                <c:v>-177.22904367219044</c:v>
              </c:pt>
              <c:pt idx="934">
                <c:v>-81.36838459165055</c:v>
              </c:pt>
              <c:pt idx="935">
                <c:v>-248.89328081012607</c:v>
              </c:pt>
              <c:pt idx="936">
                <c:v>-103.00740265767462</c:v>
              </c:pt>
              <c:pt idx="937">
                <c:v>-73.58941905342765</c:v>
              </c:pt>
              <c:pt idx="938">
                <c:v>-56.22571101517607</c:v>
              </c:pt>
              <c:pt idx="939">
                <c:v>-170.46789528046568</c:v>
              </c:pt>
              <c:pt idx="940">
                <c:v>-72.31178294323988</c:v>
              </c:pt>
              <c:pt idx="941">
                <c:v>-104.21216057180158</c:v>
              </c:pt>
              <c:pt idx="942">
                <c:v>-28.12196428604831</c:v>
              </c:pt>
              <c:pt idx="943">
                <c:v>-66.30683867572122</c:v>
              </c:pt>
              <c:pt idx="944">
                <c:v>-189.45328173797856</c:v>
              </c:pt>
              <c:pt idx="945">
                <c:v>-96.0573985942452</c:v>
              </c:pt>
              <c:pt idx="946">
                <c:v>-231.66324949794165</c:v>
              </c:pt>
              <c:pt idx="947">
                <c:v>-177.38057528028077</c:v>
              </c:pt>
              <c:pt idx="948">
                <c:v>-59.83621916741274</c:v>
              </c:pt>
              <c:pt idx="949">
                <c:v>-149.98939958965076</c:v>
              </c:pt>
              <c:pt idx="950">
                <c:v>-140.70541039142063</c:v>
              </c:pt>
              <c:pt idx="951">
                <c:v>-106.92399507578557</c:v>
              </c:pt>
              <c:pt idx="952">
                <c:v>-207.04520100413845</c:v>
              </c:pt>
              <c:pt idx="953">
                <c:v>-203.52891130484699</c:v>
              </c:pt>
              <c:pt idx="954">
                <c:v>-139.3414978164319</c:v>
              </c:pt>
              <c:pt idx="955">
                <c:v>-250.35410995428134</c:v>
              </c:pt>
              <c:pt idx="956">
                <c:v>-150.90971351610526</c:v>
              </c:pt>
              <c:pt idx="957">
                <c:v>-41.57407745242583</c:v>
              </c:pt>
              <c:pt idx="958">
                <c:v>-175.50327751768344</c:v>
              </c:pt>
              <c:pt idx="959">
                <c:v>-94.25575720015485</c:v>
              </c:pt>
              <c:pt idx="960">
                <c:v>-103.79330757280108</c:v>
              </c:pt>
              <c:pt idx="961">
                <c:v>-159.47831042626024</c:v>
              </c:pt>
              <c:pt idx="962">
                <c:v>-161.11507638485352</c:v>
              </c:pt>
              <c:pt idx="963">
                <c:v>-138.0675552477357</c:v>
              </c:pt>
              <c:pt idx="964">
                <c:v>-110.72483726479292</c:v>
              </c:pt>
              <c:pt idx="965">
                <c:v>-77.40064057792412</c:v>
              </c:pt>
              <c:pt idx="966">
                <c:v>-247.85350155527584</c:v>
              </c:pt>
              <c:pt idx="967">
                <c:v>-165.98369878179778</c:v>
              </c:pt>
              <c:pt idx="968">
                <c:v>-159.89729434457215</c:v>
              </c:pt>
              <c:pt idx="969">
                <c:v>-45.17445607150259</c:v>
              </c:pt>
              <c:pt idx="970">
                <c:v>-43.04907063515148</c:v>
              </c:pt>
              <c:pt idx="971">
                <c:v>-144.76001137698785</c:v>
              </c:pt>
              <c:pt idx="972">
                <c:v>-245.65084283344405</c:v>
              </c:pt>
              <c:pt idx="973">
                <c:v>-73.31405161111196</c:v>
              </c:pt>
              <c:pt idx="974">
                <c:v>-104.1602774974592</c:v>
              </c:pt>
              <c:pt idx="975">
                <c:v>-207.0364628515354</c:v>
              </c:pt>
              <c:pt idx="976">
                <c:v>-215.17503727152916</c:v>
              </c:pt>
              <c:pt idx="977">
                <c:v>-86.05056081813515</c:v>
              </c:pt>
              <c:pt idx="978">
                <c:v>-97.64890209506969</c:v>
              </c:pt>
              <c:pt idx="979">
                <c:v>-259.95648182278467</c:v>
              </c:pt>
              <c:pt idx="980">
                <c:v>-208.43776704662642</c:v>
              </c:pt>
              <c:pt idx="981">
                <c:v>-100.5679023075064</c:v>
              </c:pt>
              <c:pt idx="982">
                <c:v>-168.85758893140058</c:v>
              </c:pt>
              <c:pt idx="983">
                <c:v>-62.786911437651355</c:v>
              </c:pt>
              <c:pt idx="984">
                <c:v>-41.81072338398685</c:v>
              </c:pt>
              <c:pt idx="985">
                <c:v>-155.22928195701957</c:v>
              </c:pt>
              <c:pt idx="986">
                <c:v>-208.97375543800337</c:v>
              </c:pt>
              <c:pt idx="987">
                <c:v>-200.5857664002464</c:v>
              </c:pt>
              <c:pt idx="988">
                <c:v>-134.64588770882708</c:v>
              </c:pt>
              <c:pt idx="989">
                <c:v>-64.8210021879555</c:v>
              </c:pt>
              <c:pt idx="990">
                <c:v>-79.3889443335494</c:v>
              </c:pt>
              <c:pt idx="991">
                <c:v>-86.21505955128897</c:v>
              </c:pt>
              <c:pt idx="992">
                <c:v>-76.82251717456685</c:v>
              </c:pt>
              <c:pt idx="993">
                <c:v>-104.46604173059802</c:v>
              </c:pt>
              <c:pt idx="994">
                <c:v>-256.1599986710603</c:v>
              </c:pt>
              <c:pt idx="995">
                <c:v>-78.64210774417806</c:v>
              </c:pt>
              <c:pt idx="996">
                <c:v>-33.97508494521742</c:v>
              </c:pt>
              <c:pt idx="997">
                <c:v>-95.64525925333103</c:v>
              </c:pt>
              <c:pt idx="998">
                <c:v>-211.4228425635181</c:v>
              </c:pt>
              <c:pt idx="999">
                <c:v>-257.8338964296254</c:v>
              </c:pt>
              <c:pt idx="1000">
                <c:v>-159.5320631285665</c:v>
              </c:pt>
              <c:pt idx="1001">
                <c:v>-151.8765008719397</c:v>
              </c:pt>
              <c:pt idx="1002">
                <c:v>-21.55602472676356</c:v>
              </c:pt>
              <c:pt idx="1003">
                <c:v>-78.92974208648859</c:v>
              </c:pt>
              <c:pt idx="1004">
                <c:v>-231.77171971227258</c:v>
              </c:pt>
              <c:pt idx="1005">
                <c:v>-128.25854826400914</c:v>
              </c:pt>
              <c:pt idx="1006">
                <c:v>-147.28210562282783</c:v>
              </c:pt>
              <c:pt idx="1007">
                <c:v>-161.57117188716524</c:v>
              </c:pt>
              <c:pt idx="1008">
                <c:v>-116.2408729551774</c:v>
              </c:pt>
              <c:pt idx="1009">
                <c:v>-131.64561945450765</c:v>
              </c:pt>
              <c:pt idx="1010">
                <c:v>-196.34300096788897</c:v>
              </c:pt>
              <c:pt idx="1011">
                <c:v>-164.30386584457602</c:v>
              </c:pt>
              <c:pt idx="1012">
                <c:v>-148.59401802664087</c:v>
              </c:pt>
              <c:pt idx="1013">
                <c:v>-147.20808096007516</c:v>
              </c:pt>
              <c:pt idx="1014">
                <c:v>-91.50253650840854</c:v>
              </c:pt>
              <c:pt idx="1015">
                <c:v>-236.35884750285783</c:v>
              </c:pt>
              <c:pt idx="1016">
                <c:v>-44.961513303138496</c:v>
              </c:pt>
              <c:pt idx="1017">
                <c:v>-69.62835973802642</c:v>
              </c:pt>
              <c:pt idx="1018">
                <c:v>-94.44319372472292</c:v>
              </c:pt>
              <c:pt idx="1019">
                <c:v>-55.61296545056725</c:v>
              </c:pt>
              <c:pt idx="1020">
                <c:v>-92.52310692494909</c:v>
              </c:pt>
              <c:pt idx="1021">
                <c:v>-33.04072066883439</c:v>
              </c:pt>
              <c:pt idx="1022">
                <c:v>-55.32435998297294</c:v>
              </c:pt>
              <c:pt idx="1023">
                <c:v>-149.41405357480923</c:v>
              </c:pt>
              <c:pt idx="1024">
                <c:v>-196.38726357846508</c:v>
              </c:pt>
              <c:pt idx="1025">
                <c:v>-81.61080920249805</c:v>
              </c:pt>
              <c:pt idx="1026">
                <c:v>-218.8974851671649</c:v>
              </c:pt>
              <c:pt idx="1027">
                <c:v>-248.7733067295505</c:v>
              </c:pt>
              <c:pt idx="1028">
                <c:v>-74.825825425407</c:v>
              </c:pt>
              <c:pt idx="1029">
                <c:v>-135.6925214115115</c:v>
              </c:pt>
              <c:pt idx="1030">
                <c:v>-141.7555431401457</c:v>
              </c:pt>
              <c:pt idx="1031">
                <c:v>-57.65549862469538</c:v>
              </c:pt>
              <c:pt idx="1032">
                <c:v>-254.89185612522812</c:v>
              </c:pt>
              <c:pt idx="1033">
                <c:v>-64.06005847446588</c:v>
              </c:pt>
              <c:pt idx="1034">
                <c:v>-135.96159864940145</c:v>
              </c:pt>
              <c:pt idx="1035">
                <c:v>-54.93222323862268</c:v>
              </c:pt>
              <c:pt idx="1036">
                <c:v>-58.625738970967376</c:v>
              </c:pt>
              <c:pt idx="1037">
                <c:v>-71.81849114398344</c:v>
              </c:pt>
              <c:pt idx="1038">
                <c:v>-208.9623117456466</c:v>
              </c:pt>
              <c:pt idx="1039">
                <c:v>-215.77298736325508</c:v>
              </c:pt>
              <c:pt idx="1040">
                <c:v>-265.2168637170727</c:v>
              </c:pt>
              <c:pt idx="1041">
                <c:v>-220.42959354277644</c:v>
              </c:pt>
              <c:pt idx="1042">
                <c:v>-260.8138417202038</c:v>
              </c:pt>
              <c:pt idx="1043">
                <c:v>-150.59796159120708</c:v>
              </c:pt>
              <c:pt idx="1044">
                <c:v>-104.1448571574702</c:v>
              </c:pt>
              <c:pt idx="1045">
                <c:v>-157.71700191150785</c:v>
              </c:pt>
              <c:pt idx="1046">
                <c:v>-205.8203784037724</c:v>
              </c:pt>
              <c:pt idx="1047">
                <c:v>-126.84401477518361</c:v>
              </c:pt>
              <c:pt idx="1048">
                <c:v>-141.71505746939852</c:v>
              </c:pt>
              <c:pt idx="1049">
                <c:v>-89.10646686861992</c:v>
              </c:pt>
              <c:pt idx="1050">
                <c:v>-243.78925356865037</c:v>
              </c:pt>
              <c:pt idx="1051">
                <c:v>-45.6488236523365</c:v>
              </c:pt>
              <c:pt idx="1052">
                <c:v>-99.8120984162374</c:v>
              </c:pt>
              <c:pt idx="1053">
                <c:v>-85.06458628985315</c:v>
              </c:pt>
              <c:pt idx="1054">
                <c:v>-32.17533159183683</c:v>
              </c:pt>
              <c:pt idx="1055">
                <c:v>-128.78688746958724</c:v>
              </c:pt>
              <c:pt idx="1056">
                <c:v>-202.10041743139718</c:v>
              </c:pt>
              <c:pt idx="1057">
                <c:v>-228.40997268907324</c:v>
              </c:pt>
              <c:pt idx="1058">
                <c:v>-24.657308709907568</c:v>
              </c:pt>
              <c:pt idx="1059">
                <c:v>-170.84865830439344</c:v>
              </c:pt>
              <c:pt idx="1060">
                <c:v>-165.05119186391852</c:v>
              </c:pt>
              <c:pt idx="1061">
                <c:v>-89.78132024272334</c:v>
              </c:pt>
              <c:pt idx="1062">
                <c:v>-163.2565422680414</c:v>
              </c:pt>
              <c:pt idx="1063">
                <c:v>-186.91659005525742</c:v>
              </c:pt>
              <c:pt idx="1064">
                <c:v>-72.340465985993</c:v>
              </c:pt>
              <c:pt idx="1065">
                <c:v>-156.1821783205848</c:v>
              </c:pt>
              <c:pt idx="1066">
                <c:v>-74.64699188997686</c:v>
              </c:pt>
              <c:pt idx="1067">
                <c:v>-228.25597657538978</c:v>
              </c:pt>
              <c:pt idx="1068">
                <c:v>-66.57878000185401</c:v>
              </c:pt>
              <c:pt idx="1069">
                <c:v>-156.62753982084712</c:v>
              </c:pt>
              <c:pt idx="1070">
                <c:v>-81.37809545290217</c:v>
              </c:pt>
              <c:pt idx="1071">
                <c:v>-234.26936948640795</c:v>
              </c:pt>
              <c:pt idx="1072">
                <c:v>-191.34268726599564</c:v>
              </c:pt>
              <c:pt idx="1073">
                <c:v>-74.20223520473644</c:v>
              </c:pt>
              <c:pt idx="1074">
                <c:v>-142.71584694612704</c:v>
              </c:pt>
              <c:pt idx="1075">
                <c:v>-39.172123588202155</c:v>
              </c:pt>
              <c:pt idx="1076">
                <c:v>-71.76479984377791</c:v>
              </c:pt>
              <c:pt idx="1077">
                <c:v>-174.03101989642028</c:v>
              </c:pt>
              <c:pt idx="1078">
                <c:v>-61.20402859186473</c:v>
              </c:pt>
              <c:pt idx="1079">
                <c:v>-117.21245319872294</c:v>
              </c:pt>
              <c:pt idx="1080">
                <c:v>-191.16762441529008</c:v>
              </c:pt>
              <c:pt idx="1081">
                <c:v>-217.7366047876442</c:v>
              </c:pt>
              <c:pt idx="1082">
                <c:v>-99.10571784343551</c:v>
              </c:pt>
              <c:pt idx="1083">
                <c:v>-209.09136212638</c:v>
              </c:pt>
              <c:pt idx="1084">
                <c:v>-181.02837003246333</c:v>
              </c:pt>
              <c:pt idx="1085">
                <c:v>-158.92713480017585</c:v>
              </c:pt>
              <c:pt idx="1086">
                <c:v>-118.87452788710114</c:v>
              </c:pt>
              <c:pt idx="1087">
                <c:v>-257.4244852671477</c:v>
              </c:pt>
              <c:pt idx="1088">
                <c:v>-177.98286365663233</c:v>
              </c:pt>
              <c:pt idx="1089">
                <c:v>-45.49356060639036</c:v>
              </c:pt>
              <c:pt idx="1090">
                <c:v>-106.16683749086539</c:v>
              </c:pt>
              <c:pt idx="1091">
                <c:v>-146.10013826385938</c:v>
              </c:pt>
              <c:pt idx="1092">
                <c:v>-71.82662642890645</c:v>
              </c:pt>
              <c:pt idx="1093">
                <c:v>-207.79820296036303</c:v>
              </c:pt>
              <c:pt idx="1094">
                <c:v>-50.49103449386591</c:v>
              </c:pt>
              <c:pt idx="1095">
                <c:v>-48.80204891170804</c:v>
              </c:pt>
              <c:pt idx="1096">
                <c:v>-145.28173012242334</c:v>
              </c:pt>
              <c:pt idx="1097">
                <c:v>-138.89423008100707</c:v>
              </c:pt>
              <c:pt idx="1098">
                <c:v>-125.68530395879773</c:v>
              </c:pt>
              <c:pt idx="1099">
                <c:v>-162.4673401638762</c:v>
              </c:pt>
              <c:pt idx="1100">
                <c:v>-59.82623354165457</c:v>
              </c:pt>
              <c:pt idx="1101">
                <c:v>-144.23080866395912</c:v>
              </c:pt>
              <c:pt idx="1102">
                <c:v>-124.91339664851162</c:v>
              </c:pt>
              <c:pt idx="1103">
                <c:v>-176.8512412129549</c:v>
              </c:pt>
              <c:pt idx="1104">
                <c:v>-261.06803365547626</c:v>
              </c:pt>
              <c:pt idx="1105">
                <c:v>-183.16939186465174</c:v>
              </c:pt>
              <c:pt idx="1106">
                <c:v>-230.44710143838336</c:v>
              </c:pt>
              <c:pt idx="1107">
                <c:v>-185.17807495519708</c:v>
              </c:pt>
              <c:pt idx="1108">
                <c:v>-49.46306989177246</c:v>
              </c:pt>
              <c:pt idx="1109">
                <c:v>-168.39916559928656</c:v>
              </c:pt>
              <c:pt idx="1110">
                <c:v>-256.225852936557</c:v>
              </c:pt>
              <c:pt idx="1111">
                <c:v>-87.40732392409862</c:v>
              </c:pt>
              <c:pt idx="1112">
                <c:v>-83.28405582948723</c:v>
              </c:pt>
              <c:pt idx="1113">
                <c:v>-203.34928992309884</c:v>
              </c:pt>
              <c:pt idx="1114">
                <c:v>-158.62344858987422</c:v>
              </c:pt>
              <c:pt idx="1115">
                <c:v>-108.99072179412113</c:v>
              </c:pt>
              <c:pt idx="1116">
                <c:v>-39.21874582058638</c:v>
              </c:pt>
              <c:pt idx="1117">
                <c:v>-199.96189375482385</c:v>
              </c:pt>
              <c:pt idx="1118">
                <c:v>-53.691571681799346</c:v>
              </c:pt>
              <c:pt idx="1119">
                <c:v>-55.235720648828405</c:v>
              </c:pt>
              <c:pt idx="1120">
                <c:v>-118.48176285942607</c:v>
              </c:pt>
              <c:pt idx="1121">
                <c:v>-94.99676521418468</c:v>
              </c:pt>
              <c:pt idx="1122">
                <c:v>-238.45603695077472</c:v>
              </c:pt>
              <c:pt idx="1123">
                <c:v>-183.33410211395596</c:v>
              </c:pt>
              <c:pt idx="1124">
                <c:v>-197.85809543665408</c:v>
              </c:pt>
              <c:pt idx="1125">
                <c:v>-120.93722780081154</c:v>
              </c:pt>
              <c:pt idx="1126">
                <c:v>-126.74703708917203</c:v>
              </c:pt>
              <c:pt idx="1127">
                <c:v>-245.92732877574</c:v>
              </c:pt>
              <c:pt idx="1128">
                <c:v>-57.180651681454606</c:v>
              </c:pt>
              <c:pt idx="1129">
                <c:v>-79.70508003081308</c:v>
              </c:pt>
              <c:pt idx="1130">
                <c:v>-114.89620470123693</c:v>
              </c:pt>
              <c:pt idx="1131">
                <c:v>-71.86113051766806</c:v>
              </c:pt>
              <c:pt idx="1132">
                <c:v>-181.02973858518942</c:v>
              </c:pt>
              <c:pt idx="1133">
                <c:v>-102.57319544950485</c:v>
              </c:pt>
              <c:pt idx="1134">
                <c:v>-253.0448944379496</c:v>
              </c:pt>
              <c:pt idx="1135">
                <c:v>-261.6842967505356</c:v>
              </c:pt>
              <c:pt idx="1136">
                <c:v>-217.2931410814005</c:v>
              </c:pt>
              <c:pt idx="1137">
                <c:v>-74.84307295097163</c:v>
              </c:pt>
              <c:pt idx="1138">
                <c:v>-73.45817758618885</c:v>
              </c:pt>
              <c:pt idx="1139">
                <c:v>-227.98839058219642</c:v>
              </c:pt>
              <c:pt idx="1140">
                <c:v>-203.59070207004496</c:v>
              </c:pt>
              <c:pt idx="1141">
                <c:v>-209.18302606636504</c:v>
              </c:pt>
              <c:pt idx="1142">
                <c:v>-69.85234061750135</c:v>
              </c:pt>
              <c:pt idx="1143">
                <c:v>-140.38826010289398</c:v>
              </c:pt>
              <c:pt idx="1144">
                <c:v>-95.11051664843502</c:v>
              </c:pt>
              <c:pt idx="1145">
                <c:v>-134.17828185795196</c:v>
              </c:pt>
              <c:pt idx="1146">
                <c:v>-143.221911390444</c:v>
              </c:pt>
              <c:pt idx="1147">
                <c:v>-199.837211385031</c:v>
              </c:pt>
              <c:pt idx="1148">
                <c:v>-197.91842908077692</c:v>
              </c:pt>
              <c:pt idx="1149">
                <c:v>-244.11544860100824</c:v>
              </c:pt>
              <c:pt idx="1150">
                <c:v>-196.79355071950036</c:v>
              </c:pt>
              <c:pt idx="1151">
                <c:v>-211.35726319060305</c:v>
              </c:pt>
              <c:pt idx="1152">
                <c:v>-42.266304672770524</c:v>
              </c:pt>
              <c:pt idx="1153">
                <c:v>-20.52433212880021</c:v>
              </c:pt>
              <c:pt idx="1154">
                <c:v>-129.23908448405626</c:v>
              </c:pt>
              <c:pt idx="1155">
                <c:v>-82.89440911989699</c:v>
              </c:pt>
              <c:pt idx="1156">
                <c:v>-156.58621745817118</c:v>
              </c:pt>
              <c:pt idx="1157">
                <c:v>-45.20688701262972</c:v>
              </c:pt>
              <c:pt idx="1158">
                <c:v>-133.6284118580717</c:v>
              </c:pt>
              <c:pt idx="1159">
                <c:v>-220.93491681074346</c:v>
              </c:pt>
              <c:pt idx="1160">
                <c:v>-180.80514832316672</c:v>
              </c:pt>
              <c:pt idx="1161">
                <c:v>-243.64954151441617</c:v>
              </c:pt>
              <c:pt idx="1162">
                <c:v>-86.89414093876806</c:v>
              </c:pt>
              <c:pt idx="1163">
                <c:v>-96.46473952185147</c:v>
              </c:pt>
              <c:pt idx="1164">
                <c:v>-150.42482552243047</c:v>
              </c:pt>
              <c:pt idx="1165">
                <c:v>-199.57904378525095</c:v>
              </c:pt>
              <c:pt idx="1166">
                <c:v>-168.27981429699332</c:v>
              </c:pt>
              <c:pt idx="1167">
                <c:v>-118.12392207796556</c:v>
              </c:pt>
              <c:pt idx="1168">
                <c:v>-159.14950409609008</c:v>
              </c:pt>
              <c:pt idx="1169">
                <c:v>-117.33497563291995</c:v>
              </c:pt>
              <c:pt idx="1170">
                <c:v>-59.109264308394444</c:v>
              </c:pt>
              <c:pt idx="1171">
                <c:v>-223.32441783706346</c:v>
              </c:pt>
              <c:pt idx="1172">
                <c:v>-50.74258663728746</c:v>
              </c:pt>
              <c:pt idx="1173">
                <c:v>-114.83122921918707</c:v>
              </c:pt>
              <c:pt idx="1174">
                <c:v>-226.3338495927625</c:v>
              </c:pt>
              <c:pt idx="1175">
                <c:v>-153.12153370213673</c:v>
              </c:pt>
              <c:pt idx="1176">
                <c:v>-167.51224964964308</c:v>
              </c:pt>
              <c:pt idx="1177">
                <c:v>-169.0473440471775</c:v>
              </c:pt>
              <c:pt idx="1178">
                <c:v>-74.55027688779548</c:v>
              </c:pt>
              <c:pt idx="1179">
                <c:v>-134.05796807229888</c:v>
              </c:pt>
              <c:pt idx="1180">
                <c:v>-183.57522771459878</c:v>
              </c:pt>
              <c:pt idx="1181">
                <c:v>-174.81156498389754</c:v>
              </c:pt>
              <c:pt idx="1182">
                <c:v>-98.09867090236874</c:v>
              </c:pt>
              <c:pt idx="1183">
                <c:v>-258.83896454312867</c:v>
              </c:pt>
              <c:pt idx="1184">
                <c:v>-79.63525724184849</c:v>
              </c:pt>
              <c:pt idx="1185">
                <c:v>-138.38250553584334</c:v>
              </c:pt>
              <c:pt idx="1186">
                <c:v>-175.6053799184495</c:v>
              </c:pt>
              <c:pt idx="1187">
                <c:v>-107.89502584249568</c:v>
              </c:pt>
              <c:pt idx="1188">
                <c:v>-252.11442988945348</c:v>
              </c:pt>
              <c:pt idx="1189">
                <c:v>-219.09164303594017</c:v>
              </c:pt>
              <c:pt idx="1190">
                <c:v>-147.59787055557078</c:v>
              </c:pt>
              <c:pt idx="1191">
                <c:v>-104.87982580886322</c:v>
              </c:pt>
              <c:pt idx="1192">
                <c:v>-256.44074010026486</c:v>
              </c:pt>
              <c:pt idx="1193">
                <c:v>-70.74950248975813</c:v>
              </c:pt>
              <c:pt idx="1194">
                <c:v>-257.5133532953158</c:v>
              </c:pt>
              <c:pt idx="1195">
                <c:v>-262.95012297435426</c:v>
              </c:pt>
              <c:pt idx="1196">
                <c:v>-89.51714174632771</c:v>
              </c:pt>
              <c:pt idx="1197">
                <c:v>-102.82135784357453</c:v>
              </c:pt>
              <c:pt idx="1198">
                <c:v>-100.47962319243052</c:v>
              </c:pt>
              <c:pt idx="1199">
                <c:v>-67.27004661110514</c:v>
              </c:pt>
              <c:pt idx="1200">
                <c:v>-155.0663515035092</c:v>
              </c:pt>
              <c:pt idx="1201">
                <c:v>-151.3437264255511</c:v>
              </c:pt>
              <c:pt idx="1202">
                <c:v>-155.6275755031374</c:v>
              </c:pt>
              <c:pt idx="1203">
                <c:v>-96.61268563685282</c:v>
              </c:pt>
              <c:pt idx="1204">
                <c:v>-193.68349627826052</c:v>
              </c:pt>
              <c:pt idx="1205">
                <c:v>-117.56810948951414</c:v>
              </c:pt>
              <c:pt idx="1206">
                <c:v>-62.75764302565504</c:v>
              </c:pt>
              <c:pt idx="1207">
                <c:v>-175.75582844028028</c:v>
              </c:pt>
              <c:pt idx="1208">
                <c:v>-154.31427453843773</c:v>
              </c:pt>
              <c:pt idx="1209">
                <c:v>-209.95676034129954</c:v>
              </c:pt>
              <c:pt idx="1210">
                <c:v>-249.32158649151708</c:v>
              </c:pt>
              <c:pt idx="1211">
                <c:v>-215.21121562960616</c:v>
              </c:pt>
              <c:pt idx="1212">
                <c:v>-106.44912458329202</c:v>
              </c:pt>
              <c:pt idx="1213">
                <c:v>-205.7804543096315</c:v>
              </c:pt>
              <c:pt idx="1214">
                <c:v>-234.5866330534502</c:v>
              </c:pt>
              <c:pt idx="1215">
                <c:v>-81.76505324505857</c:v>
              </c:pt>
              <c:pt idx="1216">
                <c:v>-171.0303389316967</c:v>
              </c:pt>
              <c:pt idx="1217">
                <c:v>-76.5431293770488</c:v>
              </c:pt>
              <c:pt idx="1218">
                <c:v>-51.672797232726026</c:v>
              </c:pt>
              <c:pt idx="1219">
                <c:v>-251.1917170508508</c:v>
              </c:pt>
              <c:pt idx="1220">
                <c:v>-105.89990601639127</c:v>
              </c:pt>
              <c:pt idx="1221">
                <c:v>-197.86494889076195</c:v>
              </c:pt>
              <c:pt idx="1222">
                <c:v>-223.047194523113</c:v>
              </c:pt>
              <c:pt idx="1223">
                <c:v>-147.38867528998793</c:v>
              </c:pt>
              <c:pt idx="1224">
                <c:v>-85.57920525947029</c:v>
              </c:pt>
              <c:pt idx="1225">
                <c:v>-194.04566397105702</c:v>
              </c:pt>
              <c:pt idx="1226">
                <c:v>-186.58780807016157</c:v>
              </c:pt>
              <c:pt idx="1227">
                <c:v>-103.42162151238404</c:v>
              </c:pt>
              <c:pt idx="1228">
                <c:v>-113.39789864618575</c:v>
              </c:pt>
              <c:pt idx="1229">
                <c:v>-223.6345211894264</c:v>
              </c:pt>
              <c:pt idx="1230">
                <c:v>-158.36979813489802</c:v>
              </c:pt>
              <c:pt idx="1231">
                <c:v>-146.32264016890778</c:v>
              </c:pt>
              <c:pt idx="1232">
                <c:v>-143.4353085379313</c:v>
              </c:pt>
              <c:pt idx="1233">
                <c:v>-148.21838189709888</c:v>
              </c:pt>
              <c:pt idx="1234">
                <c:v>-218.07849118109854</c:v>
              </c:pt>
              <c:pt idx="1235">
                <c:v>-70.90222140364054</c:v>
              </c:pt>
              <c:pt idx="1236">
                <c:v>-48.51775689709792</c:v>
              </c:pt>
              <c:pt idx="1237">
                <c:v>-170.4494686552692</c:v>
              </c:pt>
              <c:pt idx="1238">
                <c:v>-249.03541120467017</c:v>
              </c:pt>
              <c:pt idx="1239">
                <c:v>-194.72989075758315</c:v>
              </c:pt>
              <c:pt idx="1240">
                <c:v>-30.03579201133455</c:v>
              </c:pt>
              <c:pt idx="1241">
                <c:v>-208.37215723993722</c:v>
              </c:pt>
              <c:pt idx="1242">
                <c:v>-146.02895426610792</c:v>
              </c:pt>
              <c:pt idx="1243">
                <c:v>-177.0638840726399</c:v>
              </c:pt>
              <c:pt idx="1244">
                <c:v>-84.43050793791724</c:v>
              </c:pt>
              <c:pt idx="1245">
                <c:v>-176.8039408356716</c:v>
              </c:pt>
              <c:pt idx="1246">
                <c:v>-256.59156241291305</c:v>
              </c:pt>
              <c:pt idx="1247">
                <c:v>-209.40320885473133</c:v>
              </c:pt>
              <c:pt idx="1248">
                <c:v>-97.21186436447556</c:v>
              </c:pt>
              <c:pt idx="1249">
                <c:v>-93.51066193618452</c:v>
              </c:pt>
              <c:pt idx="1250">
                <c:v>-168.30553554980858</c:v>
              </c:pt>
              <c:pt idx="1251">
                <c:v>-86.19240491812182</c:v>
              </c:pt>
              <c:pt idx="1252">
                <c:v>-159.01344806031676</c:v>
              </c:pt>
              <c:pt idx="1253">
                <c:v>-84.28720143820037</c:v>
              </c:pt>
              <c:pt idx="1254">
                <c:v>-81.94200921415924</c:v>
              </c:pt>
              <c:pt idx="1255">
                <c:v>-101.61495283088132</c:v>
              </c:pt>
              <c:pt idx="1256">
                <c:v>-195.24649620145647</c:v>
              </c:pt>
              <c:pt idx="1257">
                <c:v>-175.58851281450842</c:v>
              </c:pt>
              <c:pt idx="1258">
                <c:v>-212.88230964157398</c:v>
              </c:pt>
              <c:pt idx="1259">
                <c:v>-119.6341902727084</c:v>
              </c:pt>
              <c:pt idx="1260">
                <c:v>-156.54914121695805</c:v>
              </c:pt>
              <c:pt idx="1261">
                <c:v>-32.34664784300372</c:v>
              </c:pt>
              <c:pt idx="1262">
                <c:v>-193.4829561685008</c:v>
              </c:pt>
              <c:pt idx="1263">
                <c:v>-128.70089834558098</c:v>
              </c:pt>
              <c:pt idx="1264">
                <c:v>-221.4360846719654</c:v>
              </c:pt>
              <c:pt idx="1265">
                <c:v>-126.92165950485565</c:v>
              </c:pt>
              <c:pt idx="1266">
                <c:v>-162.3732054982255</c:v>
              </c:pt>
              <c:pt idx="1267">
                <c:v>-133.73868336156562</c:v>
              </c:pt>
              <c:pt idx="1268">
                <c:v>-169.88368357709808</c:v>
              </c:pt>
              <c:pt idx="1269">
                <c:v>-103.31005670933251</c:v>
              </c:pt>
              <c:pt idx="1270">
                <c:v>-219.53589769655568</c:v>
              </c:pt>
              <c:pt idx="1271">
                <c:v>-69.63861949394779</c:v>
              </c:pt>
              <c:pt idx="1272">
                <c:v>-147.5090484116712</c:v>
              </c:pt>
              <c:pt idx="1273">
                <c:v>-102.54893516227868</c:v>
              </c:pt>
              <c:pt idx="1274">
                <c:v>-72.05183612267318</c:v>
              </c:pt>
              <c:pt idx="1275">
                <c:v>-212.44813904351503</c:v>
              </c:pt>
              <c:pt idx="1276">
                <c:v>-132.95487253948562</c:v>
              </c:pt>
              <c:pt idx="1277">
                <c:v>-241.30902767477852</c:v>
              </c:pt>
              <c:pt idx="1278">
                <c:v>-205.0563864389915</c:v>
              </c:pt>
              <c:pt idx="1279">
                <c:v>-54.663819249017855</c:v>
              </c:pt>
              <c:pt idx="1280">
                <c:v>-205.90496716679567</c:v>
              </c:pt>
              <c:pt idx="1281">
                <c:v>-114.74998154498732</c:v>
              </c:pt>
              <c:pt idx="1282">
                <c:v>-231.41050984319588</c:v>
              </c:pt>
              <c:pt idx="1283">
                <c:v>-42.15293985409542</c:v>
              </c:pt>
              <c:pt idx="1284">
                <c:v>-91.45187364832552</c:v>
              </c:pt>
              <c:pt idx="1285">
                <c:v>-100.96517491143926</c:v>
              </c:pt>
              <c:pt idx="1286">
                <c:v>-57.5992660285315</c:v>
              </c:pt>
              <c:pt idx="1287">
                <c:v>-171.92087363779862</c:v>
              </c:pt>
              <c:pt idx="1288">
                <c:v>-97.16788925810161</c:v>
              </c:pt>
              <c:pt idx="1289">
                <c:v>-59.01367902014794</c:v>
              </c:pt>
              <c:pt idx="1290">
                <c:v>-172.93254078973513</c:v>
              </c:pt>
              <c:pt idx="1291">
                <c:v>-182.20256702972998</c:v>
              </c:pt>
              <c:pt idx="1292">
                <c:v>-253.74899975242877</c:v>
              </c:pt>
              <c:pt idx="1293">
                <c:v>-200.9550856011254</c:v>
              </c:pt>
              <c:pt idx="1294">
                <c:v>-150.8404287557894</c:v>
              </c:pt>
              <c:pt idx="1295">
                <c:v>-102.16146534325614</c:v>
              </c:pt>
              <c:pt idx="1296">
                <c:v>-150.73937634061514</c:v>
              </c:pt>
              <c:pt idx="1297">
                <c:v>-100.41455521897257</c:v>
              </c:pt>
              <c:pt idx="1298">
                <c:v>-41.906740316973696</c:v>
              </c:pt>
              <c:pt idx="1299">
                <c:v>-66.44877992416686</c:v>
              </c:pt>
              <c:pt idx="1300">
                <c:v>-176.3317199014225</c:v>
              </c:pt>
              <c:pt idx="1301">
                <c:v>-83.31645960388241</c:v>
              </c:pt>
              <c:pt idx="1302">
                <c:v>-253.17500521339954</c:v>
              </c:pt>
              <c:pt idx="1303">
                <c:v>-259.83909062559474</c:v>
              </c:pt>
              <c:pt idx="1304">
                <c:v>-43.33018798591287</c:v>
              </c:pt>
              <c:pt idx="1305">
                <c:v>-173.59096053092202</c:v>
              </c:pt>
              <c:pt idx="1306">
                <c:v>-207.88077894416824</c:v>
              </c:pt>
              <c:pt idx="1307">
                <c:v>-29.67690640291049</c:v>
              </c:pt>
              <c:pt idx="1308">
                <c:v>-215.91303813949276</c:v>
              </c:pt>
              <c:pt idx="1309">
                <c:v>-86.36118404086824</c:v>
              </c:pt>
              <c:pt idx="1310">
                <c:v>-54.82609733053599</c:v>
              </c:pt>
              <c:pt idx="1311">
                <c:v>-253.0732264922524</c:v>
              </c:pt>
              <c:pt idx="1312">
                <c:v>-184.3443661382562</c:v>
              </c:pt>
              <c:pt idx="1313">
                <c:v>-241.492813526259</c:v>
              </c:pt>
              <c:pt idx="1314">
                <c:v>-229.69934292618044</c:v>
              </c:pt>
              <c:pt idx="1315">
                <c:v>-222.03361698741313</c:v>
              </c:pt>
              <c:pt idx="1316">
                <c:v>-102.71851294377947</c:v>
              </c:pt>
              <c:pt idx="1317">
                <c:v>-88.31766493487441</c:v>
              </c:pt>
              <c:pt idx="1318">
                <c:v>-209.76982762430293</c:v>
              </c:pt>
              <c:pt idx="1319">
                <c:v>-197.92493402813272</c:v>
              </c:pt>
              <c:pt idx="1320">
                <c:v>-57.66799261554935</c:v>
              </c:pt>
              <c:pt idx="1321">
                <c:v>-182.28959776819698</c:v>
              </c:pt>
              <c:pt idx="1322">
                <c:v>-136.43736181541914</c:v>
              </c:pt>
              <c:pt idx="1323">
                <c:v>-210.6530377692433</c:v>
              </c:pt>
              <c:pt idx="1324">
                <c:v>-234.01079855367928</c:v>
              </c:pt>
              <c:pt idx="1325">
                <c:v>-225.36662648874602</c:v>
              </c:pt>
              <c:pt idx="1326">
                <c:v>-187.81310858475555</c:v>
              </c:pt>
              <c:pt idx="1327">
                <c:v>-150.1005400848996</c:v>
              </c:pt>
              <c:pt idx="1328">
                <c:v>-163.7152547803395</c:v>
              </c:pt>
              <c:pt idx="1329">
                <c:v>-129.3683302977829</c:v>
              </c:pt>
              <c:pt idx="1330">
                <c:v>-129.00128388683623</c:v>
              </c:pt>
              <c:pt idx="1331">
                <c:v>-53.482184656437404</c:v>
              </c:pt>
              <c:pt idx="1332">
                <c:v>-156.85070858443333</c:v>
              </c:pt>
              <c:pt idx="1333">
                <c:v>-177.18721479933976</c:v>
              </c:pt>
              <c:pt idx="1334">
                <c:v>-120.27197069994268</c:v>
              </c:pt>
              <c:pt idx="1335">
                <c:v>-140.8408001747306</c:v>
              </c:pt>
              <c:pt idx="1336">
                <c:v>-31.5152859713885</c:v>
              </c:pt>
              <c:pt idx="1337">
                <c:v>-184.57259691427686</c:v>
              </c:pt>
              <c:pt idx="1338">
                <c:v>-219.31168543697837</c:v>
              </c:pt>
              <c:pt idx="1339">
                <c:v>-68.96461171194159</c:v>
              </c:pt>
              <c:pt idx="1340">
                <c:v>-239.47010956502785</c:v>
              </c:pt>
              <c:pt idx="1341">
                <c:v>-58.477814766462544</c:v>
              </c:pt>
              <c:pt idx="1342">
                <c:v>-45.644927510045534</c:v>
              </c:pt>
              <c:pt idx="1343">
                <c:v>-46.27101366900352</c:v>
              </c:pt>
              <c:pt idx="1344">
                <c:v>-207.12461265560952</c:v>
              </c:pt>
              <c:pt idx="1345">
                <c:v>-222.03725274343233</c:v>
              </c:pt>
              <c:pt idx="1346">
                <c:v>-208.3946710943844</c:v>
              </c:pt>
              <c:pt idx="1347">
                <c:v>-115.02712621987348</c:v>
              </c:pt>
              <c:pt idx="1348">
                <c:v>-225.53769981215152</c:v>
              </c:pt>
              <c:pt idx="1349">
                <c:v>-175.0320496330442</c:v>
              </c:pt>
              <c:pt idx="1350">
                <c:v>-215.81496860836847</c:v>
              </c:pt>
              <c:pt idx="1351">
                <c:v>-154.69685398175272</c:v>
              </c:pt>
              <c:pt idx="1352">
                <c:v>-65.78214928121295</c:v>
              </c:pt>
              <c:pt idx="1353">
                <c:v>-168.099106262492</c:v>
              </c:pt>
              <c:pt idx="1354">
                <c:v>-112.2544324102088</c:v>
              </c:pt>
              <c:pt idx="1355">
                <c:v>-230.8270404168136</c:v>
              </c:pt>
              <c:pt idx="1356">
                <c:v>-201.0839788049059</c:v>
              </c:pt>
              <c:pt idx="1357">
                <c:v>-260.2090044211045</c:v>
              </c:pt>
              <c:pt idx="1358">
                <c:v>-92.28189985492236</c:v>
              </c:pt>
              <c:pt idx="1359">
                <c:v>-226.224238313164</c:v>
              </c:pt>
              <c:pt idx="1360">
                <c:v>-83.29924325169809</c:v>
              </c:pt>
              <c:pt idx="1361">
                <c:v>-57.535558330090744</c:v>
              </c:pt>
              <c:pt idx="1362">
                <c:v>-47.4444334408071</c:v>
              </c:pt>
              <c:pt idx="1363">
                <c:v>-131.48583689391154</c:v>
              </c:pt>
              <c:pt idx="1364">
                <c:v>-101.98966206932369</c:v>
              </c:pt>
              <c:pt idx="1365">
                <c:v>-33.387137783106986</c:v>
              </c:pt>
              <c:pt idx="1366">
                <c:v>-96.48321255007781</c:v>
              </c:pt>
              <c:pt idx="1367">
                <c:v>-68.15554898844734</c:v>
              </c:pt>
              <c:pt idx="1368">
                <c:v>-194.8072115394469</c:v>
              </c:pt>
              <c:pt idx="1369">
                <c:v>-256.0809644908554</c:v>
              </c:pt>
              <c:pt idx="1370">
                <c:v>-138.08179222349304</c:v>
              </c:pt>
              <c:pt idx="1371">
                <c:v>-183.16155876649358</c:v>
              </c:pt>
              <c:pt idx="1372">
                <c:v>-130.53756222160652</c:v>
              </c:pt>
              <c:pt idx="1373">
                <c:v>-128.73907943996755</c:v>
              </c:pt>
              <c:pt idx="1374">
                <c:v>-132.2995177465597</c:v>
              </c:pt>
              <c:pt idx="1375">
                <c:v>-119.32241619945816</c:v>
              </c:pt>
              <c:pt idx="1376">
                <c:v>-113.2343700821273</c:v>
              </c:pt>
              <c:pt idx="1377">
                <c:v>-224.146422028602</c:v>
              </c:pt>
              <c:pt idx="1378">
                <c:v>-191.56368491510347</c:v>
              </c:pt>
              <c:pt idx="1379">
                <c:v>-228.5529206824086</c:v>
              </c:pt>
              <c:pt idx="1380">
                <c:v>-250.3016811681423</c:v>
              </c:pt>
              <c:pt idx="1381">
                <c:v>-61.19603772881864</c:v>
              </c:pt>
              <c:pt idx="1382">
                <c:v>-150.9388864148686</c:v>
              </c:pt>
              <c:pt idx="1383">
                <c:v>-107.00031032062196</c:v>
              </c:pt>
              <c:pt idx="1384">
                <c:v>-253.2906709281694</c:v>
              </c:pt>
              <c:pt idx="1385">
                <c:v>-232.80439370845926</c:v>
              </c:pt>
              <c:pt idx="1386">
                <c:v>-224.08419305377566</c:v>
              </c:pt>
              <c:pt idx="1387">
                <c:v>-110.05666251828723</c:v>
              </c:pt>
              <c:pt idx="1388">
                <c:v>-37.627456621904756</c:v>
              </c:pt>
              <c:pt idx="1389">
                <c:v>-65.557366430391</c:v>
              </c:pt>
              <c:pt idx="1390">
                <c:v>-152.5286476778378</c:v>
              </c:pt>
              <c:pt idx="1391">
                <c:v>-243.45480137848833</c:v>
              </c:pt>
              <c:pt idx="1392">
                <c:v>-85.70653136359005</c:v>
              </c:pt>
              <c:pt idx="1393">
                <c:v>-94.49844020385846</c:v>
              </c:pt>
              <c:pt idx="1394">
                <c:v>-241.34144246500713</c:v>
              </c:pt>
              <c:pt idx="1395">
                <c:v>-236.25015966170193</c:v>
              </c:pt>
              <c:pt idx="1396">
                <c:v>-246.56283296163272</c:v>
              </c:pt>
              <c:pt idx="1397">
                <c:v>-101.02148347040172</c:v>
              </c:pt>
              <c:pt idx="1398">
                <c:v>-112.64406964990484</c:v>
              </c:pt>
              <c:pt idx="1399">
                <c:v>-237.7702981388251</c:v>
              </c:pt>
              <c:pt idx="1400">
                <c:v>-155.89001563277478</c:v>
              </c:pt>
              <c:pt idx="1401">
                <c:v>-152.05716398349074</c:v>
              </c:pt>
              <c:pt idx="1402">
                <c:v>-48.52476753482252</c:v>
              </c:pt>
              <c:pt idx="1403">
                <c:v>-253.94574786932205</c:v>
              </c:pt>
              <c:pt idx="1404">
                <c:v>-203.0612318663859</c:v>
              </c:pt>
              <c:pt idx="1405">
                <c:v>-154.56189012779382</c:v>
              </c:pt>
              <c:pt idx="1406">
                <c:v>-264.9031047230589</c:v>
              </c:pt>
              <c:pt idx="1407">
                <c:v>-231.17090792592865</c:v>
              </c:pt>
              <c:pt idx="1408">
                <c:v>-199.54420890824866</c:v>
              </c:pt>
              <c:pt idx="1409">
                <c:v>-186.79622239716412</c:v>
              </c:pt>
              <c:pt idx="1410">
                <c:v>-161.88369317471927</c:v>
              </c:pt>
              <c:pt idx="1411">
                <c:v>-166.79140063291732</c:v>
              </c:pt>
              <c:pt idx="1412">
                <c:v>-209.40167765580412</c:v>
              </c:pt>
              <c:pt idx="1413">
                <c:v>-260.3442289037866</c:v>
              </c:pt>
              <c:pt idx="1414">
                <c:v>-181.64903721419404</c:v>
              </c:pt>
              <c:pt idx="1415">
                <c:v>-188.41670565934965</c:v>
              </c:pt>
              <c:pt idx="1416">
                <c:v>-159.96405424616796</c:v>
              </c:pt>
              <c:pt idx="1417">
                <c:v>-116.52840435590095</c:v>
              </c:pt>
              <c:pt idx="1418">
                <c:v>-110.11441770453962</c:v>
              </c:pt>
              <c:pt idx="1419">
                <c:v>-72.69367904310266</c:v>
              </c:pt>
              <c:pt idx="1420">
                <c:v>-194.91165395716007</c:v>
              </c:pt>
              <c:pt idx="1421">
                <c:v>-90.64934100457685</c:v>
              </c:pt>
              <c:pt idx="1422">
                <c:v>-234.9323417462992</c:v>
              </c:pt>
              <c:pt idx="1423">
                <c:v>-161.50273084802578</c:v>
              </c:pt>
              <c:pt idx="1424">
                <c:v>-173.55484793004896</c:v>
              </c:pt>
              <c:pt idx="1425">
                <c:v>-143.53442145832918</c:v>
              </c:pt>
              <c:pt idx="1426">
                <c:v>-148.0060810905431</c:v>
              </c:pt>
              <c:pt idx="1427">
                <c:v>-99.0665001089136</c:v>
              </c:pt>
              <c:pt idx="1428">
                <c:v>-93.28239273077622</c:v>
              </c:pt>
              <c:pt idx="1429">
                <c:v>-16.91154127012674</c:v>
              </c:pt>
              <c:pt idx="1430">
                <c:v>-118.42618749855194</c:v>
              </c:pt>
              <c:pt idx="1431">
                <c:v>-141.8661565618458</c:v>
              </c:pt>
              <c:pt idx="1432">
                <c:v>-93.61121603124322</c:v>
              </c:pt>
              <c:pt idx="1433">
                <c:v>-126.10896174422354</c:v>
              </c:pt>
              <c:pt idx="1434">
                <c:v>-103.14354355874542</c:v>
              </c:pt>
              <c:pt idx="1435">
                <c:v>-44.91224439504444</c:v>
              </c:pt>
              <c:pt idx="1436">
                <c:v>-103.27116913543816</c:v>
              </c:pt>
              <c:pt idx="1437">
                <c:v>-78.67572395106367</c:v>
              </c:pt>
              <c:pt idx="1438">
                <c:v>-62.06619664454928</c:v>
              </c:pt>
              <c:pt idx="1439">
                <c:v>-122.86902176050893</c:v>
              </c:pt>
              <c:pt idx="1440">
                <c:v>-82.03929900669749</c:v>
              </c:pt>
              <c:pt idx="1441">
                <c:v>-81.54667386942648</c:v>
              </c:pt>
              <c:pt idx="1442">
                <c:v>-50.12518518665969</c:v>
              </c:pt>
              <c:pt idx="1443">
                <c:v>-57.07730527793383</c:v>
              </c:pt>
              <c:pt idx="1444">
                <c:v>-112.33451896024735</c:v>
              </c:pt>
              <c:pt idx="1445">
                <c:v>-34.89201904747689</c:v>
              </c:pt>
              <c:pt idx="1446">
                <c:v>-74.07639941951354</c:v>
              </c:pt>
              <c:pt idx="1447">
                <c:v>-226.00952264459406</c:v>
              </c:pt>
              <c:pt idx="1448">
                <c:v>-171.93367017481472</c:v>
              </c:pt>
              <c:pt idx="1449">
                <c:v>-136.34272009566604</c:v>
              </c:pt>
              <c:pt idx="1450">
                <c:v>-83.80417597080721</c:v>
              </c:pt>
              <c:pt idx="1451">
                <c:v>-21.67400804355748</c:v>
              </c:pt>
              <c:pt idx="1452">
                <c:v>-234.85920638064587</c:v>
              </c:pt>
              <c:pt idx="1453">
                <c:v>-166.23231622987424</c:v>
              </c:pt>
              <c:pt idx="1454">
                <c:v>-224.54829841048505</c:v>
              </c:pt>
              <c:pt idx="1455">
                <c:v>-54.04412967625523</c:v>
              </c:pt>
              <c:pt idx="1456">
                <c:v>-251.77259382776055</c:v>
              </c:pt>
              <c:pt idx="1457">
                <c:v>-109.75407616754438</c:v>
              </c:pt>
              <c:pt idx="1458">
                <c:v>-31.224608102336667</c:v>
              </c:pt>
              <c:pt idx="1459">
                <c:v>-97.64423149948175</c:v>
              </c:pt>
              <c:pt idx="1460">
                <c:v>-67.30028986276193</c:v>
              </c:pt>
              <c:pt idx="1461">
                <c:v>-177.0402243473184</c:v>
              </c:pt>
              <c:pt idx="1462">
                <c:v>-180.07074145919256</c:v>
              </c:pt>
              <c:pt idx="1463">
                <c:v>-42.779783719439195</c:v>
              </c:pt>
              <c:pt idx="1464">
                <c:v>-156.6825841187748</c:v>
              </c:pt>
              <c:pt idx="1465">
                <c:v>-65.08282299665974</c:v>
              </c:pt>
              <c:pt idx="1466">
                <c:v>-77.09127704460728</c:v>
              </c:pt>
              <c:pt idx="1467">
                <c:v>-246.0122561995194</c:v>
              </c:pt>
              <c:pt idx="1468">
                <c:v>-113.44594105733611</c:v>
              </c:pt>
              <c:pt idx="1469">
                <c:v>-59.81758597298659</c:v>
              </c:pt>
              <c:pt idx="1470">
                <c:v>-144.33383003893238</c:v>
              </c:pt>
              <c:pt idx="1471">
                <c:v>-113.88625379418738</c:v>
              </c:pt>
              <c:pt idx="1472">
                <c:v>-179.01030216802815</c:v>
              </c:pt>
              <c:pt idx="1473">
                <c:v>-45.458917342707196</c:v>
              </c:pt>
              <c:pt idx="1474">
                <c:v>-248.33492439166395</c:v>
              </c:pt>
              <c:pt idx="1475">
                <c:v>-175.8254604953976</c:v>
              </c:pt>
              <c:pt idx="1476">
                <c:v>-149.69745787216624</c:v>
              </c:pt>
              <c:pt idx="1477">
                <c:v>-46.59170342098392</c:v>
              </c:pt>
              <c:pt idx="1478">
                <c:v>-47.97144694379692</c:v>
              </c:pt>
              <c:pt idx="1479">
                <c:v>-235.14144722474933</c:v>
              </c:pt>
              <c:pt idx="1480">
                <c:v>-181.29988217728493</c:v>
              </c:pt>
              <c:pt idx="1481">
                <c:v>-243.98961750058328</c:v>
              </c:pt>
              <c:pt idx="1482">
                <c:v>-201.60567952085466</c:v>
              </c:pt>
              <c:pt idx="1483">
                <c:v>-50.94004613923924</c:v>
              </c:pt>
              <c:pt idx="1484">
                <c:v>-56.51878747847519</c:v>
              </c:pt>
              <c:pt idx="1485">
                <c:v>-212.74423451540855</c:v>
              </c:pt>
              <c:pt idx="1486">
                <c:v>-73.68838274345293</c:v>
              </c:pt>
              <c:pt idx="1487">
                <c:v>-242.30083372179004</c:v>
              </c:pt>
              <c:pt idx="1488">
                <c:v>-163.17683660039242</c:v>
              </c:pt>
              <c:pt idx="1489">
                <c:v>-199.6827287518724</c:v>
              </c:pt>
              <c:pt idx="1490">
                <c:v>-250.39565289872195</c:v>
              </c:pt>
              <c:pt idx="1491">
                <c:v>-205.0086762683806</c:v>
              </c:pt>
              <c:pt idx="1492">
                <c:v>-52.94634978552253</c:v>
              </c:pt>
              <c:pt idx="1493">
                <c:v>-142.95659919630737</c:v>
              </c:pt>
              <c:pt idx="1494">
                <c:v>-103.46606588472869</c:v>
              </c:pt>
              <c:pt idx="1495">
                <c:v>-233.20330794717404</c:v>
              </c:pt>
              <c:pt idx="1496">
                <c:v>-168.14991599012478</c:v>
              </c:pt>
              <c:pt idx="1497">
                <c:v>-56.69728901694921</c:v>
              </c:pt>
              <c:pt idx="1498">
                <c:v>-63.385419566369166</c:v>
              </c:pt>
              <c:pt idx="1499">
                <c:v>-34.93457640766738</c:v>
              </c:pt>
              <c:pt idx="1500">
                <c:v>-160.3700437130008</c:v>
              </c:pt>
              <c:pt idx="1501">
                <c:v>-228.63113769541718</c:v>
              </c:pt>
              <c:pt idx="1502">
                <c:v>-224.44617201943055</c:v>
              </c:pt>
              <c:pt idx="1503">
                <c:v>-36.203044318483556</c:v>
              </c:pt>
              <c:pt idx="1504">
                <c:v>-205.67693224321118</c:v>
              </c:pt>
              <c:pt idx="1505">
                <c:v>-138.00793818081482</c:v>
              </c:pt>
              <c:pt idx="1506">
                <c:v>-223.1697345807226</c:v>
              </c:pt>
              <c:pt idx="1507">
                <c:v>-244.08559541285507</c:v>
              </c:pt>
              <c:pt idx="1508">
                <c:v>-124.75572411725449</c:v>
              </c:pt>
              <c:pt idx="1509">
                <c:v>-102.46097176660048</c:v>
              </c:pt>
              <c:pt idx="1510">
                <c:v>-68.76649783436517</c:v>
              </c:pt>
              <c:pt idx="1511">
                <c:v>-84.88710687189118</c:v>
              </c:pt>
              <c:pt idx="1512">
                <c:v>-226.6808029862967</c:v>
              </c:pt>
              <c:pt idx="1513">
                <c:v>-236.87168557410428</c:v>
              </c:pt>
              <c:pt idx="1514">
                <c:v>-95.11515358527444</c:v>
              </c:pt>
              <c:pt idx="1515">
                <c:v>-36.80219082850538</c:v>
              </c:pt>
              <c:pt idx="1516">
                <c:v>-82.01440504219224</c:v>
              </c:pt>
              <c:pt idx="1517">
                <c:v>-234.5388113498325</c:v>
              </c:pt>
              <c:pt idx="1518">
                <c:v>-249.27225527719008</c:v>
              </c:pt>
              <c:pt idx="1519">
                <c:v>-52.81595284352592</c:v>
              </c:pt>
              <c:pt idx="1520">
                <c:v>-231.6397048480438</c:v>
              </c:pt>
              <c:pt idx="1521">
                <c:v>-244.01767993168818</c:v>
              </c:pt>
              <c:pt idx="1522">
                <c:v>-198.50255826815504</c:v>
              </c:pt>
              <c:pt idx="1523">
                <c:v>-123.44728198820081</c:v>
              </c:pt>
              <c:pt idx="1524">
                <c:v>-44.56529509590446</c:v>
              </c:pt>
              <c:pt idx="1525">
                <c:v>-208.17012426958323</c:v>
              </c:pt>
              <c:pt idx="1526">
                <c:v>-74.14696423899083</c:v>
              </c:pt>
              <c:pt idx="1527">
                <c:v>-215.92013008224913</c:v>
              </c:pt>
              <c:pt idx="1528">
                <c:v>-159.53808032772633</c:v>
              </c:pt>
              <c:pt idx="1529">
                <c:v>-52.461385922115255</c:v>
              </c:pt>
              <c:pt idx="1530">
                <c:v>-208.77181072261584</c:v>
              </c:pt>
              <c:pt idx="1531">
                <c:v>-179.11102787672826</c:v>
              </c:pt>
              <c:pt idx="1532">
                <c:v>-246.9406180054565</c:v>
              </c:pt>
              <c:pt idx="1533">
                <c:v>-153.06067324242423</c:v>
              </c:pt>
              <c:pt idx="1534">
                <c:v>-55.07516777174145</c:v>
              </c:pt>
              <c:pt idx="1535">
                <c:v>-168.43374281354272</c:v>
              </c:pt>
              <c:pt idx="1536">
                <c:v>-104.13245213815186</c:v>
              </c:pt>
              <c:pt idx="1537">
                <c:v>-165.49940373356088</c:v>
              </c:pt>
              <c:pt idx="1538">
                <c:v>-96.56728248850817</c:v>
              </c:pt>
              <c:pt idx="1539">
                <c:v>-126.9480598913286</c:v>
              </c:pt>
              <c:pt idx="1540">
                <c:v>-211.39254279202996</c:v>
              </c:pt>
              <c:pt idx="1541">
                <c:v>-79.90878869282476</c:v>
              </c:pt>
              <c:pt idx="1542">
                <c:v>-182.1558175424925</c:v>
              </c:pt>
              <c:pt idx="1543">
                <c:v>-156.17215418072223</c:v>
              </c:pt>
              <c:pt idx="1544">
                <c:v>-198.924154821024</c:v>
              </c:pt>
              <c:pt idx="1545">
                <c:v>-142.81712265994634</c:v>
              </c:pt>
              <c:pt idx="1546">
                <c:v>-145.28714524130845</c:v>
              </c:pt>
              <c:pt idx="1547">
                <c:v>-202.31399887520104</c:v>
              </c:pt>
              <c:pt idx="1548">
                <c:v>-182.0380130863407</c:v>
              </c:pt>
              <c:pt idx="1549">
                <c:v>-56.26762396437695</c:v>
              </c:pt>
              <c:pt idx="1550">
                <c:v>-65.78624826238966</c:v>
              </c:pt>
              <c:pt idx="1551">
                <c:v>-148.82103632600447</c:v>
              </c:pt>
              <c:pt idx="1552">
                <c:v>-61.4806182258948</c:v>
              </c:pt>
              <c:pt idx="1553">
                <c:v>-67.10022555507463</c:v>
              </c:pt>
              <c:pt idx="1554">
                <c:v>-185.07275049159313</c:v>
              </c:pt>
              <c:pt idx="1555">
                <c:v>-176.57781790560182</c:v>
              </c:pt>
              <c:pt idx="1556">
                <c:v>-116.95029520225737</c:v>
              </c:pt>
              <c:pt idx="1557">
                <c:v>-214.38704393865757</c:v>
              </c:pt>
              <c:pt idx="1558">
                <c:v>-72.14996917168101</c:v>
              </c:pt>
              <c:pt idx="1559">
                <c:v>-196.66661879923595</c:v>
              </c:pt>
              <c:pt idx="1560">
                <c:v>-36.22119324552405</c:v>
              </c:pt>
              <c:pt idx="1561">
                <c:v>-156.67334225487772</c:v>
              </c:pt>
              <c:pt idx="1562">
                <c:v>-183.12779449578093</c:v>
              </c:pt>
              <c:pt idx="1563">
                <c:v>-140.98902898032253</c:v>
              </c:pt>
              <c:pt idx="1564">
                <c:v>-162.04132451233522</c:v>
              </c:pt>
              <c:pt idx="1565">
                <c:v>-127.37724259119747</c:v>
              </c:pt>
              <c:pt idx="1566">
                <c:v>-59.28083137476279</c:v>
              </c:pt>
              <c:pt idx="1567">
                <c:v>-223.15162979323554</c:v>
              </c:pt>
              <c:pt idx="1568">
                <c:v>-174.8775354484426</c:v>
              </c:pt>
              <c:pt idx="1569">
                <c:v>-178.3298085908246</c:v>
              </c:pt>
              <c:pt idx="1570">
                <c:v>-63.92948105853326</c:v>
              </c:pt>
              <c:pt idx="1571">
                <c:v>-203.00756225068204</c:v>
              </c:pt>
              <c:pt idx="1572">
                <c:v>-197.2073212233423</c:v>
              </c:pt>
              <c:pt idx="1573">
                <c:v>-83.93183470605628</c:v>
              </c:pt>
              <c:pt idx="1574">
                <c:v>-205.67421042530955</c:v>
              </c:pt>
              <c:pt idx="1575">
                <c:v>-74.05301976478266</c:v>
              </c:pt>
              <c:pt idx="1576">
                <c:v>-152.13222021634544</c:v>
              </c:pt>
              <c:pt idx="1577">
                <c:v>-153.68647081079865</c:v>
              </c:pt>
              <c:pt idx="1578">
                <c:v>-246.63754930390795</c:v>
              </c:pt>
              <c:pt idx="1579">
                <c:v>-202.2928882239953</c:v>
              </c:pt>
              <c:pt idx="1580">
                <c:v>-135.4718575534795</c:v>
              </c:pt>
              <c:pt idx="1581">
                <c:v>-197.91329044959232</c:v>
              </c:pt>
              <c:pt idx="1582">
                <c:v>-245.50372394783864</c:v>
              </c:pt>
              <c:pt idx="1583">
                <c:v>-231.14266884953847</c:v>
              </c:pt>
              <c:pt idx="1584">
                <c:v>-119.34022790978487</c:v>
              </c:pt>
              <c:pt idx="1585">
                <c:v>-158.60309181290637</c:v>
              </c:pt>
              <c:pt idx="1586">
                <c:v>-96.8121872445621</c:v>
              </c:pt>
              <c:pt idx="1587">
                <c:v>-62.81353414369388</c:v>
              </c:pt>
              <c:pt idx="1588">
                <c:v>-149.26024419231504</c:v>
              </c:pt>
              <c:pt idx="1589">
                <c:v>-66.63579997638027</c:v>
              </c:pt>
              <c:pt idx="1590">
                <c:v>-123.9011138785406</c:v>
              </c:pt>
              <c:pt idx="1591">
                <c:v>-236.14178127757842</c:v>
              </c:pt>
              <c:pt idx="1592">
                <c:v>-147.71692449798215</c:v>
              </c:pt>
              <c:pt idx="1593">
                <c:v>-100.22437434213877</c:v>
              </c:pt>
              <c:pt idx="1594">
                <c:v>-47.3844375338322</c:v>
              </c:pt>
              <c:pt idx="1595">
                <c:v>-58.13608592356837</c:v>
              </c:pt>
              <c:pt idx="1596">
                <c:v>-231.9512442428613</c:v>
              </c:pt>
              <c:pt idx="1597">
                <c:v>-117.99812263832231</c:v>
              </c:pt>
              <c:pt idx="1598">
                <c:v>-180.90435503443808</c:v>
              </c:pt>
              <c:pt idx="1599">
                <c:v>-200.64584779531845</c:v>
              </c:pt>
              <c:pt idx="1600">
                <c:v>-211.26658844683294</c:v>
              </c:pt>
              <c:pt idx="1601">
                <c:v>-141.56256687699266</c:v>
              </c:pt>
              <c:pt idx="1602">
                <c:v>-33.57381261396038</c:v>
              </c:pt>
              <c:pt idx="1603">
                <c:v>-236.1296089093915</c:v>
              </c:pt>
              <c:pt idx="1604">
                <c:v>-187.65505607341146</c:v>
              </c:pt>
              <c:pt idx="1605">
                <c:v>-44.145160500871164</c:v>
              </c:pt>
              <c:pt idx="1606">
                <c:v>-102.04483879754864</c:v>
              </c:pt>
              <c:pt idx="1607">
                <c:v>-257.0927769577886</c:v>
              </c:pt>
              <c:pt idx="1608">
                <c:v>-221.73576532559494</c:v>
              </c:pt>
              <c:pt idx="1609">
                <c:v>-126.05885618001498</c:v>
              </c:pt>
              <c:pt idx="1610">
                <c:v>-29.403031928626078</c:v>
              </c:pt>
              <c:pt idx="1611">
                <c:v>-240.3133157915839</c:v>
              </c:pt>
              <c:pt idx="1612">
                <c:v>-167.78136986987232</c:v>
              </c:pt>
              <c:pt idx="1613">
                <c:v>-44.896696328418486</c:v>
              </c:pt>
              <c:pt idx="1614">
                <c:v>-40.49208826129512</c:v>
              </c:pt>
              <c:pt idx="1615">
                <c:v>-140.58074358935636</c:v>
              </c:pt>
              <c:pt idx="1616">
                <c:v>-87.9916656661028</c:v>
              </c:pt>
              <c:pt idx="1617">
                <c:v>-211.33791853360242</c:v>
              </c:pt>
              <c:pt idx="1618">
                <c:v>-120.84797359796934</c:v>
              </c:pt>
              <c:pt idx="1619">
                <c:v>-43.22268921593244</c:v>
              </c:pt>
              <c:pt idx="1620">
                <c:v>-154.49034037230302</c:v>
              </c:pt>
              <c:pt idx="1621">
                <c:v>-39.37925965236114</c:v>
              </c:pt>
              <c:pt idx="1622">
                <c:v>-168.95963739949812</c:v>
              </c:pt>
              <c:pt idx="1623">
                <c:v>-56.00525980193236</c:v>
              </c:pt>
              <c:pt idx="1624">
                <c:v>-95.45822000539358</c:v>
              </c:pt>
              <c:pt idx="1625">
                <c:v>-177.45051126416107</c:v>
              </c:pt>
              <c:pt idx="1626">
                <c:v>-214.06115468131836</c:v>
              </c:pt>
              <c:pt idx="1627">
                <c:v>-154.48965626760338</c:v>
              </c:pt>
              <c:pt idx="1628">
                <c:v>-99.3214425501491</c:v>
              </c:pt>
              <c:pt idx="1629">
                <c:v>-174.74429275126326</c:v>
              </c:pt>
              <c:pt idx="1630">
                <c:v>-188.4422090414031</c:v>
              </c:pt>
              <c:pt idx="1631">
                <c:v>-160.08248832072172</c:v>
              </c:pt>
              <c:pt idx="1632">
                <c:v>-115.74268997639086</c:v>
              </c:pt>
              <c:pt idx="1633">
                <c:v>-259.83948904705613</c:v>
              </c:pt>
              <c:pt idx="1634">
                <c:v>-86.98807887801416</c:v>
              </c:pt>
              <c:pt idx="1635">
                <c:v>-90.701958099276</c:v>
              </c:pt>
              <c:pt idx="1636">
                <c:v>-123.41032091955327</c:v>
              </c:pt>
              <c:pt idx="1637">
                <c:v>-94.92948268778999</c:v>
              </c:pt>
              <c:pt idx="1638">
                <c:v>-83.51324113268188</c:v>
              </c:pt>
              <c:pt idx="1639">
                <c:v>-106.20686438649545</c:v>
              </c:pt>
              <c:pt idx="1640">
                <c:v>-255.7102559679386</c:v>
              </c:pt>
              <c:pt idx="1641">
                <c:v>-105.02473737694979</c:v>
              </c:pt>
              <c:pt idx="1642">
                <c:v>-127.36661606459145</c:v>
              </c:pt>
              <c:pt idx="1643">
                <c:v>-18.2256823464976</c:v>
              </c:pt>
              <c:pt idx="1644">
                <c:v>-160.10925765496705</c:v>
              </c:pt>
              <c:pt idx="1645">
                <c:v>-127.94304469738519</c:v>
              </c:pt>
              <c:pt idx="1646">
                <c:v>-230.04421298772206</c:v>
              </c:pt>
              <c:pt idx="1647">
                <c:v>-114.7417842830815</c:v>
              </c:pt>
              <c:pt idx="1648">
                <c:v>-223.38175531095658</c:v>
              </c:pt>
              <c:pt idx="1649">
                <c:v>-39.78022669738903</c:v>
              </c:pt>
              <c:pt idx="1650">
                <c:v>-60.012207536970834</c:v>
              </c:pt>
              <c:pt idx="1651">
                <c:v>-186.02747640249896</c:v>
              </c:pt>
              <c:pt idx="1652">
                <c:v>-40.584094818057004</c:v>
              </c:pt>
              <c:pt idx="1653">
                <c:v>-211.9511785594798</c:v>
              </c:pt>
              <c:pt idx="1654">
                <c:v>-83.02456797534319</c:v>
              </c:pt>
              <c:pt idx="1655">
                <c:v>-163.80281271422382</c:v>
              </c:pt>
              <c:pt idx="1656">
                <c:v>-125.10255105356123</c:v>
              </c:pt>
              <c:pt idx="1657">
                <c:v>-240.73467188845103</c:v>
              </c:pt>
              <c:pt idx="1658">
                <c:v>-242.23571421876076</c:v>
              </c:pt>
              <c:pt idx="1659">
                <c:v>-254.73788924495062</c:v>
              </c:pt>
              <c:pt idx="1660">
                <c:v>-222.00285399970554</c:v>
              </c:pt>
              <c:pt idx="1661">
                <c:v>-141.64538946971166</c:v>
              </c:pt>
              <c:pt idx="1662">
                <c:v>-47.1185125757208</c:v>
              </c:pt>
              <c:pt idx="1663">
                <c:v>-83.0380401362518</c:v>
              </c:pt>
              <c:pt idx="1664">
                <c:v>-222.60122056648314</c:v>
              </c:pt>
              <c:pt idx="1665">
                <c:v>-228.82625440198305</c:v>
              </c:pt>
              <c:pt idx="1666">
                <c:v>-178.98188577181136</c:v>
              </c:pt>
              <c:pt idx="1667">
                <c:v>-39.73585388677756</c:v>
              </c:pt>
              <c:pt idx="1668">
                <c:v>-123.34250318267203</c:v>
              </c:pt>
              <c:pt idx="1669">
                <c:v>-160.83995537345504</c:v>
              </c:pt>
              <c:pt idx="1670">
                <c:v>-162.96852119093182</c:v>
              </c:pt>
              <c:pt idx="1671">
                <c:v>-98.80054091715542</c:v>
              </c:pt>
              <c:pt idx="1672">
                <c:v>-171.05189535379043</c:v>
              </c:pt>
              <c:pt idx="1673">
                <c:v>-165.54462918850254</c:v>
              </c:pt>
              <c:pt idx="1674">
                <c:v>-31.230093524853665</c:v>
              </c:pt>
              <c:pt idx="1675">
                <c:v>-142.9943196255049</c:v>
              </c:pt>
              <c:pt idx="1676">
                <c:v>-161.14766552479665</c:v>
              </c:pt>
              <c:pt idx="1677">
                <c:v>-79.0119603468648</c:v>
              </c:pt>
              <c:pt idx="1678">
                <c:v>-192.53164008824456</c:v>
              </c:pt>
              <c:pt idx="1679">
                <c:v>-73.6220906229981</c:v>
              </c:pt>
              <c:pt idx="1680">
                <c:v>-206.594888671137</c:v>
              </c:pt>
              <c:pt idx="1681">
                <c:v>-55.18749984377774</c:v>
              </c:pt>
              <c:pt idx="1682">
                <c:v>-86.27753689042208</c:v>
              </c:pt>
              <c:pt idx="1683">
                <c:v>-222.9915588489877</c:v>
              </c:pt>
              <c:pt idx="1684">
                <c:v>-41.18527636988192</c:v>
              </c:pt>
              <c:pt idx="1685">
                <c:v>-98.23540086422317</c:v>
              </c:pt>
              <c:pt idx="1686">
                <c:v>-199.68058245562597</c:v>
              </c:pt>
              <c:pt idx="1687">
                <c:v>-204.08381288612836</c:v>
              </c:pt>
              <c:pt idx="1688">
                <c:v>-204.9621206650847</c:v>
              </c:pt>
              <c:pt idx="1689">
                <c:v>-139.88372702131562</c:v>
              </c:pt>
              <c:pt idx="1690">
                <c:v>-156.43556503728422</c:v>
              </c:pt>
              <c:pt idx="1691">
                <c:v>-180.64095827149657</c:v>
              </c:pt>
              <c:pt idx="1692">
                <c:v>-170.80542789168018</c:v>
              </c:pt>
              <c:pt idx="1693">
                <c:v>-145.97684164520544</c:v>
              </c:pt>
              <c:pt idx="1694">
                <c:v>-171.34415941586565</c:v>
              </c:pt>
              <c:pt idx="1695">
                <c:v>-187.49143666166174</c:v>
              </c:pt>
              <c:pt idx="1696">
                <c:v>-59.00813400800378</c:v>
              </c:pt>
              <c:pt idx="1697">
                <c:v>-186.28285726839607</c:v>
              </c:pt>
              <c:pt idx="1698">
                <c:v>-112.82629244589577</c:v>
              </c:pt>
              <c:pt idx="1699">
                <c:v>-195.975180272115</c:v>
              </c:pt>
              <c:pt idx="1700">
                <c:v>-249.71066750114014</c:v>
              </c:pt>
              <c:pt idx="1701">
                <c:v>-58.58336592770469</c:v>
              </c:pt>
              <c:pt idx="1702">
                <c:v>-140.5449818409238</c:v>
              </c:pt>
              <c:pt idx="1703">
                <c:v>-212.62964379693324</c:v>
              </c:pt>
              <c:pt idx="1704">
                <c:v>-126.75525144046503</c:v>
              </c:pt>
              <c:pt idx="1705">
                <c:v>-67.01806631193662</c:v>
              </c:pt>
              <c:pt idx="1706">
                <c:v>-50.50751986734578</c:v>
              </c:pt>
              <c:pt idx="1707">
                <c:v>-245.13049066315074</c:v>
              </c:pt>
              <c:pt idx="1708">
                <c:v>-156.72029917400013</c:v>
              </c:pt>
              <c:pt idx="1709">
                <c:v>-136.36605474199422</c:v>
              </c:pt>
              <c:pt idx="1710">
                <c:v>-142.2474215599994</c:v>
              </c:pt>
              <c:pt idx="1711">
                <c:v>-33.16134524477649</c:v>
              </c:pt>
              <c:pt idx="1712">
                <c:v>-233.24855530371642</c:v>
              </c:pt>
              <c:pt idx="1713">
                <c:v>-74.32426788376918</c:v>
              </c:pt>
              <c:pt idx="1714">
                <c:v>-168.30522381913846</c:v>
              </c:pt>
              <c:pt idx="1715">
                <c:v>-27.671536680012224</c:v>
              </c:pt>
              <c:pt idx="1716">
                <c:v>-206.89955950753102</c:v>
              </c:pt>
              <c:pt idx="1717">
                <c:v>-177.8214841943631</c:v>
              </c:pt>
              <c:pt idx="1718">
                <c:v>-54.73605778989096</c:v>
              </c:pt>
              <c:pt idx="1719">
                <c:v>-159.31175922803988</c:v>
              </c:pt>
              <c:pt idx="1720">
                <c:v>-68.49881558796346</c:v>
              </c:pt>
              <c:pt idx="1721">
                <c:v>-77.92523016062727</c:v>
              </c:pt>
              <c:pt idx="1722">
                <c:v>-180.91487349066932</c:v>
              </c:pt>
              <c:pt idx="1723">
                <c:v>-106.18703476028571</c:v>
              </c:pt>
              <c:pt idx="1724">
                <c:v>-156.1246943927104</c:v>
              </c:pt>
              <c:pt idx="1725">
                <c:v>-237.95554111385357</c:v>
              </c:pt>
              <c:pt idx="1726">
                <c:v>-242.57950663877713</c:v>
              </c:pt>
              <c:pt idx="1727">
                <c:v>-81.2936237773678</c:v>
              </c:pt>
              <c:pt idx="1728">
                <c:v>-39.12867200180936</c:v>
              </c:pt>
              <c:pt idx="1729">
                <c:v>-19.137456744317298</c:v>
              </c:pt>
              <c:pt idx="1730">
                <c:v>-95.8960703495014</c:v>
              </c:pt>
              <c:pt idx="1731">
                <c:v>-127.8208900756209</c:v>
              </c:pt>
              <c:pt idx="1732">
                <c:v>-214.65278309245966</c:v>
              </c:pt>
              <c:pt idx="1733">
                <c:v>-176.40396619185108</c:v>
              </c:pt>
              <c:pt idx="1734">
                <c:v>-192.53226999831733</c:v>
              </c:pt>
              <c:pt idx="1735">
                <c:v>-175.81843915888123</c:v>
              </c:pt>
              <c:pt idx="1736">
                <c:v>-201.900989688386</c:v>
              </c:pt>
              <c:pt idx="1737">
                <c:v>-107.33955453607336</c:v>
              </c:pt>
              <c:pt idx="1738">
                <c:v>-89.67367741848119</c:v>
              </c:pt>
              <c:pt idx="1739">
                <c:v>-40.49250713832306</c:v>
              </c:pt>
              <c:pt idx="1740">
                <c:v>-191.07054435554153</c:v>
              </c:pt>
            </c:numLit>
          </c:xVal>
          <c:yVal>
            <c:numLit>
              <c:formatCode>General</c:formatCode>
              <c:ptCount val="1741"/>
              <c:pt idx="0">
                <c:v>88.89552872383558</c:v>
              </c:pt>
              <c:pt idx="1">
                <c:v>-39.64040510056695</c:v>
              </c:pt>
              <c:pt idx="2">
                <c:v>40.99995388048221</c:v>
              </c:pt>
              <c:pt idx="3">
                <c:v>76.76937681502443</c:v>
              </c:pt>
              <c:pt idx="4">
                <c:v>87.73919565344283</c:v>
              </c:pt>
              <c:pt idx="5">
                <c:v>154.7696339976491</c:v>
              </c:pt>
              <c:pt idx="6">
                <c:v>27.43465594743512</c:v>
              </c:pt>
              <c:pt idx="7">
                <c:v>100.8165376009698</c:v>
              </c:pt>
              <c:pt idx="8">
                <c:v>93.92710194716328</c:v>
              </c:pt>
              <c:pt idx="9">
                <c:v>167.90798028798807</c:v>
              </c:pt>
              <c:pt idx="10">
                <c:v>140.11839703962846</c:v>
              </c:pt>
              <c:pt idx="11">
                <c:v>-40.67755894533033</c:v>
              </c:pt>
              <c:pt idx="12">
                <c:v>101.92370424458556</c:v>
              </c:pt>
              <c:pt idx="13">
                <c:v>21.829086329578292</c:v>
              </c:pt>
              <c:pt idx="14">
                <c:v>60.94358829491958</c:v>
              </c:pt>
              <c:pt idx="15">
                <c:v>-2.4294035994286567</c:v>
              </c:pt>
              <c:pt idx="16">
                <c:v>42.100212619319834</c:v>
              </c:pt>
              <c:pt idx="17">
                <c:v>2.0735827243076344</c:v>
              </c:pt>
              <c:pt idx="18">
                <c:v>-40.5835818848316</c:v>
              </c:pt>
              <c:pt idx="19">
                <c:v>125.25640991361176</c:v>
              </c:pt>
              <c:pt idx="20">
                <c:v>45.28769215970729</c:v>
              </c:pt>
              <c:pt idx="21">
                <c:v>126.10109729318476</c:v>
              </c:pt>
              <c:pt idx="22">
                <c:v>129.19458475792294</c:v>
              </c:pt>
              <c:pt idx="23">
                <c:v>91.09615478344814</c:v>
              </c:pt>
              <c:pt idx="24">
                <c:v>102.45317271537421</c:v>
              </c:pt>
              <c:pt idx="25">
                <c:v>20.061184765694403</c:v>
              </c:pt>
              <c:pt idx="26">
                <c:v>157.58908478251797</c:v>
              </c:pt>
              <c:pt idx="27">
                <c:v>123.97253159356858</c:v>
              </c:pt>
              <c:pt idx="28">
                <c:v>-12.441388832169531</c:v>
              </c:pt>
              <c:pt idx="29">
                <c:v>-27.062434610624642</c:v>
              </c:pt>
              <c:pt idx="30">
                <c:v>65.68565908207454</c:v>
              </c:pt>
              <c:pt idx="31">
                <c:v>150.67044460926073</c:v>
              </c:pt>
              <c:pt idx="32">
                <c:v>79.98090667477915</c:v>
              </c:pt>
              <c:pt idx="33">
                <c:v>32.187293206075125</c:v>
              </c:pt>
              <c:pt idx="34">
                <c:v>123.60714359726087</c:v>
              </c:pt>
              <c:pt idx="35">
                <c:v>-30.027621910524854</c:v>
              </c:pt>
              <c:pt idx="36">
                <c:v>34.145730145061165</c:v>
              </c:pt>
              <c:pt idx="37">
                <c:v>122.80533591637503</c:v>
              </c:pt>
              <c:pt idx="38">
                <c:v>66.6373384312696</c:v>
              </c:pt>
              <c:pt idx="39">
                <c:v>173.4611029667822</c:v>
              </c:pt>
              <c:pt idx="40">
                <c:v>95.29807288859507</c:v>
              </c:pt>
              <c:pt idx="41">
                <c:v>71.73067103221771</c:v>
              </c:pt>
              <c:pt idx="42">
                <c:v>153.55785056976163</c:v>
              </c:pt>
              <c:pt idx="43">
                <c:v>67.41514215704349</c:v>
              </c:pt>
              <c:pt idx="44">
                <c:v>129.13726085090016</c:v>
              </c:pt>
              <c:pt idx="45">
                <c:v>52.63801135558589</c:v>
              </c:pt>
              <c:pt idx="46">
                <c:v>36.22347583804252</c:v>
              </c:pt>
              <c:pt idx="47">
                <c:v>133.43941490364455</c:v>
              </c:pt>
              <c:pt idx="48">
                <c:v>95.31733355568025</c:v>
              </c:pt>
              <c:pt idx="49">
                <c:v>82.17055389102089</c:v>
              </c:pt>
              <c:pt idx="50">
                <c:v>-20.145412863086303</c:v>
              </c:pt>
              <c:pt idx="51">
                <c:v>100.3970360639723</c:v>
              </c:pt>
              <c:pt idx="52">
                <c:v>-25.0992008798697</c:v>
              </c:pt>
              <c:pt idx="53">
                <c:v>-34.18266289330195</c:v>
              </c:pt>
              <c:pt idx="54">
                <c:v>98.79412875091342</c:v>
              </c:pt>
              <c:pt idx="55">
                <c:v>61.021483315843824</c:v>
              </c:pt>
              <c:pt idx="56">
                <c:v>133.87343582779144</c:v>
              </c:pt>
              <c:pt idx="57">
                <c:v>169.121035580571</c:v>
              </c:pt>
              <c:pt idx="58">
                <c:v>11.987525643836182</c:v>
              </c:pt>
              <c:pt idx="59">
                <c:v>14.908320407145208</c:v>
              </c:pt>
              <c:pt idx="60">
                <c:v>156.18962641402922</c:v>
              </c:pt>
              <c:pt idx="61">
                <c:v>56.45055636900808</c:v>
              </c:pt>
              <c:pt idx="62">
                <c:v>-30.06846539644002</c:v>
              </c:pt>
              <c:pt idx="63">
                <c:v>157.79421690180357</c:v>
              </c:pt>
              <c:pt idx="64">
                <c:v>124.86815597622551</c:v>
              </c:pt>
              <c:pt idx="65">
                <c:v>99.31647538463065</c:v>
              </c:pt>
              <c:pt idx="66">
                <c:v>80.36426930853766</c:v>
              </c:pt>
              <c:pt idx="67">
                <c:v>27.11456821224459</c:v>
              </c:pt>
              <c:pt idx="68">
                <c:v>33.55001782704146</c:v>
              </c:pt>
              <c:pt idx="69">
                <c:v>60.546997542449304</c:v>
              </c:pt>
              <c:pt idx="70">
                <c:v>33.33042552888425</c:v>
              </c:pt>
              <c:pt idx="71">
                <c:v>152.55795865770628</c:v>
              </c:pt>
              <c:pt idx="72">
                <c:v>84.78686341245542</c:v>
              </c:pt>
              <c:pt idx="73">
                <c:v>49.65747863589685</c:v>
              </c:pt>
              <c:pt idx="74">
                <c:v>111.60548408548844</c:v>
              </c:pt>
              <c:pt idx="75">
                <c:v>94.5527435632986</c:v>
              </c:pt>
              <c:pt idx="76">
                <c:v>81.98564184430481</c:v>
              </c:pt>
              <c:pt idx="77">
                <c:v>127.34068363276113</c:v>
              </c:pt>
              <c:pt idx="78">
                <c:v>-26.840846329009658</c:v>
              </c:pt>
              <c:pt idx="79">
                <c:v>24.54097798597545</c:v>
              </c:pt>
              <c:pt idx="80">
                <c:v>6.815955251667628</c:v>
              </c:pt>
              <c:pt idx="81">
                <c:v>107.13092064026797</c:v>
              </c:pt>
              <c:pt idx="82">
                <c:v>59.94414689100316</c:v>
              </c:pt>
              <c:pt idx="83">
                <c:v>177.27096822048028</c:v>
              </c:pt>
              <c:pt idx="84">
                <c:v>129.526656744766</c:v>
              </c:pt>
              <c:pt idx="85">
                <c:v>26.155469643464553</c:v>
              </c:pt>
              <c:pt idx="86">
                <c:v>120.33920372963884</c:v>
              </c:pt>
              <c:pt idx="87">
                <c:v>106.29075784898079</c:v>
              </c:pt>
              <c:pt idx="88">
                <c:v>14.152287514144593</c:v>
              </c:pt>
              <c:pt idx="89">
                <c:v>7.8843210719981265</c:v>
              </c:pt>
              <c:pt idx="90">
                <c:v>85.09955919773626</c:v>
              </c:pt>
              <c:pt idx="91">
                <c:v>34.10228627843611</c:v>
              </c:pt>
              <c:pt idx="92">
                <c:v>162.76947290062992</c:v>
              </c:pt>
              <c:pt idx="93">
                <c:v>159.63917297037003</c:v>
              </c:pt>
              <c:pt idx="94">
                <c:v>56.21781110128188</c:v>
              </c:pt>
              <c:pt idx="95">
                <c:v>-45.55736744493231</c:v>
              </c:pt>
              <c:pt idx="96">
                <c:v>101.09154429068744</c:v>
              </c:pt>
              <c:pt idx="97">
                <c:v>93.4627497557281</c:v>
              </c:pt>
              <c:pt idx="98">
                <c:v>151.2097052983842</c:v>
              </c:pt>
              <c:pt idx="99">
                <c:v>49.76466135095876</c:v>
              </c:pt>
              <c:pt idx="100">
                <c:v>2.8016896479585576</c:v>
              </c:pt>
              <c:pt idx="101">
                <c:v>100.60479030898284</c:v>
              </c:pt>
              <c:pt idx="102">
                <c:v>7.151515576500913</c:v>
              </c:pt>
              <c:pt idx="103">
                <c:v>139.97010393602375</c:v>
              </c:pt>
              <c:pt idx="104">
                <c:v>-8.935392944846567</c:v>
              </c:pt>
              <c:pt idx="105">
                <c:v>166.64702964038352</c:v>
              </c:pt>
              <c:pt idx="106">
                <c:v>75.64646931486972</c:v>
              </c:pt>
              <c:pt idx="107">
                <c:v>16.866899606177416</c:v>
              </c:pt>
              <c:pt idx="108">
                <c:v>41.12540864973032</c:v>
              </c:pt>
              <c:pt idx="109">
                <c:v>65.14660867962422</c:v>
              </c:pt>
              <c:pt idx="110">
                <c:v>68.47156836904021</c:v>
              </c:pt>
              <c:pt idx="111">
                <c:v>7.5521271490360355</c:v>
              </c:pt>
              <c:pt idx="112">
                <c:v>34.716094728762926</c:v>
              </c:pt>
              <c:pt idx="113">
                <c:v>39.584511398636096</c:v>
              </c:pt>
              <c:pt idx="114">
                <c:v>48.58690979639073</c:v>
              </c:pt>
              <c:pt idx="115">
                <c:v>103.27990071452349</c:v>
              </c:pt>
              <c:pt idx="116">
                <c:v>44.173531569421954</c:v>
              </c:pt>
              <c:pt idx="117">
                <c:v>95.95333963081517</c:v>
              </c:pt>
              <c:pt idx="118">
                <c:v>33.07973853272752</c:v>
              </c:pt>
              <c:pt idx="119">
                <c:v>12.453519067790584</c:v>
              </c:pt>
              <c:pt idx="120">
                <c:v>17.130578242142395</c:v>
              </c:pt>
              <c:pt idx="121">
                <c:v>81.53058634590938</c:v>
              </c:pt>
              <c:pt idx="122">
                <c:v>169.63580828307815</c:v>
              </c:pt>
              <c:pt idx="123">
                <c:v>79.02966886110967</c:v>
              </c:pt>
              <c:pt idx="124">
                <c:v>105.52228987013441</c:v>
              </c:pt>
              <c:pt idx="125">
                <c:v>60.177204548479395</c:v>
              </c:pt>
              <c:pt idx="126">
                <c:v>127.61461565293037</c:v>
              </c:pt>
              <c:pt idx="127">
                <c:v>171.62693055277353</c:v>
              </c:pt>
              <c:pt idx="128">
                <c:v>30.361859665676047</c:v>
              </c:pt>
              <c:pt idx="129">
                <c:v>113.50060058866514</c:v>
              </c:pt>
              <c:pt idx="130">
                <c:v>174.39461435012905</c:v>
              </c:pt>
              <c:pt idx="131">
                <c:v>40.08959098051845</c:v>
              </c:pt>
              <c:pt idx="132">
                <c:v>-52.351391830317496</c:v>
              </c:pt>
              <c:pt idx="133">
                <c:v>-64.94619892332483</c:v>
              </c:pt>
              <c:pt idx="134">
                <c:v>38.20100302098001</c:v>
              </c:pt>
              <c:pt idx="135">
                <c:v>-34.71109405390473</c:v>
              </c:pt>
              <c:pt idx="136">
                <c:v>89.03013932849525</c:v>
              </c:pt>
              <c:pt idx="137">
                <c:v>99.22444768322357</c:v>
              </c:pt>
              <c:pt idx="138">
                <c:v>4.6076220341609435</c:v>
              </c:pt>
              <c:pt idx="139">
                <c:v>75.84160251784712</c:v>
              </c:pt>
              <c:pt idx="140">
                <c:v>-9.849004641681454</c:v>
              </c:pt>
              <c:pt idx="141">
                <c:v>28.553452494382864</c:v>
              </c:pt>
              <c:pt idx="142">
                <c:v>-19.865177186712742</c:v>
              </c:pt>
              <c:pt idx="143">
                <c:v>-40.352056709037214</c:v>
              </c:pt>
              <c:pt idx="144">
                <c:v>149.46418214251386</c:v>
              </c:pt>
              <c:pt idx="145">
                <c:v>112.81492496607483</c:v>
              </c:pt>
              <c:pt idx="146">
                <c:v>154.6875857707716</c:v>
              </c:pt>
              <c:pt idx="147">
                <c:v>-6.319067636775884</c:v>
              </c:pt>
              <c:pt idx="148">
                <c:v>107.38369829996581</c:v>
              </c:pt>
              <c:pt idx="149">
                <c:v>-24.326864393218898</c:v>
              </c:pt>
              <c:pt idx="150">
                <c:v>134.3585296375927</c:v>
              </c:pt>
              <c:pt idx="151">
                <c:v>21.63598549268981</c:v>
              </c:pt>
              <c:pt idx="152">
                <c:v>-42.52433799327173</c:v>
              </c:pt>
              <c:pt idx="153">
                <c:v>107.77805252519387</c:v>
              </c:pt>
              <c:pt idx="154">
                <c:v>128.6432834646187</c:v>
              </c:pt>
              <c:pt idx="155">
                <c:v>7.837148327395816</c:v>
              </c:pt>
              <c:pt idx="156">
                <c:v>-34.023369386413755</c:v>
              </c:pt>
              <c:pt idx="157">
                <c:v>13.370638171076969</c:v>
              </c:pt>
              <c:pt idx="158">
                <c:v>68.00397496392561</c:v>
              </c:pt>
              <c:pt idx="159">
                <c:v>-0.16883106656312918</c:v>
              </c:pt>
              <c:pt idx="160">
                <c:v>94.8317442730776</c:v>
              </c:pt>
              <c:pt idx="161">
                <c:v>76.58984042807823</c:v>
              </c:pt>
              <c:pt idx="162">
                <c:v>108.4462477919514</c:v>
              </c:pt>
              <c:pt idx="163">
                <c:v>118.87147611936551</c:v>
              </c:pt>
              <c:pt idx="164">
                <c:v>91.89645616918463</c:v>
              </c:pt>
              <c:pt idx="165">
                <c:v>67.58606547637608</c:v>
              </c:pt>
              <c:pt idx="166">
                <c:v>101.22247691082389</c:v>
              </c:pt>
              <c:pt idx="167">
                <c:v>123.83097787006339</c:v>
              </c:pt>
              <c:pt idx="168">
                <c:v>2.065966250233945</c:v>
              </c:pt>
              <c:pt idx="169">
                <c:v>109.75187001238596</c:v>
              </c:pt>
              <c:pt idx="170">
                <c:v>145.6118073263619</c:v>
              </c:pt>
              <c:pt idx="171">
                <c:v>24.993301935862807</c:v>
              </c:pt>
              <c:pt idx="172">
                <c:v>146.48854177245676</c:v>
              </c:pt>
              <c:pt idx="173">
                <c:v>78.80724510764692</c:v>
              </c:pt>
              <c:pt idx="174">
                <c:v>55.75140081738547</c:v>
              </c:pt>
              <c:pt idx="175">
                <c:v>141.05736578752524</c:v>
              </c:pt>
              <c:pt idx="176">
                <c:v>172.7026177735617</c:v>
              </c:pt>
              <c:pt idx="177">
                <c:v>86.63913697448461</c:v>
              </c:pt>
              <c:pt idx="178">
                <c:v>137.0005108260957</c:v>
              </c:pt>
              <c:pt idx="179">
                <c:v>40.44573691541575</c:v>
              </c:pt>
              <c:pt idx="180">
                <c:v>149.95876064243808</c:v>
              </c:pt>
              <c:pt idx="181">
                <c:v>12.333784973008633</c:v>
              </c:pt>
              <c:pt idx="182">
                <c:v>81.21528440352844</c:v>
              </c:pt>
              <c:pt idx="183">
                <c:v>115.57006857737001</c:v>
              </c:pt>
              <c:pt idx="184">
                <c:v>36.73824170879212</c:v>
              </c:pt>
              <c:pt idx="185">
                <c:v>43.18947300361954</c:v>
              </c:pt>
              <c:pt idx="186">
                <c:v>106.1899708652361</c:v>
              </c:pt>
              <c:pt idx="187">
                <c:v>85.61490986780842</c:v>
              </c:pt>
              <c:pt idx="188">
                <c:v>-64.98473989720964</c:v>
              </c:pt>
              <c:pt idx="189">
                <c:v>27.076227240524762</c:v>
              </c:pt>
              <c:pt idx="190">
                <c:v>83.52375121668808</c:v>
              </c:pt>
              <c:pt idx="191">
                <c:v>174.3569139923127</c:v>
              </c:pt>
              <c:pt idx="192">
                <c:v>110.28715583311252</c:v>
              </c:pt>
              <c:pt idx="193">
                <c:v>80.24130873066218</c:v>
              </c:pt>
              <c:pt idx="194">
                <c:v>69.99060084119864</c:v>
              </c:pt>
              <c:pt idx="195">
                <c:v>-46.92597748867469</c:v>
              </c:pt>
              <c:pt idx="196">
                <c:v>102.76660189819441</c:v>
              </c:pt>
              <c:pt idx="197">
                <c:v>89.50104138007224</c:v>
              </c:pt>
              <c:pt idx="198">
                <c:v>-46.68613525872556</c:v>
              </c:pt>
              <c:pt idx="199">
                <c:v>-33.252807281022</c:v>
              </c:pt>
              <c:pt idx="200">
                <c:v>76.98632769100277</c:v>
              </c:pt>
              <c:pt idx="201">
                <c:v>108.3251210400354</c:v>
              </c:pt>
              <c:pt idx="202">
                <c:v>155.18799032954036</c:v>
              </c:pt>
              <c:pt idx="203">
                <c:v>149.29475365047733</c:v>
              </c:pt>
              <c:pt idx="204">
                <c:v>6.115426390955545</c:v>
              </c:pt>
              <c:pt idx="205">
                <c:v>82.99088707857176</c:v>
              </c:pt>
              <c:pt idx="206">
                <c:v>68.61289922733833</c:v>
              </c:pt>
              <c:pt idx="207">
                <c:v>22.46258655052456</c:v>
              </c:pt>
              <c:pt idx="208">
                <c:v>34.322360302382066</c:v>
              </c:pt>
              <c:pt idx="209">
                <c:v>19.79403989267026</c:v>
              </c:pt>
              <c:pt idx="210">
                <c:v>47.699687108075864</c:v>
              </c:pt>
              <c:pt idx="211">
                <c:v>76.513748347556</c:v>
              </c:pt>
              <c:pt idx="212">
                <c:v>25.85745470385479</c:v>
              </c:pt>
              <c:pt idx="213">
                <c:v>145.0467890676526</c:v>
              </c:pt>
              <c:pt idx="214">
                <c:v>130.82815321720244</c:v>
              </c:pt>
              <c:pt idx="215">
                <c:v>13.197028132333084</c:v>
              </c:pt>
              <c:pt idx="216">
                <c:v>1.8773035572029464</c:v>
              </c:pt>
              <c:pt idx="217">
                <c:v>-22.425718503715412</c:v>
              </c:pt>
              <c:pt idx="218">
                <c:v>58.78911014225059</c:v>
              </c:pt>
              <c:pt idx="219">
                <c:v>159.94366078419293</c:v>
              </c:pt>
              <c:pt idx="220">
                <c:v>93.67382234513504</c:v>
              </c:pt>
              <c:pt idx="221">
                <c:v>-11.893758180219425</c:v>
              </c:pt>
              <c:pt idx="222">
                <c:v>87.58175489853764</c:v>
              </c:pt>
              <c:pt idx="223">
                <c:v>-47.598023266183475</c:v>
              </c:pt>
              <c:pt idx="224">
                <c:v>-8.625522251540477</c:v>
              </c:pt>
              <c:pt idx="225">
                <c:v>49.16494111959109</c:v>
              </c:pt>
              <c:pt idx="226">
                <c:v>56.00786702849483</c:v>
              </c:pt>
              <c:pt idx="227">
                <c:v>-32.16691369952713</c:v>
              </c:pt>
              <c:pt idx="228">
                <c:v>110.35133996503076</c:v>
              </c:pt>
              <c:pt idx="229">
                <c:v>-38.33996042248648</c:v>
              </c:pt>
              <c:pt idx="230">
                <c:v>-31.12329375809807</c:v>
              </c:pt>
              <c:pt idx="231">
                <c:v>59.13622246105356</c:v>
              </c:pt>
              <c:pt idx="232">
                <c:v>24.137592296771505</c:v>
              </c:pt>
              <c:pt idx="233">
                <c:v>150.88200489330833</c:v>
              </c:pt>
              <c:pt idx="234">
                <c:v>-25.275347433889785</c:v>
              </c:pt>
              <c:pt idx="235">
                <c:v>7.751856550347664</c:v>
              </c:pt>
              <c:pt idx="236">
                <c:v>147.9447086854903</c:v>
              </c:pt>
              <c:pt idx="237">
                <c:v>-27.44634982357791</c:v>
              </c:pt>
              <c:pt idx="238">
                <c:v>11.430676058630361</c:v>
              </c:pt>
              <c:pt idx="239">
                <c:v>-34.809997634913756</c:v>
              </c:pt>
              <c:pt idx="240">
                <c:v>15.798855935724017</c:v>
              </c:pt>
              <c:pt idx="241">
                <c:v>-59.86268878260974</c:v>
              </c:pt>
              <c:pt idx="242">
                <c:v>-26.021186033640674</c:v>
              </c:pt>
              <c:pt idx="243">
                <c:v>103.40026677826202</c:v>
              </c:pt>
              <c:pt idx="244">
                <c:v>141.33407129261033</c:v>
              </c:pt>
              <c:pt idx="245">
                <c:v>7.855489218242749</c:v>
              </c:pt>
              <c:pt idx="246">
                <c:v>19.099575246482058</c:v>
              </c:pt>
              <c:pt idx="247">
                <c:v>60.21610005994775</c:v>
              </c:pt>
              <c:pt idx="248">
                <c:v>178.04821179932216</c:v>
              </c:pt>
              <c:pt idx="249">
                <c:v>117.06267407127608</c:v>
              </c:pt>
              <c:pt idx="250">
                <c:v>117.1720031254414</c:v>
              </c:pt>
              <c:pt idx="251">
                <c:v>62.59314740424054</c:v>
              </c:pt>
              <c:pt idx="252">
                <c:v>87.7635338938636</c:v>
              </c:pt>
              <c:pt idx="253">
                <c:v>175.87777293327255</c:v>
              </c:pt>
              <c:pt idx="254">
                <c:v>97.18410858484172</c:v>
              </c:pt>
              <c:pt idx="255">
                <c:v>23.965307321631638</c:v>
              </c:pt>
              <c:pt idx="256">
                <c:v>65.64188823402368</c:v>
              </c:pt>
              <c:pt idx="257">
                <c:v>5.833910645520152</c:v>
              </c:pt>
              <c:pt idx="258">
                <c:v>89.1925696796582</c:v>
              </c:pt>
              <c:pt idx="259">
                <c:v>32.23731896534963</c:v>
              </c:pt>
              <c:pt idx="260">
                <c:v>21.615888390573968</c:v>
              </c:pt>
              <c:pt idx="261">
                <c:v>132.58111559054916</c:v>
              </c:pt>
              <c:pt idx="262">
                <c:v>73.63197317989251</c:v>
              </c:pt>
              <c:pt idx="263">
                <c:v>84.47558688847427</c:v>
              </c:pt>
              <c:pt idx="264">
                <c:v>75.09602151676411</c:v>
              </c:pt>
              <c:pt idx="265">
                <c:v>22.378409384804083</c:v>
              </c:pt>
              <c:pt idx="266">
                <c:v>6.6604871112635315</c:v>
              </c:pt>
              <c:pt idx="267">
                <c:v>71.78310033175971</c:v>
              </c:pt>
              <c:pt idx="268">
                <c:v>66.2638607461709</c:v>
              </c:pt>
              <c:pt idx="269">
                <c:v>-14.26429125087952</c:v>
              </c:pt>
              <c:pt idx="270">
                <c:v>-8.944333971900804</c:v>
              </c:pt>
              <c:pt idx="271">
                <c:v>102.63680727195108</c:v>
              </c:pt>
              <c:pt idx="272">
                <c:v>-13.30303320880218</c:v>
              </c:pt>
              <c:pt idx="273">
                <c:v>89.82179645791685</c:v>
              </c:pt>
              <c:pt idx="274">
                <c:v>112.24001814654208</c:v>
              </c:pt>
              <c:pt idx="275">
                <c:v>67.31626187011959</c:v>
              </c:pt>
              <c:pt idx="276">
                <c:v>143.9744004579446</c:v>
              </c:pt>
              <c:pt idx="277">
                <c:v>72.37532657878354</c:v>
              </c:pt>
              <c:pt idx="278">
                <c:v>-42.20972338673464</c:v>
              </c:pt>
              <c:pt idx="279">
                <c:v>89.38241864439942</c:v>
              </c:pt>
              <c:pt idx="280">
                <c:v>45.11049259297076</c:v>
              </c:pt>
              <c:pt idx="281">
                <c:v>18.696647145304343</c:v>
              </c:pt>
              <c:pt idx="282">
                <c:v>98.9587684756291</c:v>
              </c:pt>
              <c:pt idx="283">
                <c:v>-26.8655959977194</c:v>
              </c:pt>
              <c:pt idx="284">
                <c:v>-24.290150149927364</c:v>
              </c:pt>
              <c:pt idx="285">
                <c:v>93.72268491885097</c:v>
              </c:pt>
              <c:pt idx="286">
                <c:v>58.57507993337376</c:v>
              </c:pt>
              <c:pt idx="287">
                <c:v>37.95063025480469</c:v>
              </c:pt>
              <c:pt idx="288">
                <c:v>85.91838298689349</c:v>
              </c:pt>
              <c:pt idx="289">
                <c:v>93.43186142470937</c:v>
              </c:pt>
              <c:pt idx="290">
                <c:v>-33.79018426113093</c:v>
              </c:pt>
              <c:pt idx="291">
                <c:v>150.23270443872028</c:v>
              </c:pt>
              <c:pt idx="292">
                <c:v>27.577984367420985</c:v>
              </c:pt>
              <c:pt idx="293">
                <c:v>156.91652137777484</c:v>
              </c:pt>
              <c:pt idx="294">
                <c:v>32.80240108046097</c:v>
              </c:pt>
              <c:pt idx="295">
                <c:v>114.55783082095864</c:v>
              </c:pt>
              <c:pt idx="296">
                <c:v>124.6082912959239</c:v>
              </c:pt>
              <c:pt idx="297">
                <c:v>-8.033061343693845</c:v>
              </c:pt>
              <c:pt idx="298">
                <c:v>137.5288353198641</c:v>
              </c:pt>
              <c:pt idx="299">
                <c:v>40.11466260646819</c:v>
              </c:pt>
              <c:pt idx="300">
                <c:v>71.31195503796738</c:v>
              </c:pt>
              <c:pt idx="301">
                <c:v>76.93953188652488</c:v>
              </c:pt>
              <c:pt idx="302">
                <c:v>149.42763523503342</c:v>
              </c:pt>
              <c:pt idx="303">
                <c:v>11.59125349884184</c:v>
              </c:pt>
              <c:pt idx="304">
                <c:v>9.272653169221396</c:v>
              </c:pt>
              <c:pt idx="305">
                <c:v>64.69337921207013</c:v>
              </c:pt>
              <c:pt idx="306">
                <c:v>86.80461519673456</c:v>
              </c:pt>
              <c:pt idx="307">
                <c:v>61.775802535132144</c:v>
              </c:pt>
              <c:pt idx="308">
                <c:v>91.2746142287761</c:v>
              </c:pt>
              <c:pt idx="309">
                <c:v>149.4730898788152</c:v>
              </c:pt>
              <c:pt idx="310">
                <c:v>68.32384657045577</c:v>
              </c:pt>
              <c:pt idx="311">
                <c:v>101.50747880065337</c:v>
              </c:pt>
              <c:pt idx="312">
                <c:v>39.27981130065285</c:v>
              </c:pt>
              <c:pt idx="313">
                <c:v>-34.10836585494643</c:v>
              </c:pt>
              <c:pt idx="314">
                <c:v>138.27542781065745</c:v>
              </c:pt>
              <c:pt idx="315">
                <c:v>150.14833418958597</c:v>
              </c:pt>
              <c:pt idx="316">
                <c:v>80.70051004813111</c:v>
              </c:pt>
              <c:pt idx="317">
                <c:v>102.50842972145324</c:v>
              </c:pt>
              <c:pt idx="318">
                <c:v>-56.63378877426997</c:v>
              </c:pt>
              <c:pt idx="319">
                <c:v>46.77603682795936</c:v>
              </c:pt>
              <c:pt idx="320">
                <c:v>77.44145171207089</c:v>
              </c:pt>
              <c:pt idx="321">
                <c:v>32.55662921592585</c:v>
              </c:pt>
              <c:pt idx="322">
                <c:v>96.50598619835915</c:v>
              </c:pt>
              <c:pt idx="323">
                <c:v>35.030888108849055</c:v>
              </c:pt>
              <c:pt idx="324">
                <c:v>148.6297422380143</c:v>
              </c:pt>
              <c:pt idx="325">
                <c:v>129.93084407463505</c:v>
              </c:pt>
              <c:pt idx="326">
                <c:v>88.51565492010373</c:v>
              </c:pt>
              <c:pt idx="327">
                <c:v>-27.20168978199515</c:v>
              </c:pt>
              <c:pt idx="328">
                <c:v>75.94842427269539</c:v>
              </c:pt>
              <c:pt idx="329">
                <c:v>104.04931629141608</c:v>
              </c:pt>
              <c:pt idx="330">
                <c:v>92.75672073631338</c:v>
              </c:pt>
              <c:pt idx="331">
                <c:v>80.35788361686846</c:v>
              </c:pt>
              <c:pt idx="332">
                <c:v>152.25727582647275</c:v>
              </c:pt>
              <c:pt idx="333">
                <c:v>29.8208714554226</c:v>
              </c:pt>
              <c:pt idx="334">
                <c:v>85.48989486496349</c:v>
              </c:pt>
              <c:pt idx="335">
                <c:v>2.1580169339210897</c:v>
              </c:pt>
              <c:pt idx="336">
                <c:v>-8.111968434748173</c:v>
              </c:pt>
              <c:pt idx="337">
                <c:v>12.53852045055239</c:v>
              </c:pt>
              <c:pt idx="338">
                <c:v>158.06316958578574</c:v>
              </c:pt>
              <c:pt idx="339">
                <c:v>18.915811386818998</c:v>
              </c:pt>
              <c:pt idx="340">
                <c:v>164.92479877202703</c:v>
              </c:pt>
              <c:pt idx="341">
                <c:v>130.17746932396696</c:v>
              </c:pt>
              <c:pt idx="342">
                <c:v>40.74808192558166</c:v>
              </c:pt>
              <c:pt idx="343">
                <c:v>22.812719218335236</c:v>
              </c:pt>
              <c:pt idx="344">
                <c:v>67.74310538477401</c:v>
              </c:pt>
              <c:pt idx="345">
                <c:v>13.383032557555968</c:v>
              </c:pt>
              <c:pt idx="346">
                <c:v>60.126643019221035</c:v>
              </c:pt>
              <c:pt idx="347">
                <c:v>153.87416486319452</c:v>
              </c:pt>
              <c:pt idx="348">
                <c:v>121.81895207356173</c:v>
              </c:pt>
              <c:pt idx="349">
                <c:v>96.5081662310734</c:v>
              </c:pt>
              <c:pt idx="350">
                <c:v>97.82684772195323</c:v>
              </c:pt>
              <c:pt idx="351">
                <c:v>72.29747892711644</c:v>
              </c:pt>
              <c:pt idx="352">
                <c:v>30.22846573702719</c:v>
              </c:pt>
              <c:pt idx="353">
                <c:v>98.99945657173477</c:v>
              </c:pt>
              <c:pt idx="354">
                <c:v>13.967994722340837</c:v>
              </c:pt>
              <c:pt idx="355">
                <c:v>6.154249650549637</c:v>
              </c:pt>
              <c:pt idx="356">
                <c:v>20.21467861020368</c:v>
              </c:pt>
              <c:pt idx="357">
                <c:v>42.869936972878904</c:v>
              </c:pt>
              <c:pt idx="358">
                <c:v>-30.172790638218082</c:v>
              </c:pt>
              <c:pt idx="359">
                <c:v>49.54468591979098</c:v>
              </c:pt>
              <c:pt idx="360">
                <c:v>69.51605895244028</c:v>
              </c:pt>
              <c:pt idx="361">
                <c:v>-24.919156121077364</c:v>
              </c:pt>
              <c:pt idx="362">
                <c:v>19.092042665207703</c:v>
              </c:pt>
              <c:pt idx="363">
                <c:v>63.426751421910055</c:v>
              </c:pt>
              <c:pt idx="364">
                <c:v>35.73810232267503</c:v>
              </c:pt>
              <c:pt idx="365">
                <c:v>84.39456172561685</c:v>
              </c:pt>
              <c:pt idx="366">
                <c:v>95.72302312262991</c:v>
              </c:pt>
              <c:pt idx="367">
                <c:v>163.46883897786697</c:v>
              </c:pt>
              <c:pt idx="368">
                <c:v>70.41080151754171</c:v>
              </c:pt>
              <c:pt idx="369">
                <c:v>147.17686016308306</c:v>
              </c:pt>
              <c:pt idx="370">
                <c:v>-2.9805593410316735</c:v>
              </c:pt>
              <c:pt idx="371">
                <c:v>-26.855144887625727</c:v>
              </c:pt>
              <c:pt idx="372">
                <c:v>121.85090994534444</c:v>
              </c:pt>
              <c:pt idx="373">
                <c:v>67.35043602338862</c:v>
              </c:pt>
              <c:pt idx="374">
                <c:v>14.945534114983683</c:v>
              </c:pt>
              <c:pt idx="375">
                <c:v>-3.7854014181477265</c:v>
              </c:pt>
              <c:pt idx="376">
                <c:v>-33.980643826394285</c:v>
              </c:pt>
              <c:pt idx="377">
                <c:v>32.3895809997002</c:v>
              </c:pt>
              <c:pt idx="378">
                <c:v>43.93454678326668</c:v>
              </c:pt>
              <c:pt idx="379">
                <c:v>7.1944566619017465</c:v>
              </c:pt>
              <c:pt idx="380">
                <c:v>13.870112344882113</c:v>
              </c:pt>
              <c:pt idx="381">
                <c:v>65.65040650769103</c:v>
              </c:pt>
              <c:pt idx="382">
                <c:v>140.39393516714628</c:v>
              </c:pt>
              <c:pt idx="383">
                <c:v>-47.62136338562075</c:v>
              </c:pt>
              <c:pt idx="384">
                <c:v>162.9969672803334</c:v>
              </c:pt>
              <c:pt idx="385">
                <c:v>168.016154674003</c:v>
              </c:pt>
              <c:pt idx="386">
                <c:v>32.445626877885005</c:v>
              </c:pt>
              <c:pt idx="387">
                <c:v>28.277717992668</c:v>
              </c:pt>
              <c:pt idx="388">
                <c:v>121.91556992192359</c:v>
              </c:pt>
              <c:pt idx="389">
                <c:v>110.17528050308927</c:v>
              </c:pt>
              <c:pt idx="390">
                <c:v>-11.60259031631448</c:v>
              </c:pt>
              <c:pt idx="391">
                <c:v>85.76353657529344</c:v>
              </c:pt>
              <c:pt idx="392">
                <c:v>23.964031842020187</c:v>
              </c:pt>
              <c:pt idx="393">
                <c:v>72.6913964190115</c:v>
              </c:pt>
              <c:pt idx="394">
                <c:v>47.32278390645115</c:v>
              </c:pt>
              <c:pt idx="395">
                <c:v>59.511642562512975</c:v>
              </c:pt>
              <c:pt idx="396">
                <c:v>56.04549402801031</c:v>
              </c:pt>
              <c:pt idx="397">
                <c:v>110.34975458170167</c:v>
              </c:pt>
              <c:pt idx="398">
                <c:v>158.05396973203543</c:v>
              </c:pt>
              <c:pt idx="399">
                <c:v>72.36588305516081</c:v>
              </c:pt>
              <c:pt idx="400">
                <c:v>175.81096162679023</c:v>
              </c:pt>
              <c:pt idx="401">
                <c:v>167.3796077930164</c:v>
              </c:pt>
              <c:pt idx="402">
                <c:v>61.278190571567976</c:v>
              </c:pt>
              <c:pt idx="403">
                <c:v>175.95874890252526</c:v>
              </c:pt>
              <c:pt idx="404">
                <c:v>36.59856233014311</c:v>
              </c:pt>
              <c:pt idx="405">
                <c:v>172.75302378751974</c:v>
              </c:pt>
              <c:pt idx="406">
                <c:v>102.93698259460595</c:v>
              </c:pt>
              <c:pt idx="407">
                <c:v>82.73637673813475</c:v>
              </c:pt>
              <c:pt idx="408">
                <c:v>118.52705992688938</c:v>
              </c:pt>
              <c:pt idx="409">
                <c:v>23.120564270518532</c:v>
              </c:pt>
              <c:pt idx="410">
                <c:v>-27.077280667824834</c:v>
              </c:pt>
              <c:pt idx="411">
                <c:v>-26.040995698449148</c:v>
              </c:pt>
              <c:pt idx="412">
                <c:v>54.81447278076037</c:v>
              </c:pt>
              <c:pt idx="413">
                <c:v>76.79289287806509</c:v>
              </c:pt>
              <c:pt idx="414">
                <c:v>-38.00147946946578</c:v>
              </c:pt>
              <c:pt idx="415">
                <c:v>42.16622432288338</c:v>
              </c:pt>
              <c:pt idx="416">
                <c:v>20.36581954257817</c:v>
              </c:pt>
              <c:pt idx="417">
                <c:v>144.57431802191155</c:v>
              </c:pt>
              <c:pt idx="418">
                <c:v>33.418014411623005</c:v>
              </c:pt>
              <c:pt idx="419">
                <c:v>18.910321518571745</c:v>
              </c:pt>
              <c:pt idx="420">
                <c:v>-16.53083016780194</c:v>
              </c:pt>
              <c:pt idx="421">
                <c:v>39.94827454566058</c:v>
              </c:pt>
              <c:pt idx="422">
                <c:v>81.25583069065337</c:v>
              </c:pt>
              <c:pt idx="423">
                <c:v>132.67561075840104</c:v>
              </c:pt>
              <c:pt idx="424">
                <c:v>100.58598989321311</c:v>
              </c:pt>
              <c:pt idx="425">
                <c:v>18.07216393670483</c:v>
              </c:pt>
              <c:pt idx="426">
                <c:v>100.23890871020532</c:v>
              </c:pt>
              <c:pt idx="427">
                <c:v>-6.109823286275375</c:v>
              </c:pt>
              <c:pt idx="428">
                <c:v>65.10048424086946</c:v>
              </c:pt>
              <c:pt idx="429">
                <c:v>-1.6140485816684773</c:v>
              </c:pt>
              <c:pt idx="430">
                <c:v>98.3280168949191</c:v>
              </c:pt>
              <c:pt idx="431">
                <c:v>59.792419898939386</c:v>
              </c:pt>
              <c:pt idx="432">
                <c:v>82.45307597423657</c:v>
              </c:pt>
              <c:pt idx="433">
                <c:v>146.7894429003484</c:v>
              </c:pt>
              <c:pt idx="434">
                <c:v>140.4458757151997</c:v>
              </c:pt>
              <c:pt idx="435">
                <c:v>35.81557368423992</c:v>
              </c:pt>
              <c:pt idx="436">
                <c:v>89.00608526800589</c:v>
              </c:pt>
              <c:pt idx="437">
                <c:v>105.14697042355796</c:v>
              </c:pt>
              <c:pt idx="438">
                <c:v>88.87227805446354</c:v>
              </c:pt>
              <c:pt idx="439">
                <c:v>1.7945656792843678</c:v>
              </c:pt>
              <c:pt idx="440">
                <c:v>32.24704124178798</c:v>
              </c:pt>
              <c:pt idx="441">
                <c:v>63.84993802647442</c:v>
              </c:pt>
              <c:pt idx="442">
                <c:v>50.673249244101186</c:v>
              </c:pt>
              <c:pt idx="443">
                <c:v>68.38980045884588</c:v>
              </c:pt>
              <c:pt idx="444">
                <c:v>-15.91574642393169</c:v>
              </c:pt>
              <c:pt idx="445">
                <c:v>-7.9514979673778825</c:v>
              </c:pt>
              <c:pt idx="446">
                <c:v>103.68118972644545</c:v>
              </c:pt>
              <c:pt idx="447">
                <c:v>15.80289310948562</c:v>
              </c:pt>
              <c:pt idx="448">
                <c:v>107.72794056606801</c:v>
              </c:pt>
              <c:pt idx="449">
                <c:v>-38.07747836996521</c:v>
              </c:pt>
              <c:pt idx="450">
                <c:v>58.65575125468085</c:v>
              </c:pt>
              <c:pt idx="451">
                <c:v>-2.2715180011372738</c:v>
              </c:pt>
              <c:pt idx="452">
                <c:v>20.20959541416371</c:v>
              </c:pt>
              <c:pt idx="453">
                <c:v>105.6795178142838</c:v>
              </c:pt>
              <c:pt idx="454">
                <c:v>39.773575385574105</c:v>
              </c:pt>
              <c:pt idx="455">
                <c:v>93.42564393183935</c:v>
              </c:pt>
              <c:pt idx="456">
                <c:v>99.00474943283395</c:v>
              </c:pt>
              <c:pt idx="457">
                <c:v>-12.671492724576401</c:v>
              </c:pt>
              <c:pt idx="458">
                <c:v>122.33597507663355</c:v>
              </c:pt>
              <c:pt idx="459">
                <c:v>75.0392463162001</c:v>
              </c:pt>
              <c:pt idx="460">
                <c:v>43.87024268217412</c:v>
              </c:pt>
              <c:pt idx="461">
                <c:v>47.30479312471299</c:v>
              </c:pt>
              <c:pt idx="462">
                <c:v>108.6443926137341</c:v>
              </c:pt>
              <c:pt idx="463">
                <c:v>-7.76376298075561</c:v>
              </c:pt>
              <c:pt idx="464">
                <c:v>98.35672277094093</c:v>
              </c:pt>
              <c:pt idx="465">
                <c:v>109.44134833001507</c:v>
              </c:pt>
              <c:pt idx="466">
                <c:v>145.10556831946286</c:v>
              </c:pt>
              <c:pt idx="467">
                <c:v>-13.366801221360014</c:v>
              </c:pt>
              <c:pt idx="468">
                <c:v>178.70936213658842</c:v>
              </c:pt>
              <c:pt idx="469">
                <c:v>10.077607530489907</c:v>
              </c:pt>
              <c:pt idx="470">
                <c:v>40.48650620565218</c:v>
              </c:pt>
              <c:pt idx="471">
                <c:v>-40.637866334356474</c:v>
              </c:pt>
              <c:pt idx="472">
                <c:v>-35.68846038529298</c:v>
              </c:pt>
              <c:pt idx="473">
                <c:v>-61.299467703529444</c:v>
              </c:pt>
              <c:pt idx="474">
                <c:v>25.784257617764435</c:v>
              </c:pt>
              <c:pt idx="475">
                <c:v>67.84176108475879</c:v>
              </c:pt>
              <c:pt idx="476">
                <c:v>86.88772467624592</c:v>
              </c:pt>
              <c:pt idx="477">
                <c:v>132.07986231490761</c:v>
              </c:pt>
              <c:pt idx="478">
                <c:v>-30.36696329303336</c:v>
              </c:pt>
              <c:pt idx="479">
                <c:v>171.38631095090773</c:v>
              </c:pt>
              <c:pt idx="480">
                <c:v>119.58609565277594</c:v>
              </c:pt>
              <c:pt idx="481">
                <c:v>21.721013795579754</c:v>
              </c:pt>
              <c:pt idx="482">
                <c:v>21.748851701977596</c:v>
              </c:pt>
              <c:pt idx="483">
                <c:v>-7.967843787961364</c:v>
              </c:pt>
              <c:pt idx="484">
                <c:v>31.70493184707571</c:v>
              </c:pt>
              <c:pt idx="485">
                <c:v>77.44777570491011</c:v>
              </c:pt>
              <c:pt idx="486">
                <c:v>21.36060443817023</c:v>
              </c:pt>
              <c:pt idx="487">
                <c:v>91.92740601562505</c:v>
              </c:pt>
              <c:pt idx="488">
                <c:v>72.52380141349161</c:v>
              </c:pt>
              <c:pt idx="489">
                <c:v>53.01776840299593</c:v>
              </c:pt>
              <c:pt idx="490">
                <c:v>161.84209653581937</c:v>
              </c:pt>
              <c:pt idx="491">
                <c:v>144.364649115203</c:v>
              </c:pt>
              <c:pt idx="492">
                <c:v>-9.671621072922123</c:v>
              </c:pt>
              <c:pt idx="493">
                <c:v>28.223393624489002</c:v>
              </c:pt>
              <c:pt idx="494">
                <c:v>-24.65045099184176</c:v>
              </c:pt>
              <c:pt idx="495">
                <c:v>177.0641074340917</c:v>
              </c:pt>
              <c:pt idx="496">
                <c:v>95.80747051583303</c:v>
              </c:pt>
              <c:pt idx="497">
                <c:v>-57.72673481513266</c:v>
              </c:pt>
              <c:pt idx="498">
                <c:v>20.274115393084696</c:v>
              </c:pt>
              <c:pt idx="499">
                <c:v>71.87660626746302</c:v>
              </c:pt>
              <c:pt idx="500">
                <c:v>90.60242683616477</c:v>
              </c:pt>
              <c:pt idx="501">
                <c:v>-22.40680468763109</c:v>
              </c:pt>
              <c:pt idx="502">
                <c:v>-18.18285326898466</c:v>
              </c:pt>
              <c:pt idx="503">
                <c:v>157.07737966292424</c:v>
              </c:pt>
              <c:pt idx="504">
                <c:v>-29.61303888317115</c:v>
              </c:pt>
              <c:pt idx="505">
                <c:v>36.93373270083768</c:v>
              </c:pt>
              <c:pt idx="506">
                <c:v>74.69991843989403</c:v>
              </c:pt>
              <c:pt idx="507">
                <c:v>46.20712976050986</c:v>
              </c:pt>
              <c:pt idx="508">
                <c:v>44.593603519378945</c:v>
              </c:pt>
              <c:pt idx="509">
                <c:v>2.3526415293869505</c:v>
              </c:pt>
              <c:pt idx="510">
                <c:v>19.913182833949964</c:v>
              </c:pt>
              <c:pt idx="511">
                <c:v>71.23052647611983</c:v>
              </c:pt>
              <c:pt idx="512">
                <c:v>-0.6352608319706654</c:v>
              </c:pt>
              <c:pt idx="513">
                <c:v>30.4903942448751</c:v>
              </c:pt>
              <c:pt idx="514">
                <c:v>-43.79089969258443</c:v>
              </c:pt>
              <c:pt idx="515">
                <c:v>14.399459586228826</c:v>
              </c:pt>
              <c:pt idx="516">
                <c:v>-13.34636120391604</c:v>
              </c:pt>
              <c:pt idx="517">
                <c:v>78.18017703357843</c:v>
              </c:pt>
              <c:pt idx="518">
                <c:v>117.31588827615995</c:v>
              </c:pt>
              <c:pt idx="519">
                <c:v>137.49249767213144</c:v>
              </c:pt>
              <c:pt idx="520">
                <c:v>-39.14177093456692</c:v>
              </c:pt>
              <c:pt idx="521">
                <c:v>143.0749175494291</c:v>
              </c:pt>
              <c:pt idx="522">
                <c:v>154.04036163971554</c:v>
              </c:pt>
              <c:pt idx="523">
                <c:v>-24.373044077256978</c:v>
              </c:pt>
              <c:pt idx="524">
                <c:v>109.49760362528893</c:v>
              </c:pt>
              <c:pt idx="525">
                <c:v>11.100116798608575</c:v>
              </c:pt>
              <c:pt idx="526">
                <c:v>91.7832220306187</c:v>
              </c:pt>
              <c:pt idx="527">
                <c:v>26.78002077805584</c:v>
              </c:pt>
              <c:pt idx="528">
                <c:v>143.0583828878133</c:v>
              </c:pt>
              <c:pt idx="529">
                <c:v>125.91244513734692</c:v>
              </c:pt>
              <c:pt idx="530">
                <c:v>111.82355463335459</c:v>
              </c:pt>
              <c:pt idx="531">
                <c:v>157.74029352281624</c:v>
              </c:pt>
              <c:pt idx="532">
                <c:v>33.0784088660489</c:v>
              </c:pt>
              <c:pt idx="533">
                <c:v>109.38884272497144</c:v>
              </c:pt>
              <c:pt idx="534">
                <c:v>155.33066633973453</c:v>
              </c:pt>
              <c:pt idx="535">
                <c:v>74.27334985663603</c:v>
              </c:pt>
              <c:pt idx="536">
                <c:v>59.66862254232653</c:v>
              </c:pt>
              <c:pt idx="537">
                <c:v>2.287139201975613</c:v>
              </c:pt>
              <c:pt idx="538">
                <c:v>154.47957555424014</c:v>
              </c:pt>
              <c:pt idx="539">
                <c:v>-25.666824760984852</c:v>
              </c:pt>
              <c:pt idx="540">
                <c:v>86.29322200500368</c:v>
              </c:pt>
              <c:pt idx="541">
                <c:v>-65.1631843224561</c:v>
              </c:pt>
              <c:pt idx="542">
                <c:v>90.61435075359503</c:v>
              </c:pt>
              <c:pt idx="543">
                <c:v>4.550606925138425</c:v>
              </c:pt>
              <c:pt idx="544">
                <c:v>-41.73957691770558</c:v>
              </c:pt>
              <c:pt idx="545">
                <c:v>-21.06895023810117</c:v>
              </c:pt>
              <c:pt idx="546">
                <c:v>146.06389493177332</c:v>
              </c:pt>
              <c:pt idx="547">
                <c:v>-41.35001718210974</c:v>
              </c:pt>
              <c:pt idx="548">
                <c:v>5.596278767713848</c:v>
              </c:pt>
              <c:pt idx="549">
                <c:v>-16.936258307776292</c:v>
              </c:pt>
              <c:pt idx="550">
                <c:v>8.372898914139537</c:v>
              </c:pt>
              <c:pt idx="551">
                <c:v>119.83800857318256</c:v>
              </c:pt>
              <c:pt idx="552">
                <c:v>59.81201871572637</c:v>
              </c:pt>
              <c:pt idx="553">
                <c:v>-14.66605923898539</c:v>
              </c:pt>
              <c:pt idx="554">
                <c:v>56.348683884600774</c:v>
              </c:pt>
              <c:pt idx="555">
                <c:v>53.16925260792931</c:v>
              </c:pt>
              <c:pt idx="556">
                <c:v>16.66571679313164</c:v>
              </c:pt>
              <c:pt idx="557">
                <c:v>86.35799117331527</c:v>
              </c:pt>
              <c:pt idx="558">
                <c:v>8.434235050896806</c:v>
              </c:pt>
              <c:pt idx="559">
                <c:v>-23.138913561909387</c:v>
              </c:pt>
              <c:pt idx="560">
                <c:v>88.05672439232828</c:v>
              </c:pt>
              <c:pt idx="561">
                <c:v>100.38547883460657</c:v>
              </c:pt>
              <c:pt idx="562">
                <c:v>142.09151805924304</c:v>
              </c:pt>
              <c:pt idx="563">
                <c:v>128.4592596512609</c:v>
              </c:pt>
              <c:pt idx="564">
                <c:v>106.72491603108249</c:v>
              </c:pt>
              <c:pt idx="565">
                <c:v>6.581038456145613</c:v>
              </c:pt>
              <c:pt idx="566">
                <c:v>-8.945439924417464</c:v>
              </c:pt>
              <c:pt idx="567">
                <c:v>26.0719986738568</c:v>
              </c:pt>
              <c:pt idx="568">
                <c:v>134.11910472538938</c:v>
              </c:pt>
              <c:pt idx="569">
                <c:v>22.17432296295102</c:v>
              </c:pt>
              <c:pt idx="570">
                <c:v>-39.7716903319633</c:v>
              </c:pt>
              <c:pt idx="571">
                <c:v>97.14358713268032</c:v>
              </c:pt>
              <c:pt idx="572">
                <c:v>74.23504016465769</c:v>
              </c:pt>
              <c:pt idx="573">
                <c:v>-52.24194686917183</c:v>
              </c:pt>
              <c:pt idx="574">
                <c:v>8.295849608892432</c:v>
              </c:pt>
              <c:pt idx="575">
                <c:v>98.23053803116058</c:v>
              </c:pt>
              <c:pt idx="576">
                <c:v>-29.77629122244094</c:v>
              </c:pt>
              <c:pt idx="577">
                <c:v>174.554471671172</c:v>
              </c:pt>
              <c:pt idx="578">
                <c:v>-47.40449696164022</c:v>
              </c:pt>
              <c:pt idx="579">
                <c:v>32.771495374361606</c:v>
              </c:pt>
              <c:pt idx="580">
                <c:v>88.57679234675115</c:v>
              </c:pt>
              <c:pt idx="581">
                <c:v>5.9696235246344145</c:v>
              </c:pt>
              <c:pt idx="582">
                <c:v>-61.96705900429089</c:v>
              </c:pt>
              <c:pt idx="583">
                <c:v>61.77802602080054</c:v>
              </c:pt>
              <c:pt idx="584">
                <c:v>53.15367782031704</c:v>
              </c:pt>
              <c:pt idx="585">
                <c:v>162.98818652599155</c:v>
              </c:pt>
              <c:pt idx="586">
                <c:v>77.0963678237706</c:v>
              </c:pt>
              <c:pt idx="587">
                <c:v>110.29847971018368</c:v>
              </c:pt>
              <c:pt idx="588">
                <c:v>8.64867466448542</c:v>
              </c:pt>
              <c:pt idx="589">
                <c:v>81.93988376390617</c:v>
              </c:pt>
              <c:pt idx="590">
                <c:v>-41.06703028671036</c:v>
              </c:pt>
              <c:pt idx="591">
                <c:v>-34.057631885115065</c:v>
              </c:pt>
              <c:pt idx="592">
                <c:v>-14.383655325137035</c:v>
              </c:pt>
              <c:pt idx="593">
                <c:v>0.13111645656592685</c:v>
              </c:pt>
              <c:pt idx="594">
                <c:v>12.47500359263202</c:v>
              </c:pt>
              <c:pt idx="595">
                <c:v>73.09603844047717</c:v>
              </c:pt>
              <c:pt idx="596">
                <c:v>79.89069342102728</c:v>
              </c:pt>
              <c:pt idx="597">
                <c:v>-0.35979526387919236</c:v>
              </c:pt>
              <c:pt idx="598">
                <c:v>-47.799792763962664</c:v>
              </c:pt>
              <c:pt idx="599">
                <c:v>99.41205415162254</c:v>
              </c:pt>
              <c:pt idx="600">
                <c:v>94.92781360135359</c:v>
              </c:pt>
              <c:pt idx="601">
                <c:v>-21.638016688602825</c:v>
              </c:pt>
              <c:pt idx="602">
                <c:v>158.51732783313008</c:v>
              </c:pt>
              <c:pt idx="603">
                <c:v>76.30733167490223</c:v>
              </c:pt>
              <c:pt idx="604">
                <c:v>58.5109523335947</c:v>
              </c:pt>
              <c:pt idx="605">
                <c:v>-40.94397208556355</c:v>
              </c:pt>
              <c:pt idx="606">
                <c:v>169.70523321165936</c:v>
              </c:pt>
              <c:pt idx="607">
                <c:v>148.97659201956154</c:v>
              </c:pt>
              <c:pt idx="608">
                <c:v>114.3664490603664</c:v>
              </c:pt>
              <c:pt idx="609">
                <c:v>69.23241098053337</c:v>
              </c:pt>
              <c:pt idx="610">
                <c:v>12.60016248269454</c:v>
              </c:pt>
              <c:pt idx="611">
                <c:v>143.81987013604</c:v>
              </c:pt>
              <c:pt idx="612">
                <c:v>122.70759183193296</c:v>
              </c:pt>
              <c:pt idx="613">
                <c:v>42.1849857705198</c:v>
              </c:pt>
              <c:pt idx="614">
                <c:v>-62.06418524869025</c:v>
              </c:pt>
              <c:pt idx="615">
                <c:v>9.70810602297048</c:v>
              </c:pt>
              <c:pt idx="616">
                <c:v>-15.870967152838029</c:v>
              </c:pt>
              <c:pt idx="617">
                <c:v>-15.605456272541074</c:v>
              </c:pt>
              <c:pt idx="618">
                <c:v>93.04330510317314</c:v>
              </c:pt>
              <c:pt idx="619">
                <c:v>83.8494395884331</c:v>
              </c:pt>
              <c:pt idx="620">
                <c:v>94.53902853097757</c:v>
              </c:pt>
              <c:pt idx="621">
                <c:v>118.991050540546</c:v>
              </c:pt>
              <c:pt idx="622">
                <c:v>89.00111894137582</c:v>
              </c:pt>
              <c:pt idx="623">
                <c:v>-35.281613992466255</c:v>
              </c:pt>
              <c:pt idx="624">
                <c:v>15.184767584804856</c:v>
              </c:pt>
              <c:pt idx="625">
                <c:v>106.63455727959311</c:v>
              </c:pt>
              <c:pt idx="626">
                <c:v>-41.3809541933141</c:v>
              </c:pt>
              <c:pt idx="627">
                <c:v>106.15963086822971</c:v>
              </c:pt>
              <c:pt idx="628">
                <c:v>83.98544509575092</c:v>
              </c:pt>
              <c:pt idx="629">
                <c:v>-5.951163215518662</c:v>
              </c:pt>
              <c:pt idx="630">
                <c:v>26.86904077734152</c:v>
              </c:pt>
              <c:pt idx="631">
                <c:v>-14.33391692106586</c:v>
              </c:pt>
              <c:pt idx="632">
                <c:v>66.62807254977626</c:v>
              </c:pt>
              <c:pt idx="633">
                <c:v>173.18360871359022</c:v>
              </c:pt>
              <c:pt idx="634">
                <c:v>68.55636084830485</c:v>
              </c:pt>
              <c:pt idx="635">
                <c:v>-17.441129752329147</c:v>
              </c:pt>
              <c:pt idx="636">
                <c:v>140.62804647411934</c:v>
              </c:pt>
              <c:pt idx="637">
                <c:v>15.173742219486453</c:v>
              </c:pt>
              <c:pt idx="638">
                <c:v>107.80280204682556</c:v>
              </c:pt>
              <c:pt idx="639">
                <c:v>99.25169263030261</c:v>
              </c:pt>
              <c:pt idx="640">
                <c:v>118.48410495650243</c:v>
              </c:pt>
              <c:pt idx="641">
                <c:v>-23.505475868508867</c:v>
              </c:pt>
              <c:pt idx="642">
                <c:v>32.03821382152874</c:v>
              </c:pt>
              <c:pt idx="643">
                <c:v>92.96009772989095</c:v>
              </c:pt>
              <c:pt idx="644">
                <c:v>158.2269835305151</c:v>
              </c:pt>
              <c:pt idx="645">
                <c:v>75.88881010280114</c:v>
              </c:pt>
              <c:pt idx="646">
                <c:v>-9.12660965911623</c:v>
              </c:pt>
              <c:pt idx="647">
                <c:v>-34.62866557263685</c:v>
              </c:pt>
              <c:pt idx="648">
                <c:v>-15.11308379160388</c:v>
              </c:pt>
              <c:pt idx="649">
                <c:v>65.97208017614246</c:v>
              </c:pt>
              <c:pt idx="650">
                <c:v>24.5836083415407</c:v>
              </c:pt>
              <c:pt idx="651">
                <c:v>-33.34000028617311</c:v>
              </c:pt>
              <c:pt idx="652">
                <c:v>74.63527419650926</c:v>
              </c:pt>
              <c:pt idx="653">
                <c:v>100.2408289811914</c:v>
              </c:pt>
              <c:pt idx="654">
                <c:v>-47.573000763208526</c:v>
              </c:pt>
              <c:pt idx="655">
                <c:v>76.00088187002848</c:v>
              </c:pt>
              <c:pt idx="656">
                <c:v>-38.05967156725144</c:v>
              </c:pt>
              <c:pt idx="657">
                <c:v>86.94227147207164</c:v>
              </c:pt>
              <c:pt idx="658">
                <c:v>60.58195522909641</c:v>
              </c:pt>
              <c:pt idx="659">
                <c:v>-16.404821758307616</c:v>
              </c:pt>
              <c:pt idx="660">
                <c:v>56.09340705653611</c:v>
              </c:pt>
              <c:pt idx="661">
                <c:v>138.41112383756996</c:v>
              </c:pt>
              <c:pt idx="662">
                <c:v>23.20059763200162</c:v>
              </c:pt>
              <c:pt idx="663">
                <c:v>175.15062951407822</c:v>
              </c:pt>
              <c:pt idx="664">
                <c:v>7.918437655776994</c:v>
              </c:pt>
              <c:pt idx="665">
                <c:v>72.20001179584843</c:v>
              </c:pt>
              <c:pt idx="666">
                <c:v>139.3907630294003</c:v>
              </c:pt>
              <c:pt idx="667">
                <c:v>1.4383209064058526</c:v>
              </c:pt>
              <c:pt idx="668">
                <c:v>164.7644418884054</c:v>
              </c:pt>
              <c:pt idx="669">
                <c:v>92.33678913152393</c:v>
              </c:pt>
              <c:pt idx="670">
                <c:v>33.05039389871244</c:v>
              </c:pt>
              <c:pt idx="671">
                <c:v>82.31831009770134</c:v>
              </c:pt>
              <c:pt idx="672">
                <c:v>61.40784166363866</c:v>
              </c:pt>
              <c:pt idx="673">
                <c:v>155.6870931385442</c:v>
              </c:pt>
              <c:pt idx="674">
                <c:v>54.206136661711085</c:v>
              </c:pt>
              <c:pt idx="675">
                <c:v>12.072883773822976</c:v>
              </c:pt>
              <c:pt idx="676">
                <c:v>-7.199538739537134</c:v>
              </c:pt>
              <c:pt idx="677">
                <c:v>174.82869862863362</c:v>
              </c:pt>
              <c:pt idx="678">
                <c:v>-37.952013824209814</c:v>
              </c:pt>
              <c:pt idx="679">
                <c:v>105.16656044857905</c:v>
              </c:pt>
              <c:pt idx="680">
                <c:v>0.1889558887787537</c:v>
              </c:pt>
              <c:pt idx="681">
                <c:v>123.58638559168655</c:v>
              </c:pt>
              <c:pt idx="682">
                <c:v>55.60163497107084</c:v>
              </c:pt>
              <c:pt idx="683">
                <c:v>152.6080047277719</c:v>
              </c:pt>
              <c:pt idx="684">
                <c:v>3.932883792838176</c:v>
              </c:pt>
              <c:pt idx="685">
                <c:v>53.10321454198444</c:v>
              </c:pt>
              <c:pt idx="686">
                <c:v>168.36448093307357</c:v>
              </c:pt>
              <c:pt idx="687">
                <c:v>102.30830579746754</c:v>
              </c:pt>
              <c:pt idx="688">
                <c:v>15.904155429908432</c:v>
              </c:pt>
              <c:pt idx="689">
                <c:v>80.2923057239458</c:v>
              </c:pt>
              <c:pt idx="690">
                <c:v>49.90850717294157</c:v>
              </c:pt>
              <c:pt idx="691">
                <c:v>160.54377686242697</c:v>
              </c:pt>
              <c:pt idx="692">
                <c:v>174.5112507999486</c:v>
              </c:pt>
              <c:pt idx="693">
                <c:v>1.2694903940783782</c:v>
              </c:pt>
              <c:pt idx="694">
                <c:v>95.21337965654514</c:v>
              </c:pt>
              <c:pt idx="695">
                <c:v>103.10746777521997</c:v>
              </c:pt>
              <c:pt idx="696">
                <c:v>116.16436633305618</c:v>
              </c:pt>
              <c:pt idx="697">
                <c:v>45.20730109053123</c:v>
              </c:pt>
              <c:pt idx="698">
                <c:v>58.22313103482141</c:v>
              </c:pt>
              <c:pt idx="699">
                <c:v>177.5151697478643</c:v>
              </c:pt>
              <c:pt idx="700">
                <c:v>42.38756468150919</c:v>
              </c:pt>
              <c:pt idx="701">
                <c:v>-15.947771402549707</c:v>
              </c:pt>
              <c:pt idx="702">
                <c:v>-47.41677402003067</c:v>
              </c:pt>
              <c:pt idx="703">
                <c:v>12.351166658825235</c:v>
              </c:pt>
              <c:pt idx="704">
                <c:v>55.40401664066633</c:v>
              </c:pt>
              <c:pt idx="705">
                <c:v>149.24458765697105</c:v>
              </c:pt>
              <c:pt idx="706">
                <c:v>105.04691744877633</c:v>
              </c:pt>
              <c:pt idx="707">
                <c:v>2.3324628049169434</c:v>
              </c:pt>
              <c:pt idx="708">
                <c:v>86.12730965006178</c:v>
              </c:pt>
              <c:pt idx="709">
                <c:v>145.2373121866547</c:v>
              </c:pt>
              <c:pt idx="710">
                <c:v>8.90523843083206</c:v>
              </c:pt>
              <c:pt idx="711">
                <c:v>87.02657518241571</c:v>
              </c:pt>
              <c:pt idx="712">
                <c:v>66.01022685138032</c:v>
              </c:pt>
              <c:pt idx="713">
                <c:v>-27.187641847516232</c:v>
              </c:pt>
              <c:pt idx="714">
                <c:v>178.25506897062027</c:v>
              </c:pt>
              <c:pt idx="715">
                <c:v>41.44752745262795</c:v>
              </c:pt>
              <c:pt idx="716">
                <c:v>7.810121092741252</c:v>
              </c:pt>
              <c:pt idx="717">
                <c:v>161.1229011217745</c:v>
              </c:pt>
              <c:pt idx="718">
                <c:v>116.91090642983055</c:v>
              </c:pt>
              <c:pt idx="719">
                <c:v>-32.88785679692901</c:v>
              </c:pt>
              <c:pt idx="720">
                <c:v>-27.981731893512567</c:v>
              </c:pt>
              <c:pt idx="721">
                <c:v>133.05651187307257</c:v>
              </c:pt>
              <c:pt idx="722">
                <c:v>19.597442707772817</c:v>
              </c:pt>
              <c:pt idx="723">
                <c:v>98.66470841003577</c:v>
              </c:pt>
              <c:pt idx="724">
                <c:v>180.00166451396578</c:v>
              </c:pt>
              <c:pt idx="725">
                <c:v>155.98534799719963</c:v>
              </c:pt>
              <c:pt idx="726">
                <c:v>142.19211146716697</c:v>
              </c:pt>
              <c:pt idx="727">
                <c:v>100.84390533410092</c:v>
              </c:pt>
              <c:pt idx="728">
                <c:v>14.57737262848482</c:v>
              </c:pt>
              <c:pt idx="729">
                <c:v>88.62492836753266</c:v>
              </c:pt>
              <c:pt idx="730">
                <c:v>29.5501269508737</c:v>
              </c:pt>
              <c:pt idx="731">
                <c:v>140.1862008516004</c:v>
              </c:pt>
              <c:pt idx="732">
                <c:v>82.41565631477528</c:v>
              </c:pt>
              <c:pt idx="733">
                <c:v>146.61595120433074</c:v>
              </c:pt>
              <c:pt idx="734">
                <c:v>96.64717415532739</c:v>
              </c:pt>
              <c:pt idx="735">
                <c:v>0.6872688134863871</c:v>
              </c:pt>
              <c:pt idx="736">
                <c:v>175.6133107207619</c:v>
              </c:pt>
              <c:pt idx="737">
                <c:v>42.88091245502359</c:v>
              </c:pt>
              <c:pt idx="738">
                <c:v>14.472432681204037</c:v>
              </c:pt>
              <c:pt idx="739">
                <c:v>151.81522673636616</c:v>
              </c:pt>
              <c:pt idx="740">
                <c:v>-13.81607337418388</c:v>
              </c:pt>
              <c:pt idx="741">
                <c:v>149.9312982065375</c:v>
              </c:pt>
              <c:pt idx="742">
                <c:v>104.34076689567426</c:v>
              </c:pt>
              <c:pt idx="743">
                <c:v>58.13548685884942</c:v>
              </c:pt>
              <c:pt idx="744">
                <c:v>70.35125208042089</c:v>
              </c:pt>
              <c:pt idx="745">
                <c:v>-34.486036068615434</c:v>
              </c:pt>
              <c:pt idx="746">
                <c:v>-58.50795733303579</c:v>
              </c:pt>
              <c:pt idx="747">
                <c:v>19.53770808538992</c:v>
              </c:pt>
              <c:pt idx="748">
                <c:v>8.951198736402798</c:v>
              </c:pt>
              <c:pt idx="749">
                <c:v>30.43467047234523</c:v>
              </c:pt>
              <c:pt idx="750">
                <c:v>-15.975196921706253</c:v>
              </c:pt>
              <c:pt idx="751">
                <c:v>140.12005890565453</c:v>
              </c:pt>
              <c:pt idx="752">
                <c:v>60.77370290708129</c:v>
              </c:pt>
              <c:pt idx="753">
                <c:v>56.083345720034686</c:v>
              </c:pt>
              <c:pt idx="754">
                <c:v>99.66787441615041</c:v>
              </c:pt>
              <c:pt idx="755">
                <c:v>95.78848140198252</c:v>
              </c:pt>
              <c:pt idx="756">
                <c:v>48.55503536640819</c:v>
              </c:pt>
              <c:pt idx="757">
                <c:v>118.37572443496295</c:v>
              </c:pt>
              <c:pt idx="758">
                <c:v>11.253493301035164</c:v>
              </c:pt>
              <c:pt idx="759">
                <c:v>81.83002690003237</c:v>
              </c:pt>
              <c:pt idx="760">
                <c:v>14.278441718184464</c:v>
              </c:pt>
              <c:pt idx="761">
                <c:v>52.04929325752258</c:v>
              </c:pt>
              <c:pt idx="762">
                <c:v>127.62899333557134</c:v>
              </c:pt>
              <c:pt idx="763">
                <c:v>-11.652155637354067</c:v>
              </c:pt>
              <c:pt idx="764">
                <c:v>170.2823456404079</c:v>
              </c:pt>
              <c:pt idx="765">
                <c:v>-25.08996985036933</c:v>
              </c:pt>
              <c:pt idx="766">
                <c:v>103.23053128613195</c:v>
              </c:pt>
              <c:pt idx="767">
                <c:v>-30.50558153380848</c:v>
              </c:pt>
              <c:pt idx="768">
                <c:v>0.23143121042722825</c:v>
              </c:pt>
              <c:pt idx="769">
                <c:v>95.68413052000218</c:v>
              </c:pt>
              <c:pt idx="770">
                <c:v>109.71081518380412</c:v>
              </c:pt>
              <c:pt idx="771">
                <c:v>121.76495924744317</c:v>
              </c:pt>
              <c:pt idx="772">
                <c:v>83.89483159684762</c:v>
              </c:pt>
              <c:pt idx="773">
                <c:v>44.27544721266338</c:v>
              </c:pt>
              <c:pt idx="774">
                <c:v>70.2158209596162</c:v>
              </c:pt>
              <c:pt idx="775">
                <c:v>145.19843980229473</c:v>
              </c:pt>
              <c:pt idx="776">
                <c:v>174.6390972043892</c:v>
              </c:pt>
              <c:pt idx="777">
                <c:v>96.43779789863163</c:v>
              </c:pt>
              <c:pt idx="778">
                <c:v>43.04366449506405</c:v>
              </c:pt>
              <c:pt idx="779">
                <c:v>4.960264829425967</c:v>
              </c:pt>
              <c:pt idx="780">
                <c:v>85.14883399241917</c:v>
              </c:pt>
              <c:pt idx="781">
                <c:v>140.04713824974286</c:v>
              </c:pt>
              <c:pt idx="782">
                <c:v>52.555665627685215</c:v>
              </c:pt>
              <c:pt idx="783">
                <c:v>130.82096859614694</c:v>
              </c:pt>
              <c:pt idx="784">
                <c:v>161.10241948384754</c:v>
              </c:pt>
              <c:pt idx="785">
                <c:v>73.874024523941</c:v>
              </c:pt>
              <c:pt idx="786">
                <c:v>132.3475058635235</c:v>
              </c:pt>
              <c:pt idx="787">
                <c:v>117.85683066659156</c:v>
              </c:pt>
              <c:pt idx="788">
                <c:v>28.715824148753935</c:v>
              </c:pt>
              <c:pt idx="789">
                <c:v>106.97428028455603</c:v>
              </c:pt>
              <c:pt idx="790">
                <c:v>63.42429382406739</c:v>
              </c:pt>
              <c:pt idx="791">
                <c:v>-1.8609155203171355</c:v>
              </c:pt>
              <c:pt idx="792">
                <c:v>30.351779968801676</c:v>
              </c:pt>
              <c:pt idx="793">
                <c:v>148.57827824567946</c:v>
              </c:pt>
              <c:pt idx="794">
                <c:v>-24.404149051095885</c:v>
              </c:pt>
              <c:pt idx="795">
                <c:v>-22.018123552786246</c:v>
              </c:pt>
              <c:pt idx="796">
                <c:v>139.8289406002594</c:v>
              </c:pt>
              <c:pt idx="797">
                <c:v>60.28328671568444</c:v>
              </c:pt>
              <c:pt idx="798">
                <c:v>23.102442019461446</c:v>
              </c:pt>
              <c:pt idx="799">
                <c:v>2.9541002157869656</c:v>
              </c:pt>
              <c:pt idx="800">
                <c:v>52.941222694442715</c:v>
              </c:pt>
              <c:pt idx="801">
                <c:v>72.65734147131714</c:v>
              </c:pt>
              <c:pt idx="802">
                <c:v>82.7437090220429</c:v>
              </c:pt>
              <c:pt idx="803">
                <c:v>160.9681614186791</c:v>
              </c:pt>
              <c:pt idx="804">
                <c:v>-39.60958851923675</c:v>
              </c:pt>
              <c:pt idx="805">
                <c:v>8.631751412532356</c:v>
              </c:pt>
              <c:pt idx="806">
                <c:v>106.98002538641663</c:v>
              </c:pt>
              <c:pt idx="807">
                <c:v>79.69702371670527</c:v>
              </c:pt>
              <c:pt idx="808">
                <c:v>96.29814276070123</c:v>
              </c:pt>
              <c:pt idx="809">
                <c:v>-13.419218222646624</c:v>
              </c:pt>
              <c:pt idx="810">
                <c:v>79.27480173855173</c:v>
              </c:pt>
              <c:pt idx="811">
                <c:v>156.2432395933475</c:v>
              </c:pt>
              <c:pt idx="812">
                <c:v>35.35220097059211</c:v>
              </c:pt>
              <c:pt idx="813">
                <c:v>-27.555641188986726</c:v>
              </c:pt>
              <c:pt idx="814">
                <c:v>100.2876304679307</c:v>
              </c:pt>
              <c:pt idx="815">
                <c:v>98.78841849797264</c:v>
              </c:pt>
              <c:pt idx="816">
                <c:v>-5.211874253516514</c:v>
              </c:pt>
              <c:pt idx="817">
                <c:v>26.275579527672154</c:v>
              </c:pt>
              <c:pt idx="818">
                <c:v>129.47390552975506</c:v>
              </c:pt>
              <c:pt idx="819">
                <c:v>56.0542506629933</c:v>
              </c:pt>
              <c:pt idx="820">
                <c:v>105.38600112886724</c:v>
              </c:pt>
              <c:pt idx="821">
                <c:v>79.50111190845563</c:v>
              </c:pt>
              <c:pt idx="822">
                <c:v>125.04328608799223</c:v>
              </c:pt>
              <c:pt idx="823">
                <c:v>54.89373544796442</c:v>
              </c:pt>
              <c:pt idx="824">
                <c:v>-42.35799034590647</c:v>
              </c:pt>
              <c:pt idx="825">
                <c:v>75.39614318215553</c:v>
              </c:pt>
              <c:pt idx="826">
                <c:v>-8.30443585721665</c:v>
              </c:pt>
              <c:pt idx="827">
                <c:v>-16.258088647569192</c:v>
              </c:pt>
              <c:pt idx="828">
                <c:v>39.68915335948472</c:v>
              </c:pt>
              <c:pt idx="829">
                <c:v>14.502391939383184</c:v>
              </c:pt>
              <c:pt idx="830">
                <c:v>157.70831231625482</c:v>
              </c:pt>
              <c:pt idx="831">
                <c:v>146.7821407321501</c:v>
              </c:pt>
              <c:pt idx="832">
                <c:v>87.56812545448385</c:v>
              </c:pt>
              <c:pt idx="833">
                <c:v>58.63566567186575</c:v>
              </c:pt>
              <c:pt idx="834">
                <c:v>35.231566343805184</c:v>
              </c:pt>
              <c:pt idx="835">
                <c:v>90.37666773280681</c:v>
              </c:pt>
              <c:pt idx="836">
                <c:v>7.3272341448150655</c:v>
              </c:pt>
              <c:pt idx="837">
                <c:v>37.99460317648439</c:v>
              </c:pt>
              <c:pt idx="838">
                <c:v>21.27290795591352</c:v>
              </c:pt>
              <c:pt idx="839">
                <c:v>77.71826690767442</c:v>
              </c:pt>
              <c:pt idx="840">
                <c:v>6.1159223663265685</c:v>
              </c:pt>
              <c:pt idx="841">
                <c:v>20.535091362486252</c:v>
              </c:pt>
              <c:pt idx="842">
                <c:v>124.46844870219515</c:v>
              </c:pt>
              <c:pt idx="843">
                <c:v>-31.618942746863986</c:v>
              </c:pt>
              <c:pt idx="844">
                <c:v>33.45018732622225</c:v>
              </c:pt>
              <c:pt idx="845">
                <c:v>83.48588504255895</c:v>
              </c:pt>
              <c:pt idx="846">
                <c:v>146.1688427162319</c:v>
              </c:pt>
              <c:pt idx="847">
                <c:v>63.45872246834023</c:v>
              </c:pt>
              <c:pt idx="848">
                <c:v>-31.10063066342797</c:v>
              </c:pt>
              <c:pt idx="849">
                <c:v>138.745551389092</c:v>
              </c:pt>
              <c:pt idx="850">
                <c:v>-15.230004120813001</c:v>
              </c:pt>
              <c:pt idx="851">
                <c:v>93.27627490553252</c:v>
              </c:pt>
              <c:pt idx="852">
                <c:v>40.288865517032434</c:v>
              </c:pt>
              <c:pt idx="853">
                <c:v>86.97955757367235</c:v>
              </c:pt>
              <c:pt idx="854">
                <c:v>89.97937564855391</c:v>
              </c:pt>
              <c:pt idx="855">
                <c:v>48.817254707517804</c:v>
              </c:pt>
              <c:pt idx="856">
                <c:v>12.67571707172706</c:v>
              </c:pt>
              <c:pt idx="857">
                <c:v>57.934770976775255</c:v>
              </c:pt>
              <c:pt idx="858">
                <c:v>99.98915609378598</c:v>
              </c:pt>
              <c:pt idx="859">
                <c:v>25.453110251565892</c:v>
              </c:pt>
              <c:pt idx="860">
                <c:v>48.09024493963052</c:v>
              </c:pt>
              <c:pt idx="861">
                <c:v>97.94502113321676</c:v>
              </c:pt>
              <c:pt idx="862">
                <c:v>4.305191015263425</c:v>
              </c:pt>
              <c:pt idx="863">
                <c:v>8.150279816120317</c:v>
              </c:pt>
              <c:pt idx="864">
                <c:v>-51.27371735754677</c:v>
              </c:pt>
              <c:pt idx="865">
                <c:v>116.2558049470429</c:v>
              </c:pt>
              <c:pt idx="866">
                <c:v>-17.16082396400012</c:v>
              </c:pt>
              <c:pt idx="867">
                <c:v>0.05128937980816417</c:v>
              </c:pt>
              <c:pt idx="868">
                <c:v>87.86059266986018</c:v>
              </c:pt>
              <c:pt idx="869">
                <c:v>-16.48298474101595</c:v>
              </c:pt>
              <c:pt idx="870">
                <c:v>62.63014678487259</c:v>
              </c:pt>
              <c:pt idx="871">
                <c:v>146.3582455228884</c:v>
              </c:pt>
              <c:pt idx="872">
                <c:v>2.178364132804436</c:v>
              </c:pt>
              <c:pt idx="873">
                <c:v>75.72034617224247</c:v>
              </c:pt>
              <c:pt idx="874">
                <c:v>165.54066300301494</c:v>
              </c:pt>
              <c:pt idx="875">
                <c:v>-30.121283017887674</c:v>
              </c:pt>
              <c:pt idx="876">
                <c:v>69.56318350607617</c:v>
              </c:pt>
              <c:pt idx="877">
                <c:v>127.4022440357541</c:v>
              </c:pt>
              <c:pt idx="878">
                <c:v>39.04369677973986</c:v>
              </c:pt>
              <c:pt idx="879">
                <c:v>59.68563425465567</c:v>
              </c:pt>
              <c:pt idx="880">
                <c:v>16.761313626238294</c:v>
              </c:pt>
              <c:pt idx="881">
                <c:v>86.27126841550476</c:v>
              </c:pt>
              <c:pt idx="882">
                <c:v>81.73370337195196</c:v>
              </c:pt>
              <c:pt idx="883">
                <c:v>28.09504397614592</c:v>
              </c:pt>
              <c:pt idx="884">
                <c:v>-0.6096434241838686</c:v>
              </c:pt>
              <c:pt idx="885">
                <c:v>75.06335525842974</c:v>
              </c:pt>
              <c:pt idx="886">
                <c:v>115.9501543304191</c:v>
              </c:pt>
              <c:pt idx="887">
                <c:v>64.3054839141911</c:v>
              </c:pt>
              <c:pt idx="888">
                <c:v>-28.46431360679687</c:v>
              </c:pt>
              <c:pt idx="889">
                <c:v>173.9251718694845</c:v>
              </c:pt>
              <c:pt idx="890">
                <c:v>-5.522444449119011</c:v>
              </c:pt>
              <c:pt idx="891">
                <c:v>25.266827480684167</c:v>
              </c:pt>
              <c:pt idx="892">
                <c:v>4.19073878779561</c:v>
              </c:pt>
              <c:pt idx="893">
                <c:v>19.938431371635435</c:v>
              </c:pt>
              <c:pt idx="894">
                <c:v>76.42497351283797</c:v>
              </c:pt>
              <c:pt idx="895">
                <c:v>64.65927626815996</c:v>
              </c:pt>
              <c:pt idx="896">
                <c:v>10.75998656569477</c:v>
              </c:pt>
              <c:pt idx="897">
                <c:v>14.511628181381003</c:v>
              </c:pt>
              <c:pt idx="898">
                <c:v>97.45316672000256</c:v>
              </c:pt>
              <c:pt idx="899">
                <c:v>25.38331984252049</c:v>
              </c:pt>
              <c:pt idx="900">
                <c:v>88.73105481423313</c:v>
              </c:pt>
              <c:pt idx="901">
                <c:v>59.5359587725209</c:v>
              </c:pt>
              <c:pt idx="902">
                <c:v>118.39697831295585</c:v>
              </c:pt>
              <c:pt idx="903">
                <c:v>45.01535545560971</c:v>
              </c:pt>
              <c:pt idx="904">
                <c:v>127.19612982988998</c:v>
              </c:pt>
              <c:pt idx="905">
                <c:v>79.6498559058201</c:v>
              </c:pt>
              <c:pt idx="906">
                <c:v>77.58402511496794</c:v>
              </c:pt>
              <c:pt idx="907">
                <c:v>147.26254728157883</c:v>
              </c:pt>
              <c:pt idx="908">
                <c:v>32.04155568598357</c:v>
              </c:pt>
              <c:pt idx="909">
                <c:v>76.58188158866263</c:v>
              </c:pt>
              <c:pt idx="910">
                <c:v>32.05070104921076</c:v>
              </c:pt>
              <c:pt idx="911">
                <c:v>-23.79046201463847</c:v>
              </c:pt>
              <c:pt idx="912">
                <c:v>-32.43358297881519</c:v>
              </c:pt>
              <c:pt idx="913">
                <c:v>58.28225718422392</c:v>
              </c:pt>
              <c:pt idx="914">
                <c:v>92.92209425425544</c:v>
              </c:pt>
              <c:pt idx="915">
                <c:v>-27.445168432942644</c:v>
              </c:pt>
              <c:pt idx="916">
                <c:v>-61.00151355522398</c:v>
              </c:pt>
              <c:pt idx="917">
                <c:v>-33.99483173869103</c:v>
              </c:pt>
              <c:pt idx="918">
                <c:v>111.96110885820035</c:v>
              </c:pt>
              <c:pt idx="919">
                <c:v>7.430294480253316</c:v>
              </c:pt>
              <c:pt idx="920">
                <c:v>45.011256600994244</c:v>
              </c:pt>
              <c:pt idx="921">
                <c:v>103.69274853288618</c:v>
              </c:pt>
              <c:pt idx="922">
                <c:v>159.23605679229118</c:v>
              </c:pt>
              <c:pt idx="923">
                <c:v>-38.4146996291579</c:v>
              </c:pt>
              <c:pt idx="924">
                <c:v>120.92163039829204</c:v>
              </c:pt>
              <c:pt idx="925">
                <c:v>163.7804966879746</c:v>
              </c:pt>
              <c:pt idx="926">
                <c:v>88.874563521134</c:v>
              </c:pt>
              <c:pt idx="927">
                <c:v>-19.38773337398085</c:v>
              </c:pt>
              <c:pt idx="928">
                <c:v>88.69228903101373</c:v>
              </c:pt>
              <c:pt idx="929">
                <c:v>94.53586109458166</c:v>
              </c:pt>
              <c:pt idx="930">
                <c:v>-41.968016269598785</c:v>
              </c:pt>
              <c:pt idx="931">
                <c:v>175.92242201753203</c:v>
              </c:pt>
              <c:pt idx="932">
                <c:v>37.14214001214408</c:v>
              </c:pt>
              <c:pt idx="933">
                <c:v>9.559153021440029</c:v>
              </c:pt>
              <c:pt idx="934">
                <c:v>86.57872230699583</c:v>
              </c:pt>
              <c:pt idx="935">
                <c:v>11.30126554465799</c:v>
              </c:pt>
              <c:pt idx="936">
                <c:v>134.94735400700282</c:v>
              </c:pt>
              <c:pt idx="937">
                <c:v>14.261213717458947</c:v>
              </c:pt>
              <c:pt idx="938">
                <c:v>80.09755185762418</c:v>
              </c:pt>
              <c:pt idx="939">
                <c:v>98.2352132950544</c:v>
              </c:pt>
              <c:pt idx="940">
                <c:v>130.61333306625508</c:v>
              </c:pt>
              <c:pt idx="941">
                <c:v>76.00558469459808</c:v>
              </c:pt>
              <c:pt idx="942">
                <c:v>147.31537812743542</c:v>
              </c:pt>
              <c:pt idx="943">
                <c:v>44.57573534711145</c:v>
              </c:pt>
              <c:pt idx="944">
                <c:v>17.604271570428548</c:v>
              </c:pt>
              <c:pt idx="945">
                <c:v>56.47405191396055</c:v>
              </c:pt>
              <c:pt idx="946">
                <c:v>62.06187766022799</c:v>
              </c:pt>
              <c:pt idx="947">
                <c:v>-8.18729574077737</c:v>
              </c:pt>
              <c:pt idx="948">
                <c:v>64.28453019245646</c:v>
              </c:pt>
              <c:pt idx="949">
                <c:v>111.33693348261501</c:v>
              </c:pt>
              <c:pt idx="950">
                <c:v>47.752248830426</c:v>
              </c:pt>
              <c:pt idx="951">
                <c:v>-25.372996804642973</c:v>
              </c:pt>
              <c:pt idx="952">
                <c:v>88.09459787583526</c:v>
              </c:pt>
              <c:pt idx="953">
                <c:v>-3.198802529928761</c:v>
              </c:pt>
              <c:pt idx="954">
                <c:v>-34.69670276970256</c:v>
              </c:pt>
              <c:pt idx="955">
                <c:v>27.342082546537124</c:v>
              </c:pt>
              <c:pt idx="956">
                <c:v>-1.1420841835422415</c:v>
              </c:pt>
              <c:pt idx="957">
                <c:v>88.64839534159113</c:v>
              </c:pt>
              <c:pt idx="958">
                <c:v>91.84558137832313</c:v>
              </c:pt>
              <c:pt idx="959">
                <c:v>144.53843558549514</c:v>
              </c:pt>
              <c:pt idx="960">
                <c:v>90.15987729139215</c:v>
              </c:pt>
              <c:pt idx="961">
                <c:v>35.11793017970517</c:v>
              </c:pt>
              <c:pt idx="962">
                <c:v>64.96374074895009</c:v>
              </c:pt>
              <c:pt idx="963">
                <c:v>107.62037527594823</c:v>
              </c:pt>
              <c:pt idx="964">
                <c:v>175.37384490627903</c:v>
              </c:pt>
              <c:pt idx="965">
                <c:v>154.99511177380157</c:v>
              </c:pt>
              <c:pt idx="966">
                <c:v>-57.31705287040326</c:v>
              </c:pt>
              <c:pt idx="967">
                <c:v>151.5786073103751</c:v>
              </c:pt>
              <c:pt idx="968">
                <c:v>21.556454108815775</c:v>
              </c:pt>
              <c:pt idx="969">
                <c:v>171.1636077696531</c:v>
              </c:pt>
              <c:pt idx="970">
                <c:v>107.52789395798261</c:v>
              </c:pt>
              <c:pt idx="971">
                <c:v>2.6133540803893567</c:v>
              </c:pt>
              <c:pt idx="972">
                <c:v>6.003770358687362</c:v>
              </c:pt>
              <c:pt idx="973">
                <c:v>97.90382259125295</c:v>
              </c:pt>
              <c:pt idx="974">
                <c:v>83.78096794443069</c:v>
              </c:pt>
              <c:pt idx="975">
                <c:v>0.3757623289305059</c:v>
              </c:pt>
              <c:pt idx="976">
                <c:v>3.8992381956482873</c:v>
              </c:pt>
              <c:pt idx="977">
                <c:v>22.208028173605175</c:v>
              </c:pt>
              <c:pt idx="978">
                <c:v>-23.852986344368453</c:v>
              </c:pt>
              <c:pt idx="979">
                <c:v>-38.16499070786885</c:v>
              </c:pt>
              <c:pt idx="980">
                <c:v>101.98088286302999</c:v>
              </c:pt>
              <c:pt idx="981">
                <c:v>19.920007487779966</c:v>
              </c:pt>
              <c:pt idx="982">
                <c:v>94.46569700076417</c:v>
              </c:pt>
              <c:pt idx="983">
                <c:v>68.85632573950272</c:v>
              </c:pt>
              <c:pt idx="984">
                <c:v>140.91936307015402</c:v>
              </c:pt>
              <c:pt idx="985">
                <c:v>32.731509621988806</c:v>
              </c:pt>
              <c:pt idx="986">
                <c:v>-32.42715581753689</c:v>
              </c:pt>
              <c:pt idx="987">
                <c:v>9.840616970116734</c:v>
              </c:pt>
              <c:pt idx="988">
                <c:v>18.123615965400422</c:v>
              </c:pt>
              <c:pt idx="989">
                <c:v>38.10887372403947</c:v>
              </c:pt>
              <c:pt idx="990">
                <c:v>49.843863825934434</c:v>
              </c:pt>
              <c:pt idx="991">
                <c:v>84.31689845324068</c:v>
              </c:pt>
              <c:pt idx="992">
                <c:v>143.04717157821477</c:v>
              </c:pt>
              <c:pt idx="993">
                <c:v>15.688588645143337</c:v>
              </c:pt>
              <c:pt idx="994">
                <c:v>20.749889992453955</c:v>
              </c:pt>
              <c:pt idx="995">
                <c:v>169.12179225514458</c:v>
              </c:pt>
              <c:pt idx="996">
                <c:v>108.37671831439589</c:v>
              </c:pt>
              <c:pt idx="997">
                <c:v>73.27079869288592</c:v>
              </c:pt>
              <c:pt idx="998">
                <c:v>88.3957909026702</c:v>
              </c:pt>
              <c:pt idx="999">
                <c:v>28.81077187986732</c:v>
              </c:pt>
              <c:pt idx="1000">
                <c:v>82.84107257287997</c:v>
              </c:pt>
              <c:pt idx="1001">
                <c:v>138.77652750877283</c:v>
              </c:pt>
              <c:pt idx="1002">
                <c:v>166.97589933580758</c:v>
              </c:pt>
              <c:pt idx="1003">
                <c:v>81.13117654099744</c:v>
              </c:pt>
              <c:pt idx="1004">
                <c:v>-21.87802084639056</c:v>
              </c:pt>
              <c:pt idx="1005">
                <c:v>74.50259392605284</c:v>
              </c:pt>
              <c:pt idx="1006">
                <c:v>-9.186284060559526</c:v>
              </c:pt>
              <c:pt idx="1007">
                <c:v>97.16336059295242</c:v>
              </c:pt>
              <c:pt idx="1008">
                <c:v>43.413087738404684</c:v>
              </c:pt>
              <c:pt idx="1009">
                <c:v>93.65000772310432</c:v>
              </c:pt>
              <c:pt idx="1010">
                <c:v>73.4220398602718</c:v>
              </c:pt>
              <c:pt idx="1011">
                <c:v>98.54710226410626</c:v>
              </c:pt>
              <c:pt idx="1012">
                <c:v>-4.744560774176543</c:v>
              </c:pt>
              <c:pt idx="1013">
                <c:v>-17.22924242333128</c:v>
              </c:pt>
              <c:pt idx="1014">
                <c:v>110.18344127493326</c:v>
              </c:pt>
              <c:pt idx="1015">
                <c:v>75.96713270673234</c:v>
              </c:pt>
              <c:pt idx="1016">
                <c:v>163.96459695288598</c:v>
              </c:pt>
              <c:pt idx="1017">
                <c:v>130.81896326241136</c:v>
              </c:pt>
              <c:pt idx="1018">
                <c:v>173.6938907101857</c:v>
              </c:pt>
              <c:pt idx="1019">
                <c:v>72.93692546398978</c:v>
              </c:pt>
              <c:pt idx="1020">
                <c:v>13.445806219467485</c:v>
              </c:pt>
              <c:pt idx="1021">
                <c:v>173.08151834531452</c:v>
              </c:pt>
              <c:pt idx="1022">
                <c:v>23.77431602564881</c:v>
              </c:pt>
              <c:pt idx="1023">
                <c:v>13.80032419635312</c:v>
              </c:pt>
              <c:pt idx="1024">
                <c:v>132.67503203342017</c:v>
              </c:pt>
              <c:pt idx="1025">
                <c:v>121.36980728981105</c:v>
              </c:pt>
              <c:pt idx="1026">
                <c:v>39.535424430319</c:v>
              </c:pt>
              <c:pt idx="1027">
                <c:v>9.001189584946314</c:v>
              </c:pt>
              <c:pt idx="1028">
                <c:v>107.66512825433477</c:v>
              </c:pt>
              <c:pt idx="1029">
                <c:v>96.92290673271678</c:v>
              </c:pt>
              <c:pt idx="1030">
                <c:v>97.53629574042047</c:v>
              </c:pt>
              <c:pt idx="1031">
                <c:v>84.02482469073388</c:v>
              </c:pt>
              <c:pt idx="1032">
                <c:v>-64.2675796666763</c:v>
              </c:pt>
              <c:pt idx="1033">
                <c:v>118.5607701547193</c:v>
              </c:pt>
              <c:pt idx="1034">
                <c:v>12.853791617056082</c:v>
              </c:pt>
              <c:pt idx="1035">
                <c:v>108.45757074860786</c:v>
              </c:pt>
              <c:pt idx="1036">
                <c:v>100.58798446433104</c:v>
              </c:pt>
              <c:pt idx="1037">
                <c:v>166.04950712761217</c:v>
              </c:pt>
              <c:pt idx="1038">
                <c:v>-5.987609568845345</c:v>
              </c:pt>
              <c:pt idx="1039">
                <c:v>-8.346455030827475</c:v>
              </c:pt>
              <c:pt idx="1040">
                <c:v>-4.9516616303531364</c:v>
              </c:pt>
              <c:pt idx="1041">
                <c:v>95.86533268626594</c:v>
              </c:pt>
              <c:pt idx="1042">
                <c:v>-14.034315816258577</c:v>
              </c:pt>
              <c:pt idx="1043">
                <c:v>95.46275292279262</c:v>
              </c:pt>
              <c:pt idx="1044">
                <c:v>99.13132692581479</c:v>
              </c:pt>
              <c:pt idx="1045">
                <c:v>-36.61294079749477</c:v>
              </c:pt>
              <c:pt idx="1046">
                <c:v>107.85868139040166</c:v>
              </c:pt>
              <c:pt idx="1047">
                <c:v>44.752704132766326</c:v>
              </c:pt>
              <c:pt idx="1048">
                <c:v>-20.84539043008091</c:v>
              </c:pt>
              <c:pt idx="1049">
                <c:v>25.869646763933797</c:v>
              </c:pt>
              <c:pt idx="1050">
                <c:v>-26.688666160770723</c:v>
              </c:pt>
              <c:pt idx="1051">
                <c:v>101.04278768594597</c:v>
              </c:pt>
              <c:pt idx="1052">
                <c:v>47.42416951299063</c:v>
              </c:pt>
              <c:pt idx="1053">
                <c:v>172.16687532524958</c:v>
              </c:pt>
              <c:pt idx="1054">
                <c:v>116.02448813626317</c:v>
              </c:pt>
              <c:pt idx="1055">
                <c:v>93.80535605268048</c:v>
              </c:pt>
              <c:pt idx="1056">
                <c:v>-1.1199664902529527</c:v>
              </c:pt>
              <c:pt idx="1057">
                <c:v>59.92796946407293</c:v>
              </c:pt>
              <c:pt idx="1058">
                <c:v>131.91864554884205</c:v>
              </c:pt>
              <c:pt idx="1059">
                <c:v>32.55301492964669</c:v>
              </c:pt>
              <c:pt idx="1060">
                <c:v>154.29970368953204</c:v>
              </c:pt>
              <c:pt idx="1061">
                <c:v>91.50942322627255</c:v>
              </c:pt>
              <c:pt idx="1062">
                <c:v>-5.816030130611713</c:v>
              </c:pt>
              <c:pt idx="1063">
                <c:v>120.74387606118931</c:v>
              </c:pt>
              <c:pt idx="1064">
                <c:v>170.91392520595792</c:v>
              </c:pt>
              <c:pt idx="1065">
                <c:v>25.842523911277834</c:v>
              </c:pt>
              <c:pt idx="1066">
                <c:v>79.6482593449153</c:v>
              </c:pt>
              <c:pt idx="1067">
                <c:v>9.275031467072857</c:v>
              </c:pt>
              <c:pt idx="1068">
                <c:v>87.31323218309315</c:v>
              </c:pt>
              <c:pt idx="1069">
                <c:v>70.62870374304512</c:v>
              </c:pt>
              <c:pt idx="1070">
                <c:v>37.3421213993164</c:v>
              </c:pt>
              <c:pt idx="1071">
                <c:v>51.96436403882707</c:v>
              </c:pt>
              <c:pt idx="1072">
                <c:v>83.3496697716794</c:v>
              </c:pt>
              <c:pt idx="1073">
                <c:v>15.476442254770927</c:v>
              </c:pt>
              <c:pt idx="1074">
                <c:v>99.8835776003996</c:v>
              </c:pt>
              <c:pt idx="1075">
                <c:v>170.7552040735624</c:v>
              </c:pt>
              <c:pt idx="1076">
                <c:v>140.32021844122974</c:v>
              </c:pt>
              <c:pt idx="1077">
                <c:v>58.743027950869035</c:v>
              </c:pt>
              <c:pt idx="1078">
                <c:v>48.12711015717683</c:v>
              </c:pt>
              <c:pt idx="1079">
                <c:v>52.70167773154573</c:v>
              </c:pt>
              <c:pt idx="1080">
                <c:v>128.76261849866464</c:v>
              </c:pt>
              <c:pt idx="1081">
                <c:v>-1.636831068491066</c:v>
              </c:pt>
              <c:pt idx="1082">
                <c:v>125.22067946659284</c:v>
              </c:pt>
              <c:pt idx="1083">
                <c:v>-10.606766135526616</c:v>
              </c:pt>
              <c:pt idx="1084">
                <c:v>63.89987823819628</c:v>
              </c:pt>
              <c:pt idx="1085">
                <c:v>46.28073930199484</c:v>
              </c:pt>
              <c:pt idx="1086">
                <c:v>-21.98042419814115</c:v>
              </c:pt>
              <c:pt idx="1087">
                <c:v>28.08498364016059</c:v>
              </c:pt>
              <c:pt idx="1088">
                <c:v>-3.421176837908895</c:v>
              </c:pt>
              <c:pt idx="1089">
                <c:v>77.57360038241853</c:v>
              </c:pt>
              <c:pt idx="1090">
                <c:v>-18.747996850816175</c:v>
              </c:pt>
              <c:pt idx="1091">
                <c:v>-31.224298861309727</c:v>
              </c:pt>
              <c:pt idx="1092">
                <c:v>33.89003231017203</c:v>
              </c:pt>
              <c:pt idx="1093">
                <c:v>28.721882059924805</c:v>
              </c:pt>
              <c:pt idx="1094">
                <c:v>40.791863071444425</c:v>
              </c:pt>
              <c:pt idx="1095">
                <c:v>125.34925771200129</c:v>
              </c:pt>
              <c:pt idx="1096">
                <c:v>-19.461375204410583</c:v>
              </c:pt>
              <c:pt idx="1097">
                <c:v>71.72322605530199</c:v>
              </c:pt>
              <c:pt idx="1098">
                <c:v>46.70050705028139</c:v>
              </c:pt>
              <c:pt idx="1099">
                <c:v>44.06552630423488</c:v>
              </c:pt>
              <c:pt idx="1100">
                <c:v>14.375187399967704</c:v>
              </c:pt>
              <c:pt idx="1101">
                <c:v>90.25077326730951</c:v>
              </c:pt>
              <c:pt idx="1102">
                <c:v>67.10651220467193</c:v>
              </c:pt>
              <c:pt idx="1103">
                <c:v>-0.4960186458291389</c:v>
              </c:pt>
              <c:pt idx="1104">
                <c:v>-18.8182385043408</c:v>
              </c:pt>
              <c:pt idx="1105">
                <c:v>92.58559901717375</c:v>
              </c:pt>
              <c:pt idx="1106">
                <c:v>25.634821190303033</c:v>
              </c:pt>
              <c:pt idx="1107">
                <c:v>108.11462512078124</c:v>
              </c:pt>
              <c:pt idx="1108">
                <c:v>42.861764156480405</c:v>
              </c:pt>
              <c:pt idx="1109">
                <c:v>4.762506048601562</c:v>
              </c:pt>
              <c:pt idx="1110">
                <c:v>29.955083672339608</c:v>
              </c:pt>
              <c:pt idx="1111">
                <c:v>178.14536528992218</c:v>
              </c:pt>
              <c:pt idx="1112">
                <c:v>143.99087954724644</c:v>
              </c:pt>
              <c:pt idx="1113">
                <c:v>82.01208731052094</c:v>
              </c:pt>
              <c:pt idx="1114">
                <c:v>34.693166575057035</c:v>
              </c:pt>
              <c:pt idx="1115">
                <c:v>-23.662119973154827</c:v>
              </c:pt>
              <c:pt idx="1116">
                <c:v>78.98747272945222</c:v>
              </c:pt>
              <c:pt idx="1117">
                <c:v>-36.430195761662134</c:v>
              </c:pt>
              <c:pt idx="1118">
                <c:v>72.40424721326684</c:v>
              </c:pt>
              <c:pt idx="1119">
                <c:v>50.135733718439354</c:v>
              </c:pt>
              <c:pt idx="1120">
                <c:v>141.4711254794802</c:v>
              </c:pt>
              <c:pt idx="1121">
                <c:v>14.439786112415309</c:v>
              </c:pt>
              <c:pt idx="1122">
                <c:v>49.583092587652104</c:v>
              </c:pt>
              <c:pt idx="1123">
                <c:v>75.1065934085884</c:v>
              </c:pt>
              <c:pt idx="1124">
                <c:v>22.424986880002056</c:v>
              </c:pt>
              <c:pt idx="1125">
                <c:v>-21.19036392070493</c:v>
              </c:pt>
              <c:pt idx="1126">
                <c:v>-21.60591290209059</c:v>
              </c:pt>
              <c:pt idx="1127">
                <c:v>-26.902468071945428</c:v>
              </c:pt>
              <c:pt idx="1128">
                <c:v>130.28386347908574</c:v>
              </c:pt>
              <c:pt idx="1129">
                <c:v>120.33333849169763</c:v>
              </c:pt>
              <c:pt idx="1130">
                <c:v>-2.671298722277335</c:v>
              </c:pt>
              <c:pt idx="1131">
                <c:v>178.65150335743766</c:v>
              </c:pt>
              <c:pt idx="1132">
                <c:v>16.948647957703177</c:v>
              </c:pt>
              <c:pt idx="1133">
                <c:v>29.787486463366978</c:v>
              </c:pt>
              <c:pt idx="1134">
                <c:v>-41.45489558794741</c:v>
              </c:pt>
              <c:pt idx="1135">
                <c:v>-28.6396974180307</c:v>
              </c:pt>
              <c:pt idx="1136">
                <c:v>104.38247104226923</c:v>
              </c:pt>
              <c:pt idx="1137">
                <c:v>89.35229238148213</c:v>
              </c:pt>
              <c:pt idx="1138">
                <c:v>133.7935681763553</c:v>
              </c:pt>
              <c:pt idx="1139">
                <c:v>62.929408663715265</c:v>
              </c:pt>
              <c:pt idx="1140">
                <c:v>95.28221222216592</c:v>
              </c:pt>
              <c:pt idx="1141">
                <c:v>-44.75190912063522</c:v>
              </c:pt>
              <c:pt idx="1142">
                <c:v>11.910120526274568</c:v>
              </c:pt>
              <c:pt idx="1143">
                <c:v>-12.199148661656757</c:v>
              </c:pt>
              <c:pt idx="1144">
                <c:v>45.030577331603865</c:v>
              </c:pt>
              <c:pt idx="1145">
                <c:v>-12.897108973895172</c:v>
              </c:pt>
              <c:pt idx="1146">
                <c:v>76.70850946605587</c:v>
              </c:pt>
              <c:pt idx="1147">
                <c:v>13.188932802507122</c:v>
              </c:pt>
              <c:pt idx="1148">
                <c:v>81.89848820238629</c:v>
              </c:pt>
              <c:pt idx="1149">
                <c:v>58.20560345336045</c:v>
              </c:pt>
              <c:pt idx="1150">
                <c:v>18.66382747487013</c:v>
              </c:pt>
              <c:pt idx="1151">
                <c:v>89.72192683225968</c:v>
              </c:pt>
              <c:pt idx="1152">
                <c:v>171.16641847565583</c:v>
              </c:pt>
              <c:pt idx="1153">
                <c:v>154.19341337033507</c:v>
              </c:pt>
              <c:pt idx="1154">
                <c:v>-30.07125749998364</c:v>
              </c:pt>
              <c:pt idx="1155">
                <c:v>13.656636727747038</c:v>
              </c:pt>
              <c:pt idx="1156">
                <c:v>54.629336708081894</c:v>
              </c:pt>
              <c:pt idx="1157">
                <c:v>87.46860075253335</c:v>
              </c:pt>
              <c:pt idx="1158">
                <c:v>56.83020735070987</c:v>
              </c:pt>
              <c:pt idx="1159">
                <c:v>-55.904173697309645</c:v>
              </c:pt>
              <c:pt idx="1160">
                <c:v>121.405749474665</c:v>
              </c:pt>
              <c:pt idx="1161">
                <c:v>-25.777090239514965</c:v>
              </c:pt>
              <c:pt idx="1162">
                <c:v>73.06555671691653</c:v>
              </c:pt>
              <c:pt idx="1163">
                <c:v>123.94483578317023</c:v>
              </c:pt>
              <c:pt idx="1164">
                <c:v>80.17005502905872</c:v>
              </c:pt>
              <c:pt idx="1165">
                <c:v>93.51664865575813</c:v>
              </c:pt>
              <c:pt idx="1166">
                <c:v>2.311157662459955</c:v>
              </c:pt>
              <c:pt idx="1167">
                <c:v>-19.050353655018537</c:v>
              </c:pt>
              <c:pt idx="1168">
                <c:v>11.675718683142318</c:v>
              </c:pt>
              <c:pt idx="1169">
                <c:v>169.6932553332303</c:v>
              </c:pt>
              <c:pt idx="1170">
                <c:v>21.68971279182458</c:v>
              </c:pt>
              <c:pt idx="1171">
                <c:v>80.0045039340413</c:v>
              </c:pt>
              <c:pt idx="1172">
                <c:v>74.83274370447185</c:v>
              </c:pt>
              <c:pt idx="1173">
                <c:v>75.92329194745044</c:v>
              </c:pt>
              <c:pt idx="1174">
                <c:v>25.34002035145944</c:v>
              </c:pt>
              <c:pt idx="1175">
                <c:v>74.59751316942965</c:v>
              </c:pt>
              <c:pt idx="1176">
                <c:v>57.0096873180819</c:v>
              </c:pt>
              <c:pt idx="1177">
                <c:v>149.06864298821515</c:v>
              </c:pt>
              <c:pt idx="1178">
                <c:v>14.4812360460562</c:v>
              </c:pt>
              <c:pt idx="1179">
                <c:v>-25.925777782095558</c:v>
              </c:pt>
              <c:pt idx="1180">
                <c:v>45.18408858215781</c:v>
              </c:pt>
              <c:pt idx="1181">
                <c:v>65.99969818896327</c:v>
              </c:pt>
              <c:pt idx="1182">
                <c:v>52.540004662245124</c:v>
              </c:pt>
              <c:pt idx="1183">
                <c:v>-4.058026034695359</c:v>
              </c:pt>
              <c:pt idx="1184">
                <c:v>49.25317583749384</c:v>
              </c:pt>
              <c:pt idx="1185">
                <c:v>77.10589646853585</c:v>
              </c:pt>
              <c:pt idx="1186">
                <c:v>142.14723212202574</c:v>
              </c:pt>
              <c:pt idx="1187">
                <c:v>143.38249219555723</c:v>
              </c:pt>
              <c:pt idx="1188">
                <c:v>-63.380768636701276</c:v>
              </c:pt>
              <c:pt idx="1189">
                <c:v>67.28745920383822</c:v>
              </c:pt>
              <c:pt idx="1190">
                <c:v>-29.10138133113263</c:v>
              </c:pt>
              <c:pt idx="1191">
                <c:v>27.522745459000394</c:v>
              </c:pt>
              <c:pt idx="1192">
                <c:v>21.684358526626536</c:v>
              </c:pt>
              <c:pt idx="1193">
                <c:v>58.52964255618265</c:v>
              </c:pt>
              <c:pt idx="1194">
                <c:v>-31.071788305226992</c:v>
              </c:pt>
              <c:pt idx="1195">
                <c:v>-25.917296711071092</c:v>
              </c:pt>
              <c:pt idx="1196">
                <c:v>178.06835847646664</c:v>
              </c:pt>
              <c:pt idx="1197">
                <c:v>68.25956248385717</c:v>
              </c:pt>
              <c:pt idx="1198">
                <c:v>17.109193169109087</c:v>
              </c:pt>
              <c:pt idx="1199">
                <c:v>57.36818610951573</c:v>
              </c:pt>
              <c:pt idx="1200">
                <c:v>-0.5102468182079889</c:v>
              </c:pt>
              <c:pt idx="1201">
                <c:v>84.9870703666787</c:v>
              </c:pt>
              <c:pt idx="1202">
                <c:v>98.85998304997939</c:v>
              </c:pt>
              <c:pt idx="1203">
                <c:v>156.589333777929</c:v>
              </c:pt>
              <c:pt idx="1204">
                <c:v>81.76588899298225</c:v>
              </c:pt>
              <c:pt idx="1205">
                <c:v>100.42460184887179</c:v>
              </c:pt>
              <c:pt idx="1206">
                <c:v>151.449034912852</c:v>
              </c:pt>
              <c:pt idx="1207">
                <c:v>18.48619107445811</c:v>
              </c:pt>
              <c:pt idx="1208">
                <c:v>91.93707804145855</c:v>
              </c:pt>
              <c:pt idx="1209">
                <c:v>113.12749815394714</c:v>
              </c:pt>
              <c:pt idx="1210">
                <c:v>-29.051238475860934</c:v>
              </c:pt>
              <c:pt idx="1211">
                <c:v>89.61647789383791</c:v>
              </c:pt>
              <c:pt idx="1212">
                <c:v>74.91086266599983</c:v>
              </c:pt>
              <c:pt idx="1213">
                <c:v>108.42377744451325</c:v>
              </c:pt>
              <c:pt idx="1214">
                <c:v>42.36360191599334</c:v>
              </c:pt>
              <c:pt idx="1215">
                <c:v>73.39626850719414</c:v>
              </c:pt>
              <c:pt idx="1216">
                <c:v>61.291899436922975</c:v>
              </c:pt>
              <c:pt idx="1217">
                <c:v>88.79737964286227</c:v>
              </c:pt>
              <c:pt idx="1218">
                <c:v>177.03241543413816</c:v>
              </c:pt>
              <c:pt idx="1219">
                <c:v>55.046005869086656</c:v>
              </c:pt>
              <c:pt idx="1220">
                <c:v>53.837157553542326</c:v>
              </c:pt>
              <c:pt idx="1221">
                <c:v>36.83960914773314</c:v>
              </c:pt>
              <c:pt idx="1222">
                <c:v>27.984420741041657</c:v>
              </c:pt>
              <c:pt idx="1223">
                <c:v>72.80793156366336</c:v>
              </c:pt>
              <c:pt idx="1224">
                <c:v>151.2255150490551</c:v>
              </c:pt>
              <c:pt idx="1225">
                <c:v>105.25811357947445</c:v>
              </c:pt>
              <c:pt idx="1226">
                <c:v>10.435372939588532</c:v>
              </c:pt>
              <c:pt idx="1227">
                <c:v>85.86031708861198</c:v>
              </c:pt>
              <c:pt idx="1228">
                <c:v>38.38362265064053</c:v>
              </c:pt>
              <c:pt idx="1229">
                <c:v>49.127338349672996</c:v>
              </c:pt>
              <c:pt idx="1230">
                <c:v>50.744542443422674</c:v>
              </c:pt>
              <c:pt idx="1231">
                <c:v>3.8825963744185295</c:v>
              </c:pt>
              <c:pt idx="1232">
                <c:v>17.10668017246201</c:v>
              </c:pt>
              <c:pt idx="1233">
                <c:v>-22.912358420038473</c:v>
              </c:pt>
              <c:pt idx="1234">
                <c:v>-25.640039522902406</c:v>
              </c:pt>
              <c:pt idx="1235">
                <c:v>41.948001150706276</c:v>
              </c:pt>
              <c:pt idx="1236">
                <c:v>54.39143874701233</c:v>
              </c:pt>
              <c:pt idx="1237">
                <c:v>37.98825649776133</c:v>
              </c:pt>
              <c:pt idx="1238">
                <c:v>-28.92762753228552</c:v>
              </c:pt>
              <c:pt idx="1239">
                <c:v>106.59367496331502</c:v>
              </c:pt>
              <c:pt idx="1240">
                <c:v>127.68423321049526</c:v>
              </c:pt>
              <c:pt idx="1241">
                <c:v>-50.138822355801786</c:v>
              </c:pt>
              <c:pt idx="1242">
                <c:v>106.39250921798774</c:v>
              </c:pt>
              <c:pt idx="1243">
                <c:v>146.33591727468465</c:v>
              </c:pt>
              <c:pt idx="1244">
                <c:v>92.88985321614184</c:v>
              </c:pt>
              <c:pt idx="1245">
                <c:v>23.876897191758875</c:v>
              </c:pt>
              <c:pt idx="1246">
                <c:v>-24.848719557143625</c:v>
              </c:pt>
              <c:pt idx="1247">
                <c:v>79.18530139485938</c:v>
              </c:pt>
              <c:pt idx="1248">
                <c:v>16.669277987287348</c:v>
              </c:pt>
              <c:pt idx="1249">
                <c:v>117.32942803743167</c:v>
              </c:pt>
              <c:pt idx="1250">
                <c:v>61.58832125326117</c:v>
              </c:pt>
              <c:pt idx="1251">
                <c:v>123.67307690987549</c:v>
              </c:pt>
              <c:pt idx="1252">
                <c:v>149.0199601249227</c:v>
              </c:pt>
              <c:pt idx="1253">
                <c:v>168.5650801094715</c:v>
              </c:pt>
              <c:pt idx="1254">
                <c:v>37.0700910310985</c:v>
              </c:pt>
              <c:pt idx="1255">
                <c:v>147.09676466075396</c:v>
              </c:pt>
              <c:pt idx="1256">
                <c:v>100.43415883739571</c:v>
              </c:pt>
              <c:pt idx="1257">
                <c:v>92.20264192181291</c:v>
              </c:pt>
              <c:pt idx="1258">
                <c:v>9.218617934475411</c:v>
              </c:pt>
              <c:pt idx="1259">
                <c:v>9.533291868533372</c:v>
              </c:pt>
              <c:pt idx="1260">
                <c:v>23.989391542295774</c:v>
              </c:pt>
              <c:pt idx="1261">
                <c:v>133.3991287022825</c:v>
              </c:pt>
              <c:pt idx="1262">
                <c:v>80.81302720285349</c:v>
              </c:pt>
              <c:pt idx="1263">
                <c:v>65.75051774726037</c:v>
              </c:pt>
              <c:pt idx="1264">
                <c:v>-24.776902448713113</c:v>
              </c:pt>
              <c:pt idx="1265">
                <c:v>73.98068952222263</c:v>
              </c:pt>
              <c:pt idx="1266">
                <c:v>63.001856942621174</c:v>
              </c:pt>
              <c:pt idx="1267">
                <c:v>-11.886767028617218</c:v>
              </c:pt>
              <c:pt idx="1268">
                <c:v>3.549640250098008</c:v>
              </c:pt>
              <c:pt idx="1269">
                <c:v>67.8287412530578</c:v>
              </c:pt>
              <c:pt idx="1270">
                <c:v>7.87028527306699</c:v>
              </c:pt>
              <c:pt idx="1271">
                <c:v>113.18430550507169</c:v>
              </c:pt>
              <c:pt idx="1272">
                <c:v>12.220371140826675</c:v>
              </c:pt>
              <c:pt idx="1273">
                <c:v>98.10212470188812</c:v>
              </c:pt>
              <c:pt idx="1274">
                <c:v>55.80613931130975</c:v>
              </c:pt>
              <c:pt idx="1275">
                <c:v>-54.20708239621423</c:v>
              </c:pt>
              <c:pt idx="1276">
                <c:v>83.54433116241482</c:v>
              </c:pt>
              <c:pt idx="1277">
                <c:v>48.33471272126323</c:v>
              </c:pt>
              <c:pt idx="1278">
                <c:v>113.21078596571125</c:v>
              </c:pt>
              <c:pt idx="1279">
                <c:v>72.13608134882237</c:v>
              </c:pt>
              <c:pt idx="1280">
                <c:v>12.172450907200279</c:v>
              </c:pt>
              <c:pt idx="1281">
                <c:v>88.24475414121946</c:v>
              </c:pt>
              <c:pt idx="1282">
                <c:v>87.25341651547683</c:v>
              </c:pt>
              <c:pt idx="1283">
                <c:v>88.20747264391684</c:v>
              </c:pt>
              <c:pt idx="1284">
                <c:v>163.5973028106376</c:v>
              </c:pt>
              <c:pt idx="1285">
                <c:v>23.627543598711167</c:v>
              </c:pt>
              <c:pt idx="1286">
                <c:v>114.28033418538136</c:v>
              </c:pt>
              <c:pt idx="1287">
                <c:v>34.7835503323727</c:v>
              </c:pt>
              <c:pt idx="1288">
                <c:v>43.05317193784451</c:v>
              </c:pt>
              <c:pt idx="1289">
                <c:v>94.13217215160566</c:v>
              </c:pt>
              <c:pt idx="1290">
                <c:v>3.5586074106073937</c:v>
              </c:pt>
              <c:pt idx="1291">
                <c:v>93.44517480176981</c:v>
              </c:pt>
              <c:pt idx="1292">
                <c:v>-16.52362225285364</c:v>
              </c:pt>
              <c:pt idx="1293">
                <c:v>5.100399312205656</c:v>
              </c:pt>
              <c:pt idx="1294">
                <c:v>162.13296330100735</c:v>
              </c:pt>
              <c:pt idx="1295">
                <c:v>3.818192770691738</c:v>
              </c:pt>
              <c:pt idx="1296">
                <c:v>-7.700155465945874</c:v>
              </c:pt>
              <c:pt idx="1297">
                <c:v>-20.42006102275931</c:v>
              </c:pt>
              <c:pt idx="1298">
                <c:v>165.81327562043347</c:v>
              </c:pt>
              <c:pt idx="1299">
                <c:v>36.981223755194804</c:v>
              </c:pt>
              <c:pt idx="1300">
                <c:v>132.00211715786716</c:v>
              </c:pt>
              <c:pt idx="1301">
                <c:v>175.4987419341985</c:v>
              </c:pt>
              <c:pt idx="1302">
                <c:v>50.913183028947245</c:v>
              </c:pt>
              <c:pt idx="1303">
                <c:v>-46.347322989976284</c:v>
              </c:pt>
              <c:pt idx="1304">
                <c:v>122.8446232023165</c:v>
              </c:pt>
              <c:pt idx="1305">
                <c:v>142.7916950502887</c:v>
              </c:pt>
              <c:pt idx="1306">
                <c:v>104.19179805994419</c:v>
              </c:pt>
              <c:pt idx="1307">
                <c:v>124.65668942926659</c:v>
              </c:pt>
              <c:pt idx="1308">
                <c:v>22.527725986441194</c:v>
              </c:pt>
              <c:pt idx="1309">
                <c:v>67.50121185283113</c:v>
              </c:pt>
              <c:pt idx="1310">
                <c:v>34.384981382318884</c:v>
              </c:pt>
              <c:pt idx="1311">
                <c:v>5.702923933229506</c:v>
              </c:pt>
              <c:pt idx="1312">
                <c:v>99.06704595926765</c:v>
              </c:pt>
              <c:pt idx="1313">
                <c:v>63.048653048058</c:v>
              </c:pt>
              <c:pt idx="1314">
                <c:v>-19.11181701582928</c:v>
              </c:pt>
              <c:pt idx="1315">
                <c:v>76.35659261904404</c:v>
              </c:pt>
              <c:pt idx="1316">
                <c:v>133.05300103412452</c:v>
              </c:pt>
              <c:pt idx="1317">
                <c:v>172.1251607255142</c:v>
              </c:pt>
              <c:pt idx="1318">
                <c:v>-16.83656963147579</c:v>
              </c:pt>
              <c:pt idx="1319">
                <c:v>-34.93324269654764</c:v>
              </c:pt>
              <c:pt idx="1320">
                <c:v>128.70944168182095</c:v>
              </c:pt>
              <c:pt idx="1321">
                <c:v>62.11118341432194</c:v>
              </c:pt>
              <c:pt idx="1322">
                <c:v>1.0662431946709923</c:v>
              </c:pt>
              <c:pt idx="1323">
                <c:v>76.67889284538607</c:v>
              </c:pt>
              <c:pt idx="1324">
                <c:v>-29.70486301222781</c:v>
              </c:pt>
              <c:pt idx="1325">
                <c:v>-19.88422238107862</c:v>
              </c:pt>
              <c:pt idx="1326">
                <c:v>-10.747065695142153</c:v>
              </c:pt>
              <c:pt idx="1327">
                <c:v>68.98188144183018</c:v>
              </c:pt>
              <c:pt idx="1328">
                <c:v>27.21177047193117</c:v>
              </c:pt>
              <c:pt idx="1329">
                <c:v>83.46119770001482</c:v>
              </c:pt>
              <c:pt idx="1330">
                <c:v>61.32400759456151</c:v>
              </c:pt>
              <c:pt idx="1331">
                <c:v>113.1425243420896</c:v>
              </c:pt>
              <c:pt idx="1332">
                <c:v>5.134604754087029</c:v>
              </c:pt>
              <c:pt idx="1333">
                <c:v>81.0533715961766</c:v>
              </c:pt>
              <c:pt idx="1334">
                <c:v>42.825506808406644</c:v>
              </c:pt>
              <c:pt idx="1335">
                <c:v>-36.509381016534064</c:v>
              </c:pt>
              <c:pt idx="1336">
                <c:v>169.0761659701411</c:v>
              </c:pt>
              <c:pt idx="1337">
                <c:v>15.959741202268933</c:v>
              </c:pt>
              <c:pt idx="1338">
                <c:v>-14.400325838156874</c:v>
              </c:pt>
              <c:pt idx="1339">
                <c:v>67.94177390158922</c:v>
              </c:pt>
              <c:pt idx="1340">
                <c:v>33.608199276897736</c:v>
              </c:pt>
              <c:pt idx="1341">
                <c:v>96.24714324564786</c:v>
              </c:pt>
              <c:pt idx="1342">
                <c:v>168.4320857804805</c:v>
              </c:pt>
              <c:pt idx="1343">
                <c:v>103.28346114413586</c:v>
              </c:pt>
              <c:pt idx="1344">
                <c:v>102.09829583448844</c:v>
              </c:pt>
              <c:pt idx="1345">
                <c:v>72.84540122989462</c:v>
              </c:pt>
              <c:pt idx="1346">
                <c:v>99.24497892681889</c:v>
              </c:pt>
              <c:pt idx="1347">
                <c:v>91.60642975154349</c:v>
              </c:pt>
              <c:pt idx="1348">
                <c:v>88.62973898870733</c:v>
              </c:pt>
              <c:pt idx="1349">
                <c:v>148.7049414790934</c:v>
              </c:pt>
              <c:pt idx="1350">
                <c:v>-31.341581366343938</c:v>
              </c:pt>
              <c:pt idx="1351">
                <c:v>-29.282511081497105</c:v>
              </c:pt>
              <c:pt idx="1352">
                <c:v>130.56324995944158</c:v>
              </c:pt>
              <c:pt idx="1353">
                <c:v>83.11005100932239</c:v>
              </c:pt>
              <c:pt idx="1354">
                <c:v>-0.26686834672699433</c:v>
              </c:pt>
              <c:pt idx="1355">
                <c:v>-12.42534073548364</c:v>
              </c:pt>
              <c:pt idx="1356">
                <c:v>-10.68547746715571</c:v>
              </c:pt>
              <c:pt idx="1357">
                <c:v>2.5812079768016716</c:v>
              </c:pt>
              <c:pt idx="1358">
                <c:v>75.41492850149805</c:v>
              </c:pt>
              <c:pt idx="1359">
                <c:v>68.03452270657513</c:v>
              </c:pt>
              <c:pt idx="1360">
                <c:v>82.88436136649152</c:v>
              </c:pt>
              <c:pt idx="1361">
                <c:v>149.04221661116196</c:v>
              </c:pt>
              <c:pt idx="1362">
                <c:v>92.24262593829306</c:v>
              </c:pt>
              <c:pt idx="1363">
                <c:v>83.24263770369465</c:v>
              </c:pt>
              <c:pt idx="1364">
                <c:v>147.92671177227737</c:v>
              </c:pt>
              <c:pt idx="1365">
                <c:v>168.34904396884372</c:v>
              </c:pt>
              <c:pt idx="1366">
                <c:v>78.54330026231483</c:v>
              </c:pt>
              <c:pt idx="1367">
                <c:v>83.1063014681447</c:v>
              </c:pt>
              <c:pt idx="1368">
                <c:v>120.79889417008515</c:v>
              </c:pt>
              <c:pt idx="1369">
                <c:v>32.08555599693706</c:v>
              </c:pt>
              <c:pt idx="1370">
                <c:v>93.78992415733467</c:v>
              </c:pt>
              <c:pt idx="1371">
                <c:v>45.17945709723206</c:v>
              </c:pt>
              <c:pt idx="1372">
                <c:v>87.50684433845746</c:v>
              </c:pt>
              <c:pt idx="1373">
                <c:v>75.77112085872567</c:v>
              </c:pt>
              <c:pt idx="1374">
                <c:v>84.8278002997298</c:v>
              </c:pt>
              <c:pt idx="1375">
                <c:v>68.06534099718887</c:v>
              </c:pt>
              <c:pt idx="1376">
                <c:v>5.044958442852582</c:v>
              </c:pt>
              <c:pt idx="1377">
                <c:v>98.94101054711854</c:v>
              </c:pt>
              <c:pt idx="1378">
                <c:v>35.230026984230605</c:v>
              </c:pt>
              <c:pt idx="1379">
                <c:v>79.03715681443381</c:v>
              </c:pt>
              <c:pt idx="1380">
                <c:v>-5.358835272015909</c:v>
              </c:pt>
              <c:pt idx="1381">
                <c:v>143.69252612622583</c:v>
              </c:pt>
              <c:pt idx="1382">
                <c:v>0.23746669335989878</c:v>
              </c:pt>
              <c:pt idx="1383">
                <c:v>-21.506856897689094</c:v>
              </c:pt>
              <c:pt idx="1384">
                <c:v>35.879242705252864</c:v>
              </c:pt>
              <c:pt idx="1385">
                <c:v>78.91578385929708</c:v>
              </c:pt>
              <c:pt idx="1386">
                <c:v>41.67694523628235</c:v>
              </c:pt>
              <c:pt idx="1387">
                <c:v>-22.630551513761766</c:v>
              </c:pt>
              <c:pt idx="1388">
                <c:v>174.98798819430215</c:v>
              </c:pt>
              <c:pt idx="1389">
                <c:v>117.47991046827498</c:v>
              </c:pt>
              <c:pt idx="1390">
                <c:v>80.52330980633673</c:v>
              </c:pt>
              <c:pt idx="1391">
                <c:v>42.503586134685094</c:v>
              </c:pt>
              <c:pt idx="1392">
                <c:v>90.85967445900943</c:v>
              </c:pt>
              <c:pt idx="1393">
                <c:v>61.18138640483389</c:v>
              </c:pt>
              <c:pt idx="1394">
                <c:v>62.898981751878225</c:v>
              </c:pt>
              <c:pt idx="1395">
                <c:v>81.13462723501681</c:v>
              </c:pt>
              <c:pt idx="1396">
                <c:v>42.80535039922627</c:v>
              </c:pt>
              <c:pt idx="1397">
                <c:v>168.98011449579118</c:v>
              </c:pt>
              <c:pt idx="1398">
                <c:v>62.52730204951479</c:v>
              </c:pt>
              <c:pt idx="1399">
                <c:v>64.45448241728836</c:v>
              </c:pt>
              <c:pt idx="1400">
                <c:v>5.0543175874908925</c:v>
              </c:pt>
              <c:pt idx="1401">
                <c:v>107.72394737432779</c:v>
              </c:pt>
              <c:pt idx="1402">
                <c:v>73.07997305475801</c:v>
              </c:pt>
              <c:pt idx="1403">
                <c:v>28.177857876067495</c:v>
              </c:pt>
              <c:pt idx="1404">
                <c:v>31.788651840516184</c:v>
              </c:pt>
              <c:pt idx="1405">
                <c:v>16.406566872990457</c:v>
              </c:pt>
              <c:pt idx="1406">
                <c:v>-35.98805986472252</c:v>
              </c:pt>
              <c:pt idx="1407">
                <c:v>38.73051881010112</c:v>
              </c:pt>
              <c:pt idx="1408">
                <c:v>24.276765992986814</c:v>
              </c:pt>
              <c:pt idx="1409">
                <c:v>40.95731961170053</c:v>
              </c:pt>
              <c:pt idx="1410">
                <c:v>74.50673938485066</c:v>
              </c:pt>
              <c:pt idx="1411">
                <c:v>4.541088018613259</c:v>
              </c:pt>
              <c:pt idx="1412">
                <c:v>-35.8274546002319</c:v>
              </c:pt>
              <c:pt idx="1413">
                <c:v>-63.24745704397162</c:v>
              </c:pt>
              <c:pt idx="1414">
                <c:v>53.502198714324976</c:v>
              </c:pt>
              <c:pt idx="1415">
                <c:v>2.9238337574398514</c:v>
              </c:pt>
              <c:pt idx="1416">
                <c:v>157.7479779963367</c:v>
              </c:pt>
              <c:pt idx="1417">
                <c:v>15.471882139566329</c:v>
              </c:pt>
              <c:pt idx="1418">
                <c:v>73.92438733927595</c:v>
              </c:pt>
              <c:pt idx="1419">
                <c:v>119.17534098840686</c:v>
              </c:pt>
              <c:pt idx="1420">
                <c:v>1.8714927415049765</c:v>
              </c:pt>
              <c:pt idx="1421">
                <c:v>160.60990799194326</c:v>
              </c:pt>
              <c:pt idx="1422">
                <c:v>-31.158227059203224</c:v>
              </c:pt>
              <c:pt idx="1423">
                <c:v>48.43609573044378</c:v>
              </c:pt>
              <c:pt idx="1424">
                <c:v>133.19145114029843</c:v>
              </c:pt>
              <c:pt idx="1425">
                <c:v>73.73800443957948</c:v>
              </c:pt>
              <c:pt idx="1426">
                <c:v>62.18395229512345</c:v>
              </c:pt>
              <c:pt idx="1427">
                <c:v>47.65171756171614</c:v>
              </c:pt>
              <c:pt idx="1428">
                <c:v>113.94287569941206</c:v>
              </c:pt>
              <c:pt idx="1429">
                <c:v>169.82331306004252</c:v>
              </c:pt>
              <c:pt idx="1430">
                <c:v>41.75388869731573</c:v>
              </c:pt>
              <c:pt idx="1431">
                <c:v>86.31453104984014</c:v>
              </c:pt>
              <c:pt idx="1432">
                <c:v>109.7872930189127</c:v>
              </c:pt>
              <c:pt idx="1433">
                <c:v>87.72621271618515</c:v>
              </c:pt>
              <c:pt idx="1434">
                <c:v>145.25327608578698</c:v>
              </c:pt>
              <c:pt idx="1435">
                <c:v>149.8385242822825</c:v>
              </c:pt>
              <c:pt idx="1436">
                <c:v>3.774161206882841</c:v>
              </c:pt>
              <c:pt idx="1437">
                <c:v>14.322985965608883</c:v>
              </c:pt>
              <c:pt idx="1438">
                <c:v>45.72622871275382</c:v>
              </c:pt>
              <c:pt idx="1439">
                <c:v>40.563826176796226</c:v>
              </c:pt>
              <c:pt idx="1440">
                <c:v>69.94963284059547</c:v>
              </c:pt>
              <c:pt idx="1441">
                <c:v>27.63048895982784</c:v>
              </c:pt>
              <c:pt idx="1442">
                <c:v>133.3893229808059</c:v>
              </c:pt>
              <c:pt idx="1443">
                <c:v>106.28930075801361</c:v>
              </c:pt>
              <c:pt idx="1444">
                <c:v>32.3792538247331</c:v>
              </c:pt>
              <c:pt idx="1445">
                <c:v>177.19093370070422</c:v>
              </c:pt>
              <c:pt idx="1446">
                <c:v>22.05164043353547</c:v>
              </c:pt>
              <c:pt idx="1447">
                <c:v>65.2931128141913</c:v>
              </c:pt>
              <c:pt idx="1448">
                <c:v>46.81200432308066</c:v>
              </c:pt>
              <c:pt idx="1449">
                <c:v>19.29615305064628</c:v>
              </c:pt>
              <c:pt idx="1450">
                <c:v>52.174370204576974</c:v>
              </c:pt>
              <c:pt idx="1451">
                <c:v>167.23496621976753</c:v>
              </c:pt>
              <c:pt idx="1452">
                <c:v>32.501416840138305</c:v>
              </c:pt>
              <c:pt idx="1453">
                <c:v>84.6318243898243</c:v>
              </c:pt>
              <c:pt idx="1454">
                <c:v>3.5159306721310415</c:v>
              </c:pt>
              <c:pt idx="1455">
                <c:v>117.77894257865397</c:v>
              </c:pt>
              <c:pt idx="1456">
                <c:v>55.18469901174029</c:v>
              </c:pt>
              <c:pt idx="1457">
                <c:v>23.03871406790206</c:v>
              </c:pt>
              <c:pt idx="1458">
                <c:v>174.5001363884458</c:v>
              </c:pt>
              <c:pt idx="1459">
                <c:v>175.8454380745868</c:v>
              </c:pt>
              <c:pt idx="1460">
                <c:v>142.57661067999277</c:v>
              </c:pt>
              <c:pt idx="1461">
                <c:v>30.300579366289764</c:v>
              </c:pt>
              <c:pt idx="1462">
                <c:v>-6.035251377643508</c:v>
              </c:pt>
              <c:pt idx="1463">
                <c:v>86.31354717960798</c:v>
              </c:pt>
              <c:pt idx="1464">
                <c:v>151.9508532768829</c:v>
              </c:pt>
              <c:pt idx="1465">
                <c:v>141.283053956597</c:v>
              </c:pt>
              <c:pt idx="1466">
                <c:v>125.37049054338921</c:v>
              </c:pt>
              <c:pt idx="1467">
                <c:v>58.65211087525357</c:v>
              </c:pt>
              <c:pt idx="1468">
                <c:v>34.64164415672987</c:v>
              </c:pt>
              <c:pt idx="1469">
                <c:v>110.0361153731286</c:v>
              </c:pt>
              <c:pt idx="1470">
                <c:v>-24.17950388151613</c:v>
              </c:pt>
              <c:pt idx="1471">
                <c:v>69.92593634659761</c:v>
              </c:pt>
              <c:pt idx="1472">
                <c:v>12.373255921179542</c:v>
              </c:pt>
              <c:pt idx="1473">
                <c:v>137.61620609665417</c:v>
              </c:pt>
              <c:pt idx="1474">
                <c:v>61.313957718276626</c:v>
              </c:pt>
              <c:pt idx="1475">
                <c:v>121.75755198592945</c:v>
              </c:pt>
              <c:pt idx="1476">
                <c:v>-37.912206437544036</c:v>
              </c:pt>
              <c:pt idx="1477">
                <c:v>110.04266122549451</c:v>
              </c:pt>
              <c:pt idx="1478">
                <c:v>116.77508716434268</c:v>
              </c:pt>
              <c:pt idx="1479">
                <c:v>81.75511676650986</c:v>
              </c:pt>
              <c:pt idx="1480">
                <c:v>68.63630010651326</c:v>
              </c:pt>
              <c:pt idx="1481">
                <c:v>-34.09608177029553</c:v>
              </c:pt>
              <c:pt idx="1482">
                <c:v>-11.049730511748253</c:v>
              </c:pt>
              <c:pt idx="1483">
                <c:v>72.58553089746334</c:v>
              </c:pt>
              <c:pt idx="1484">
                <c:v>20.041465841340266</c:v>
              </c:pt>
              <c:pt idx="1485">
                <c:v>86.93269680803759</c:v>
              </c:pt>
              <c:pt idx="1486">
                <c:v>148.46486359991178</c:v>
              </c:pt>
              <c:pt idx="1487">
                <c:v>71.89881235898105</c:v>
              </c:pt>
              <c:pt idx="1488">
                <c:v>110.91405743078441</c:v>
              </c:pt>
              <c:pt idx="1489">
                <c:v>11.917397040486389</c:v>
              </c:pt>
              <c:pt idx="1490">
                <c:v>55.44802825800768</c:v>
              </c:pt>
              <c:pt idx="1491">
                <c:v>4.0124496459037395</c:v>
              </c:pt>
              <c:pt idx="1492">
                <c:v>98.38716186273484</c:v>
              </c:pt>
              <c:pt idx="1493">
                <c:v>21.129494177963995</c:v>
              </c:pt>
              <c:pt idx="1494">
                <c:v>58.01659412554892</c:v>
              </c:pt>
              <c:pt idx="1495">
                <c:v>63.770689359139155</c:v>
              </c:pt>
              <c:pt idx="1496">
                <c:v>72.47180747946157</c:v>
              </c:pt>
              <c:pt idx="1497">
                <c:v>105.61635799825387</c:v>
              </c:pt>
              <c:pt idx="1498">
                <c:v>115.21035907940895</c:v>
              </c:pt>
              <c:pt idx="1499">
                <c:v>175.7679764127957</c:v>
              </c:pt>
              <c:pt idx="1500">
                <c:v>26.69486250809477</c:v>
              </c:pt>
              <c:pt idx="1501">
                <c:v>-10.53911187156544</c:v>
              </c:pt>
              <c:pt idx="1502">
                <c:v>3.035956737863934</c:v>
              </c:pt>
              <c:pt idx="1503">
                <c:v>129.5252442643181</c:v>
              </c:pt>
              <c:pt idx="1504">
                <c:v>-5.5217615711791</c:v>
              </c:pt>
              <c:pt idx="1505">
                <c:v>63.415579055568216</c:v>
              </c:pt>
              <c:pt idx="1506">
                <c:v>33.86281226231033</c:v>
              </c:pt>
              <c:pt idx="1507">
                <c:v>-31.443635179144778</c:v>
              </c:pt>
              <c:pt idx="1508">
                <c:v>136.914778993982</c:v>
              </c:pt>
              <c:pt idx="1509">
                <c:v>88.59996068958085</c:v>
              </c:pt>
              <c:pt idx="1510">
                <c:v>29.24320709981703</c:v>
              </c:pt>
              <c:pt idx="1511">
                <c:v>53.103771499707264</c:v>
              </c:pt>
              <c:pt idx="1512">
                <c:v>15.365967846927258</c:v>
              </c:pt>
              <c:pt idx="1513">
                <c:v>-53.512160545963326</c:v>
              </c:pt>
              <c:pt idx="1514">
                <c:v>27.777843678083055</c:v>
              </c:pt>
              <c:pt idx="1515">
                <c:v>124.72197256619826</c:v>
              </c:pt>
              <c:pt idx="1516">
                <c:v>123.0491055422656</c:v>
              </c:pt>
              <c:pt idx="1517">
                <c:v>66.54852647357072</c:v>
              </c:pt>
              <c:pt idx="1518">
                <c:v>54.394453784485435</c:v>
              </c:pt>
              <c:pt idx="1519">
                <c:v>91.48929472112762</c:v>
              </c:pt>
              <c:pt idx="1520">
                <c:v>-33.998180952745834</c:v>
              </c:pt>
              <c:pt idx="1521">
                <c:v>0.26093527106175785</c:v>
              </c:pt>
              <c:pt idx="1522">
                <c:v>128.51322843536153</c:v>
              </c:pt>
              <c:pt idx="1523">
                <c:v>-30.73857887384882</c:v>
              </c:pt>
              <c:pt idx="1524">
                <c:v>157.6282346018176</c:v>
              </c:pt>
              <c:pt idx="1525">
                <c:v>91.19625773662229</c:v>
              </c:pt>
              <c:pt idx="1526">
                <c:v>77.32693132320473</c:v>
              </c:pt>
              <c:pt idx="1527">
                <c:v>-35.552989528182195</c:v>
              </c:pt>
              <c:pt idx="1528">
                <c:v>-21.97982316294301</c:v>
              </c:pt>
              <c:pt idx="1529">
                <c:v>93.62890855789976</c:v>
              </c:pt>
              <c:pt idx="1530">
                <c:v>93.5315335583241</c:v>
              </c:pt>
              <c:pt idx="1531">
                <c:v>40.102444732923544</c:v>
              </c:pt>
              <c:pt idx="1532">
                <c:v>-57.833004078088294</c:v>
              </c:pt>
              <c:pt idx="1533">
                <c:v>44.39191012818161</c:v>
              </c:pt>
              <c:pt idx="1534">
                <c:v>107.75912426339185</c:v>
              </c:pt>
              <c:pt idx="1535">
                <c:v>15.232132502385038</c:v>
              </c:pt>
              <c:pt idx="1536">
                <c:v>143.1170787731247</c:v>
              </c:pt>
              <c:pt idx="1537">
                <c:v>54.75190713641301</c:v>
              </c:pt>
              <c:pt idx="1538">
                <c:v>119.56774122498997</c:v>
              </c:pt>
              <c:pt idx="1539">
                <c:v>87.679034985811</c:v>
              </c:pt>
              <c:pt idx="1540">
                <c:v>74.91553074973154</c:v>
              </c:pt>
              <c:pt idx="1541">
                <c:v>116.4226750253879</c:v>
              </c:pt>
              <c:pt idx="1542">
                <c:v>72.2311420637667</c:v>
              </c:pt>
              <c:pt idx="1543">
                <c:v>41.27020960438715</c:v>
              </c:pt>
              <c:pt idx="1544">
                <c:v>18.626906896024874</c:v>
              </c:pt>
              <c:pt idx="1545">
                <c:v>92.07389745738897</c:v>
              </c:pt>
              <c:pt idx="1546">
                <c:v>50.68364995577778</c:v>
              </c:pt>
              <c:pt idx="1547">
                <c:v>-15.360694377923867</c:v>
              </c:pt>
              <c:pt idx="1548">
                <c:v>42.66813846149947</c:v>
              </c:pt>
              <c:pt idx="1549">
                <c:v>73.54533775880996</c:v>
              </c:pt>
              <c:pt idx="1550">
                <c:v>48.62874240931089</c:v>
              </c:pt>
              <c:pt idx="1551">
                <c:v>117.4258586753562</c:v>
              </c:pt>
              <c:pt idx="1552">
                <c:v>83.12966033486023</c:v>
              </c:pt>
              <c:pt idx="1553">
                <c:v>91.50107818081413</c:v>
              </c:pt>
              <c:pt idx="1554">
                <c:v>112.63675671811039</c:v>
              </c:pt>
              <c:pt idx="1555">
                <c:v>70.76033433962668</c:v>
              </c:pt>
              <c:pt idx="1556">
                <c:v>144.1289776173662</c:v>
              </c:pt>
              <c:pt idx="1557">
                <c:v>112.1405852210617</c:v>
              </c:pt>
              <c:pt idx="1558">
                <c:v>41.65303623229501</c:v>
              </c:pt>
              <c:pt idx="1559">
                <c:v>-9.987990983544064</c:v>
              </c:pt>
              <c:pt idx="1560">
                <c:v>168.77643090596138</c:v>
              </c:pt>
              <c:pt idx="1561">
                <c:v>142.73486965334803</c:v>
              </c:pt>
              <c:pt idx="1562">
                <c:v>100.59120595435616</c:v>
              </c:pt>
              <c:pt idx="1563">
                <c:v>60.51130771084151</c:v>
              </c:pt>
              <c:pt idx="1564">
                <c:v>29.21723316355224</c:v>
              </c:pt>
              <c:pt idx="1565">
                <c:v>67.86444021160466</c:v>
              </c:pt>
              <c:pt idx="1566">
                <c:v>109.49193337812167</c:v>
              </c:pt>
              <c:pt idx="1567">
                <c:v>-45.82064722771523</c:v>
              </c:pt>
              <c:pt idx="1568">
                <c:v>92.3195708552723</c:v>
              </c:pt>
              <c:pt idx="1569">
                <c:v>-5.387699324996399</c:v>
              </c:pt>
              <c:pt idx="1570">
                <c:v>108.33373574565996</c:v>
              </c:pt>
              <c:pt idx="1571">
                <c:v>98.605015633469</c:v>
              </c:pt>
              <c:pt idx="1572">
                <c:v>-47.4916765276418</c:v>
              </c:pt>
              <c:pt idx="1573">
                <c:v>86.93011274255421</c:v>
              </c:pt>
              <c:pt idx="1574">
                <c:v>94.56699340562521</c:v>
              </c:pt>
              <c:pt idx="1575">
                <c:v>159.4232686811293</c:v>
              </c:pt>
              <c:pt idx="1576">
                <c:v>-15.885280934086298</c:v>
              </c:pt>
              <c:pt idx="1577">
                <c:v>8.511595014561284</c:v>
              </c:pt>
              <c:pt idx="1578">
                <c:v>7.232015931634585</c:v>
              </c:pt>
              <c:pt idx="1579">
                <c:v>-49.82183897837483</c:v>
              </c:pt>
              <c:pt idx="1580">
                <c:v>9.7914041043252</c:v>
              </c:pt>
              <c:pt idx="1581">
                <c:v>3.5085451075897076</c:v>
              </c:pt>
              <c:pt idx="1582">
                <c:v>63.46758284622301</c:v>
              </c:pt>
              <c:pt idx="1583">
                <c:v>42.38693405889491</c:v>
              </c:pt>
              <c:pt idx="1584">
                <c:v>91.69427414703868</c:v>
              </c:pt>
              <c:pt idx="1585">
                <c:v>52.72447029988703</c:v>
              </c:pt>
              <c:pt idx="1586">
                <c:v>93.14317080976618</c:v>
              </c:pt>
              <c:pt idx="1587">
                <c:v>49.19997669925699</c:v>
              </c:pt>
              <c:pt idx="1588">
                <c:v>7.251826618525122</c:v>
              </c:pt>
              <c:pt idx="1589">
                <c:v>50.12918325123432</c:v>
              </c:pt>
              <c:pt idx="1590">
                <c:v>69.93103190610108</c:v>
              </c:pt>
              <c:pt idx="1591">
                <c:v>74.74762391506069</c:v>
              </c:pt>
              <c:pt idx="1592">
                <c:v>55.26615374862861</c:v>
              </c:pt>
              <c:pt idx="1593">
                <c:v>79.28694337689718</c:v>
              </c:pt>
              <c:pt idx="1594">
                <c:v>83.36795649805757</c:v>
              </c:pt>
              <c:pt idx="1595">
                <c:v>129.5049516495632</c:v>
              </c:pt>
              <c:pt idx="1596">
                <c:v>27.636741398408976</c:v>
              </c:pt>
              <c:pt idx="1597">
                <c:v>140.4507466734233</c:v>
              </c:pt>
              <c:pt idx="1598">
                <c:v>101.61735623922448</c:v>
              </c:pt>
              <c:pt idx="1599">
                <c:v>86.0805436977213</c:v>
              </c:pt>
              <c:pt idx="1600">
                <c:v>77.59628359332456</c:v>
              </c:pt>
              <c:pt idx="1601">
                <c:v>-34.3792674968323</c:v>
              </c:pt>
              <c:pt idx="1602">
                <c:v>150.5311521705995</c:v>
              </c:pt>
              <c:pt idx="1603">
                <c:v>85.49553481411678</c:v>
              </c:pt>
              <c:pt idx="1604">
                <c:v>14.769642442551035</c:v>
              </c:pt>
              <c:pt idx="1605">
                <c:v>127.41069609543827</c:v>
              </c:pt>
              <c:pt idx="1606">
                <c:v>175.75652629779327</c:v>
              </c:pt>
              <c:pt idx="1607">
                <c:v>-31.137973042926546</c:v>
              </c:pt>
              <c:pt idx="1608">
                <c:v>44.97300302758681</c:v>
              </c:pt>
              <c:pt idx="1609">
                <c:v>94.74678730924174</c:v>
              </c:pt>
              <c:pt idx="1610">
                <c:v>113.11314478277417</c:v>
              </c:pt>
              <c:pt idx="1611">
                <c:v>-57.64747424440773</c:v>
              </c:pt>
              <c:pt idx="1612">
                <c:v>29.786154260866642</c:v>
              </c:pt>
              <c:pt idx="1613">
                <c:v>128.41679330462216</c:v>
              </c:pt>
              <c:pt idx="1614">
                <c:v>165.63186474944558</c:v>
              </c:pt>
              <c:pt idx="1615">
                <c:v>-10.670750938014347</c:v>
              </c:pt>
              <c:pt idx="1616">
                <c:v>130.2358313367641</c:v>
              </c:pt>
              <c:pt idx="1617">
                <c:v>83.08028237928072</c:v>
              </c:pt>
              <c:pt idx="1618">
                <c:v>65.92740112368331</c:v>
              </c:pt>
              <c:pt idx="1619">
                <c:v>97.89112988009403</c:v>
              </c:pt>
              <c:pt idx="1620">
                <c:v>87.68377675364144</c:v>
              </c:pt>
              <c:pt idx="1621">
                <c:v>89.41318248943716</c:v>
              </c:pt>
              <c:pt idx="1622">
                <c:v>148.63635633208622</c:v>
              </c:pt>
              <c:pt idx="1623">
                <c:v>128.96263571688405</c:v>
              </c:pt>
              <c:pt idx="1624">
                <c:v>67.8277062743674</c:v>
              </c:pt>
              <c:pt idx="1625">
                <c:v>119.48130458183682</c:v>
              </c:pt>
              <c:pt idx="1626">
                <c:v>113.22515753027388</c:v>
              </c:pt>
              <c:pt idx="1627">
                <c:v>52.23103155824451</c:v>
              </c:pt>
              <c:pt idx="1628">
                <c:v>-0.6181588556705506</c:v>
              </c:pt>
              <c:pt idx="1629">
                <c:v>76.5963430171407</c:v>
              </c:pt>
              <c:pt idx="1630">
                <c:v>-0.009033845992956202</c:v>
              </c:pt>
              <c:pt idx="1631">
                <c:v>-2.0068533858590385</c:v>
              </c:pt>
              <c:pt idx="1632">
                <c:v>15.540760186099657</c:v>
              </c:pt>
              <c:pt idx="1633">
                <c:v>-2.989764351898213</c:v>
              </c:pt>
              <c:pt idx="1634">
                <c:v>115.47669971304929</c:v>
              </c:pt>
              <c:pt idx="1635">
                <c:v>51.96123823422991</c:v>
              </c:pt>
              <c:pt idx="1636">
                <c:v>65.3719701228827</c:v>
              </c:pt>
              <c:pt idx="1637">
                <c:v>63.963704590754986</c:v>
              </c:pt>
              <c:pt idx="1638">
                <c:v>60.305540857390014</c:v>
              </c:pt>
              <c:pt idx="1639">
                <c:v>175.33481143074124</c:v>
              </c:pt>
              <c:pt idx="1640">
                <c:v>-2.3648547444615886</c:v>
              </c:pt>
              <c:pt idx="1641">
                <c:v>-18.391462003266987</c:v>
              </c:pt>
              <c:pt idx="1642">
                <c:v>75.51602228104434</c:v>
              </c:pt>
              <c:pt idx="1643">
                <c:v>171.96049998758292</c:v>
              </c:pt>
              <c:pt idx="1644">
                <c:v>156.56723304082124</c:v>
              </c:pt>
              <c:pt idx="1645">
                <c:v>168.52248114077534</c:v>
              </c:pt>
              <c:pt idx="1646">
                <c:v>23.4070672816414</c:v>
              </c:pt>
              <c:pt idx="1647">
                <c:v>66.71346975226321</c:v>
              </c:pt>
              <c:pt idx="1648">
                <c:v>34.31924287431029</c:v>
              </c:pt>
              <c:pt idx="1649">
                <c:v>168.13787038298486</c:v>
              </c:pt>
              <c:pt idx="1650">
                <c:v>139.4757458800515</c:v>
              </c:pt>
              <c:pt idx="1651">
                <c:v>-13.813252325015998</c:v>
              </c:pt>
              <c:pt idx="1652">
                <c:v>130.05202585488473</c:v>
              </c:pt>
              <c:pt idx="1653">
                <c:v>-5.515160547940834</c:v>
              </c:pt>
              <c:pt idx="1654">
                <c:v>45.465890692185994</c:v>
              </c:pt>
              <c:pt idx="1655">
                <c:v>81.76068978804844</c:v>
              </c:pt>
              <c:pt idx="1656">
                <c:v>168.838444247134</c:v>
              </c:pt>
              <c:pt idx="1657">
                <c:v>-62.406042194118825</c:v>
              </c:pt>
              <c:pt idx="1658">
                <c:v>11.677303819925179</c:v>
              </c:pt>
              <c:pt idx="1659">
                <c:v>27.10747099429064</c:v>
              </c:pt>
              <c:pt idx="1660">
                <c:v>55.26422880535968</c:v>
              </c:pt>
              <c:pt idx="1661">
                <c:v>10.158970152538668</c:v>
              </c:pt>
              <c:pt idx="1662">
                <c:v>83.48110200152534</c:v>
              </c:pt>
              <c:pt idx="1663">
                <c:v>170.6518585017807</c:v>
              </c:pt>
              <c:pt idx="1664">
                <c:v>0.6264123125711194</c:v>
              </c:pt>
              <c:pt idx="1665">
                <c:v>92.52082866579754</c:v>
              </c:pt>
              <c:pt idx="1666">
                <c:v>3.1863173905023956</c:v>
              </c:pt>
              <c:pt idx="1667">
                <c:v>164.1729193794924</c:v>
              </c:pt>
              <c:pt idx="1668">
                <c:v>76.65827192403808</c:v>
              </c:pt>
              <c:pt idx="1669">
                <c:v>-40.87779205896612</c:v>
              </c:pt>
              <c:pt idx="1670">
                <c:v>103.65226001619426</c:v>
              </c:pt>
              <c:pt idx="1671">
                <c:v>145.8729396984217</c:v>
              </c:pt>
              <c:pt idx="1672">
                <c:v>68.49482333961038</c:v>
              </c:pt>
              <c:pt idx="1673">
                <c:v>40.18999654836885</c:v>
              </c:pt>
              <c:pt idx="1674">
                <c:v>108.860759363336</c:v>
              </c:pt>
              <c:pt idx="1675">
                <c:v>-9.782449806597668</c:v>
              </c:pt>
              <c:pt idx="1676">
                <c:v>22.30854175005518</c:v>
              </c:pt>
              <c:pt idx="1677">
                <c:v>41.772571422948886</c:v>
              </c:pt>
              <c:pt idx="1678">
                <c:v>83.67625989650953</c:v>
              </c:pt>
              <c:pt idx="1679">
                <c:v>62.22621713013635</c:v>
              </c:pt>
              <c:pt idx="1680">
                <c:v>106.11152297261104</c:v>
              </c:pt>
              <c:pt idx="1681">
                <c:v>45.06506748502966</c:v>
              </c:pt>
              <c:pt idx="1682">
                <c:v>85.41850366382387</c:v>
              </c:pt>
              <c:pt idx="1683">
                <c:v>30.823606536876827</c:v>
              </c:pt>
              <c:pt idx="1684">
                <c:v>74.46008855756318</c:v>
              </c:pt>
              <c:pt idx="1685">
                <c:v>80.93781587910557</c:v>
              </c:pt>
              <c:pt idx="1686">
                <c:v>5.702145816425748</c:v>
              </c:pt>
              <c:pt idx="1687">
                <c:v>-41.64895252242907</c:v>
              </c:pt>
              <c:pt idx="1688">
                <c:v>3.2129609078398786</c:v>
              </c:pt>
              <c:pt idx="1689">
                <c:v>63.56275003821176</c:v>
              </c:pt>
              <c:pt idx="1690">
                <c:v>-8.519973250594786</c:v>
              </c:pt>
              <c:pt idx="1691">
                <c:v>56.88398117731832</c:v>
              </c:pt>
              <c:pt idx="1692">
                <c:v>126.17884541775906</c:v>
              </c:pt>
              <c:pt idx="1693">
                <c:v>116.00297759509364</c:v>
              </c:pt>
              <c:pt idx="1694">
                <c:v>128.51762304352982</c:v>
              </c:pt>
              <c:pt idx="1695">
                <c:v>105.54780915665837</c:v>
              </c:pt>
              <c:pt idx="1696">
                <c:v>140.64564041585197</c:v>
              </c:pt>
              <c:pt idx="1697">
                <c:v>-15.249637132344828</c:v>
              </c:pt>
              <c:pt idx="1698">
                <c:v>13.860089569908272</c:v>
              </c:pt>
              <c:pt idx="1699">
                <c:v>92.02967238789105</c:v>
              </c:pt>
              <c:pt idx="1700">
                <c:v>47.29308758552058</c:v>
              </c:pt>
              <c:pt idx="1701">
                <c:v>89.97159244377285</c:v>
              </c:pt>
              <c:pt idx="1702">
                <c:v>101.52555069054087</c:v>
              </c:pt>
              <c:pt idx="1703">
                <c:v>-10.118902628466529</c:v>
              </c:pt>
              <c:pt idx="1704">
                <c:v>57.71647027841975</c:v>
              </c:pt>
              <c:pt idx="1705">
                <c:v>177.44645886721355</c:v>
              </c:pt>
              <c:pt idx="1706">
                <c:v>70.95634271481437</c:v>
              </c:pt>
              <c:pt idx="1707">
                <c:v>23.128921184741454</c:v>
              </c:pt>
              <c:pt idx="1708">
                <c:v>41.497801837092936</c:v>
              </c:pt>
              <c:pt idx="1709">
                <c:v>85.8517134402598</c:v>
              </c:pt>
              <c:pt idx="1710">
                <c:v>48.875068150013604</c:v>
              </c:pt>
              <c:pt idx="1711">
                <c:v>177.25650375535986</c:v>
              </c:pt>
              <c:pt idx="1712">
                <c:v>70.59781977194231</c:v>
              </c:pt>
              <c:pt idx="1713">
                <c:v>62.45912532579786</c:v>
              </c:pt>
              <c:pt idx="1714">
                <c:v>97.09353599225358</c:v>
              </c:pt>
              <c:pt idx="1715">
                <c:v>129.47622151682143</c:v>
              </c:pt>
              <c:pt idx="1716">
                <c:v>83.47933928641844</c:v>
              </c:pt>
              <c:pt idx="1717">
                <c:v>102.89093050717672</c:v>
              </c:pt>
              <c:pt idx="1718">
                <c:v>61.46944865548089</c:v>
              </c:pt>
              <c:pt idx="1719">
                <c:v>81.61820130292969</c:v>
              </c:pt>
              <c:pt idx="1720">
                <c:v>116.5446289554534</c:v>
              </c:pt>
              <c:pt idx="1721">
                <c:v>117.38364908061784</c:v>
              </c:pt>
              <c:pt idx="1722">
                <c:v>127.1647180299906</c:v>
              </c:pt>
              <c:pt idx="1723">
                <c:v>64.50659552740768</c:v>
              </c:pt>
              <c:pt idx="1724">
                <c:v>105.24377090765663</c:v>
              </c:pt>
              <c:pt idx="1725">
                <c:v>40.760078440117624</c:v>
              </c:pt>
              <c:pt idx="1726">
                <c:v>2.8237023885434525</c:v>
              </c:pt>
              <c:pt idx="1727">
                <c:v>163.75894503800103</c:v>
              </c:pt>
              <c:pt idx="1728">
                <c:v>91.12766773297791</c:v>
              </c:pt>
              <c:pt idx="1729">
                <c:v>155.9429089764061</c:v>
              </c:pt>
              <c:pt idx="1730">
                <c:v>81.69360796098441</c:v>
              </c:pt>
              <c:pt idx="1731">
                <c:v>168.12644711772236</c:v>
              </c:pt>
              <c:pt idx="1732">
                <c:v>-33.16004788474315</c:v>
              </c:pt>
              <c:pt idx="1733">
                <c:v>-14.488311138234204</c:v>
              </c:pt>
              <c:pt idx="1734">
                <c:v>-0.7518573981422314</c:v>
              </c:pt>
              <c:pt idx="1735">
                <c:v>51.91603255297498</c:v>
              </c:pt>
              <c:pt idx="1736">
                <c:v>118.64820963545647</c:v>
              </c:pt>
              <c:pt idx="1737">
                <c:v>25.890313674750512</c:v>
              </c:pt>
              <c:pt idx="1738">
                <c:v>96.53128160565309</c:v>
              </c:pt>
              <c:pt idx="1739">
                <c:v>148.1448828232176</c:v>
              </c:pt>
              <c:pt idx="1740">
                <c:v>20.392773310978217</c:v>
              </c:pt>
            </c:numLit>
          </c:yVal>
        </c:ser>
        <c:ser>
          <c:idx val="1"/>
          <c:order val="1"/>
          <c:tx>
            <c:v>BS0 Validation</c:v>
          </c:tx>
          <c:spPr>
            <a:solidFill xmlns:a="http://schemas.openxmlformats.org/drawingml/2006/main">
              <a:srgbClr val="E44855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E44855"/>
              </a:solidFill>
            </c:spPr>
          </c:marker>
          <c:dPt>
            <c:idx val="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"/>
            <c:spPr>
              <a:solidFill xmlns:a="http://schemas.openxmlformats.org/drawingml/2006/main">
                <a:srgbClr val="E44855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129"/>
              <c:pt idx="0">
                <c:v>-189.13994036575247</c:v>
              </c:pt>
              <c:pt idx="1">
                <c:v>-112.37640111866577</c:v>
              </c:pt>
              <c:pt idx="2">
                <c:v>-201.57566033898692</c:v>
              </c:pt>
              <c:pt idx="3">
                <c:v>-217.89120143753695</c:v>
              </c:pt>
              <c:pt idx="4">
                <c:v>-190.6570066785134</c:v>
              </c:pt>
              <c:pt idx="5">
                <c:v>-46.67959841356606</c:v>
              </c:pt>
              <c:pt idx="6">
                <c:v>-61.6487007516883</c:v>
              </c:pt>
              <c:pt idx="7">
                <c:v>-113.13476164134825</c:v>
              </c:pt>
              <c:pt idx="8">
                <c:v>-201.72857669157654</c:v>
              </c:pt>
              <c:pt idx="9">
                <c:v>-133.08118293766748</c:v>
              </c:pt>
              <c:pt idx="10">
                <c:v>-47.44208124182525</c:v>
              </c:pt>
              <c:pt idx="11">
                <c:v>-200.04787743058665</c:v>
              </c:pt>
              <c:pt idx="12">
                <c:v>-186.28871255811336</c:v>
              </c:pt>
              <c:pt idx="13">
                <c:v>-106.56714617889511</c:v>
              </c:pt>
              <c:pt idx="14">
                <c:v>-206.27324597012782</c:v>
              </c:pt>
              <c:pt idx="15">
                <c:v>-201.1653119404714</c:v>
              </c:pt>
              <c:pt idx="16">
                <c:v>-67.79683316280665</c:v>
              </c:pt>
              <c:pt idx="17">
                <c:v>-141.3642079609235</c:v>
              </c:pt>
              <c:pt idx="18">
                <c:v>-123.91196360117344</c:v>
              </c:pt>
              <c:pt idx="19">
                <c:v>-123.16289776073133</c:v>
              </c:pt>
              <c:pt idx="20">
                <c:v>-189.79224053253728</c:v>
              </c:pt>
              <c:pt idx="21">
                <c:v>-50.127016487721164</c:v>
              </c:pt>
              <c:pt idx="22">
                <c:v>-198.60111414542266</c:v>
              </c:pt>
              <c:pt idx="23">
                <c:v>-189.17778980892308</c:v>
              </c:pt>
              <c:pt idx="24">
                <c:v>-108.21780936221548</c:v>
              </c:pt>
              <c:pt idx="25">
                <c:v>-130.94698260183827</c:v>
              </c:pt>
              <c:pt idx="26">
                <c:v>-124.754924814175</c:v>
              </c:pt>
              <c:pt idx="27">
                <c:v>-184.99645660883368</c:v>
              </c:pt>
              <c:pt idx="28">
                <c:v>-203.5606284963743</c:v>
              </c:pt>
              <c:pt idx="29">
                <c:v>-47.79833009951652</c:v>
              </c:pt>
              <c:pt idx="30">
                <c:v>-137.01349014159757</c:v>
              </c:pt>
              <c:pt idx="31">
                <c:v>-120.8642214995914</c:v>
              </c:pt>
              <c:pt idx="32">
                <c:v>-123.01352493677419</c:v>
              </c:pt>
              <c:pt idx="33">
                <c:v>-122.05203441144434</c:v>
              </c:pt>
              <c:pt idx="34">
                <c:v>-189.4612167893911</c:v>
              </c:pt>
              <c:pt idx="35">
                <c:v>-127.3087307417122</c:v>
              </c:pt>
              <c:pt idx="36">
                <c:v>-122.50799663998549</c:v>
              </c:pt>
              <c:pt idx="37">
                <c:v>-136.66891915237414</c:v>
              </c:pt>
              <c:pt idx="38">
                <c:v>-194.48623243365446</c:v>
              </c:pt>
              <c:pt idx="39">
                <c:v>-197.4853818489702</c:v>
              </c:pt>
              <c:pt idx="40">
                <c:v>-106.65541327867669</c:v>
              </c:pt>
              <c:pt idx="41">
                <c:v>-138.6872328511356</c:v>
              </c:pt>
              <c:pt idx="42">
                <c:v>-209.61534442465975</c:v>
              </c:pt>
              <c:pt idx="43">
                <c:v>-107.34554478064118</c:v>
              </c:pt>
              <c:pt idx="44">
                <c:v>-189.64955728454075</c:v>
              </c:pt>
              <c:pt idx="45">
                <c:v>-193.35769848243092</c:v>
              </c:pt>
              <c:pt idx="46">
                <c:v>-135.2918243686304</c:v>
              </c:pt>
              <c:pt idx="47">
                <c:v>-136.21063232425038</c:v>
              </c:pt>
              <c:pt idx="48">
                <c:v>-196.79526278358952</c:v>
              </c:pt>
              <c:pt idx="49">
                <c:v>-51.003770521364665</c:v>
              </c:pt>
              <c:pt idx="50">
                <c:v>-210.30470048478642</c:v>
              </c:pt>
              <c:pt idx="51">
                <c:v>-113.45681390217621</c:v>
              </c:pt>
              <c:pt idx="52">
                <c:v>-197.81442377431244</c:v>
              </c:pt>
              <c:pt idx="53">
                <c:v>-190.87692548354687</c:v>
              </c:pt>
              <c:pt idx="54">
                <c:v>-190.9392865712399</c:v>
              </c:pt>
              <c:pt idx="55">
                <c:v>-203.27711816574242</c:v>
              </c:pt>
              <c:pt idx="56">
                <c:v>-138.0098842369652</c:v>
              </c:pt>
              <c:pt idx="57">
                <c:v>-108.57692394221354</c:v>
              </c:pt>
              <c:pt idx="58">
                <c:v>-57.00035473117447</c:v>
              </c:pt>
              <c:pt idx="59">
                <c:v>-191.19301841506734</c:v>
              </c:pt>
              <c:pt idx="60">
                <c:v>-114.3059065314053</c:v>
              </c:pt>
              <c:pt idx="61">
                <c:v>-116.37219727319903</c:v>
              </c:pt>
              <c:pt idx="62">
                <c:v>-194.5807606256275</c:v>
              </c:pt>
              <c:pt idx="63">
                <c:v>-59.519512151952874</c:v>
              </c:pt>
              <c:pt idx="64">
                <c:v>-133.35895326732634</c:v>
              </c:pt>
              <c:pt idx="65">
                <c:v>-62.564253673014846</c:v>
              </c:pt>
              <c:pt idx="66">
                <c:v>-126.60120076663996</c:v>
              </c:pt>
              <c:pt idx="67">
                <c:v>-126.22392830748092</c:v>
              </c:pt>
              <c:pt idx="68">
                <c:v>-129.51493025377536</c:v>
              </c:pt>
              <c:pt idx="69">
                <c:v>-138.56210318009306</c:v>
              </c:pt>
              <c:pt idx="70">
                <c:v>-49.004437691921694</c:v>
              </c:pt>
              <c:pt idx="71">
                <c:v>-63.09843270061854</c:v>
              </c:pt>
              <c:pt idx="72">
                <c:v>-208.64198292943863</c:v>
              </c:pt>
              <c:pt idx="73">
                <c:v>-51.802034039868474</c:v>
              </c:pt>
              <c:pt idx="74">
                <c:v>-195.56876221032778</c:v>
              </c:pt>
              <c:pt idx="75">
                <c:v>-205.47162123298585</c:v>
              </c:pt>
              <c:pt idx="76">
                <c:v>-53.758402709811115</c:v>
              </c:pt>
              <c:pt idx="77">
                <c:v>-53.55226420881715</c:v>
              </c:pt>
              <c:pt idx="78">
                <c:v>-215.23756288024512</c:v>
              </c:pt>
              <c:pt idx="79">
                <c:v>-134.90055112615167</c:v>
              </c:pt>
              <c:pt idx="80">
                <c:v>-185.96026327497628</c:v>
              </c:pt>
              <c:pt idx="81">
                <c:v>-191.96500186953892</c:v>
              </c:pt>
              <c:pt idx="82">
                <c:v>-63.063693577991124</c:v>
              </c:pt>
              <c:pt idx="83">
                <c:v>-60.01493841247912</c:v>
              </c:pt>
              <c:pt idx="84">
                <c:v>-47.95395787286587</c:v>
              </c:pt>
              <c:pt idx="85">
                <c:v>-138.31025972066874</c:v>
              </c:pt>
              <c:pt idx="86">
                <c:v>-53.82373535664148</c:v>
              </c:pt>
              <c:pt idx="87">
                <c:v>-113.59880773658446</c:v>
              </c:pt>
              <c:pt idx="88">
                <c:v>-69.74057007285876</c:v>
              </c:pt>
              <c:pt idx="89">
                <c:v>-143.16001138563422</c:v>
              </c:pt>
              <c:pt idx="90">
                <c:v>-124.22960739441973</c:v>
              </c:pt>
              <c:pt idx="91">
                <c:v>-120.86680147449844</c:v>
              </c:pt>
              <c:pt idx="92">
                <c:v>-204.12568899689896</c:v>
              </c:pt>
              <c:pt idx="93">
                <c:v>-196.09478249975763</c:v>
              </c:pt>
              <c:pt idx="94">
                <c:v>-111.44734264355554</c:v>
              </c:pt>
              <c:pt idx="95">
                <c:v>-213.6170945320052</c:v>
              </c:pt>
              <c:pt idx="96">
                <c:v>-214.15357382451253</c:v>
              </c:pt>
              <c:pt idx="97">
                <c:v>-140.62335754273448</c:v>
              </c:pt>
              <c:pt idx="98">
                <c:v>-201.02020125777497</c:v>
              </c:pt>
              <c:pt idx="99">
                <c:v>-62.704049431667684</c:v>
              </c:pt>
              <c:pt idx="100">
                <c:v>-209.47011008105642</c:v>
              </c:pt>
              <c:pt idx="101">
                <c:v>-70.7232690933147</c:v>
              </c:pt>
              <c:pt idx="102">
                <c:v>-193.28595398380378</c:v>
              </c:pt>
              <c:pt idx="103">
                <c:v>-187.62293264806777</c:v>
              </c:pt>
              <c:pt idx="104">
                <c:v>-207.05800549838398</c:v>
              </c:pt>
              <c:pt idx="105">
                <c:v>-104.68024172857369</c:v>
              </c:pt>
              <c:pt idx="106">
                <c:v>-66.46233216230262</c:v>
              </c:pt>
              <c:pt idx="107">
                <c:v>-57.67336354712233</c:v>
              </c:pt>
              <c:pt idx="108">
                <c:v>-121.76035692247154</c:v>
              </c:pt>
              <c:pt idx="109">
                <c:v>-187.91399050821587</c:v>
              </c:pt>
              <c:pt idx="110">
                <c:v>-54.85799487292151</c:v>
              </c:pt>
              <c:pt idx="111">
                <c:v>-110.84738633770401</c:v>
              </c:pt>
              <c:pt idx="112">
                <c:v>-104.27842601163962</c:v>
              </c:pt>
              <c:pt idx="113">
                <c:v>-59.050712027806235</c:v>
              </c:pt>
              <c:pt idx="114">
                <c:v>-57.998874665754585</c:v>
              </c:pt>
              <c:pt idx="115">
                <c:v>-214.43287737814111</c:v>
              </c:pt>
              <c:pt idx="116">
                <c:v>-195.2698764162944</c:v>
              </c:pt>
              <c:pt idx="117">
                <c:v>-209.58046637057066</c:v>
              </c:pt>
              <c:pt idx="118">
                <c:v>-65.55700378669609</c:v>
              </c:pt>
              <c:pt idx="119">
                <c:v>-54.86802228828461</c:v>
              </c:pt>
              <c:pt idx="120">
                <c:v>-184.74940588754154</c:v>
              </c:pt>
              <c:pt idx="121">
                <c:v>-207.98570926699844</c:v>
              </c:pt>
              <c:pt idx="122">
                <c:v>-134.64884314485354</c:v>
              </c:pt>
              <c:pt idx="123">
                <c:v>-136.62148300297275</c:v>
              </c:pt>
              <c:pt idx="124">
                <c:v>-62.128433187092845</c:v>
              </c:pt>
              <c:pt idx="125">
                <c:v>-191.62432339311442</c:v>
              </c:pt>
              <c:pt idx="126">
                <c:v>-59.555879898890794</c:v>
              </c:pt>
              <c:pt idx="127">
                <c:v>-215.85814370776478</c:v>
              </c:pt>
              <c:pt idx="128">
                <c:v>-130.26364033568134</c:v>
              </c:pt>
            </c:numLit>
          </c:xVal>
          <c:yVal>
            <c:numLit>
              <c:formatCode>General</c:formatCode>
              <c:ptCount val="129"/>
              <c:pt idx="0">
                <c:v>41.87306691063016</c:v>
              </c:pt>
              <c:pt idx="1">
                <c:v>149.53529092369783</c:v>
              </c:pt>
              <c:pt idx="2">
                <c:v>56.96441059577134</c:v>
              </c:pt>
              <c:pt idx="3">
                <c:v>70.89311026260782</c:v>
              </c:pt>
              <c:pt idx="4">
                <c:v>70.65740240023239</c:v>
              </c:pt>
              <c:pt idx="5">
                <c:v>174.72087637942474</c:v>
              </c:pt>
              <c:pt idx="6">
                <c:v>173.2043370189114</c:v>
              </c:pt>
              <c:pt idx="7">
                <c:v>159.62336441440712</c:v>
              </c:pt>
              <c:pt idx="8">
                <c:v>50.00321514609429</c:v>
              </c:pt>
              <c:pt idx="9">
                <c:v>152.88787824343936</c:v>
              </c:pt>
              <c:pt idx="10">
                <c:v>163.443916446116</c:v>
              </c:pt>
              <c:pt idx="11">
                <c:v>54.46855656313484</c:v>
              </c:pt>
              <c:pt idx="12">
                <c:v>54.80587346217442</c:v>
              </c:pt>
              <c:pt idx="13">
                <c:v>152.47851441506083</c:v>
              </c:pt>
              <c:pt idx="14">
                <c:v>44.95976951508679</c:v>
              </c:pt>
              <c:pt idx="15">
                <c:v>59.318759200348595</c:v>
              </c:pt>
              <c:pt idx="16">
                <c:v>156.0042501391926</c:v>
              </c:pt>
              <c:pt idx="17">
                <c:v>152.33032101513015</c:v>
              </c:pt>
              <c:pt idx="18">
                <c:v>141.08304581691135</c:v>
              </c:pt>
              <c:pt idx="19">
                <c:v>152.31822479862123</c:v>
              </c:pt>
              <c:pt idx="20">
                <c:v>68.21704289615148</c:v>
              </c:pt>
              <c:pt idx="21">
                <c:v>164.7742952136894</c:v>
              </c:pt>
              <c:pt idx="22">
                <c:v>63.7231846240478</c:v>
              </c:pt>
              <c:pt idx="23">
                <c:v>49.83797041125818</c:v>
              </c:pt>
              <c:pt idx="24">
                <c:v>147.90246833549313</c:v>
              </c:pt>
              <c:pt idx="25">
                <c:v>155.32749605828784</c:v>
              </c:pt>
              <c:pt idx="26">
                <c:v>166.13041805517062</c:v>
              </c:pt>
              <c:pt idx="27">
                <c:v>54.748481924209145</c:v>
              </c:pt>
              <c:pt idx="28">
                <c:v>56.95723282203882</c:v>
              </c:pt>
              <c:pt idx="29">
                <c:v>162.3827225941817</c:v>
              </c:pt>
              <c:pt idx="30">
                <c:v>163.25795730657748</c:v>
              </c:pt>
              <c:pt idx="31">
                <c:v>147.2306128660384</c:v>
              </c:pt>
              <c:pt idx="32">
                <c:v>156.72997567161175</c:v>
              </c:pt>
              <c:pt idx="33">
                <c:v>159.04561542334307</c:v>
              </c:pt>
              <c:pt idx="34">
                <c:v>46.3168102610299</c:v>
              </c:pt>
              <c:pt idx="35">
                <c:v>139.41211166625536</c:v>
              </c:pt>
              <c:pt idx="36">
                <c:v>159.78085393268154</c:v>
              </c:pt>
              <c:pt idx="37">
                <c:v>158.40874896446383</c:v>
              </c:pt>
              <c:pt idx="38">
                <c:v>69.58287625948071</c:v>
              </c:pt>
              <c:pt idx="39">
                <c:v>47.17755009389117</c:v>
              </c:pt>
              <c:pt idx="40">
                <c:v>148.0563153357755</c:v>
              </c:pt>
              <c:pt idx="41">
                <c:v>167.11485989310736</c:v>
              </c:pt>
              <c:pt idx="42">
                <c:v>57.83684056496085</c:v>
              </c:pt>
              <c:pt idx="43">
                <c:v>157.38025713704926</c:v>
              </c:pt>
              <c:pt idx="44">
                <c:v>69.07660689454707</c:v>
              </c:pt>
              <c:pt idx="45">
                <c:v>60.30717674902428</c:v>
              </c:pt>
              <c:pt idx="46">
                <c:v>155.37687087833677</c:v>
              </c:pt>
              <c:pt idx="47">
                <c:v>150.59785078007405</c:v>
              </c:pt>
              <c:pt idx="48">
                <c:v>47.65009396609459</c:v>
              </c:pt>
              <c:pt idx="49">
                <c:v>175.92847000674348</c:v>
              </c:pt>
              <c:pt idx="50">
                <c:v>61.53133956199517</c:v>
              </c:pt>
              <c:pt idx="51">
                <c:v>159.0838838254284</c:v>
              </c:pt>
              <c:pt idx="52">
                <c:v>68.4451777128271</c:v>
              </c:pt>
              <c:pt idx="53">
                <c:v>59.034647711466164</c:v>
              </c:pt>
              <c:pt idx="54">
                <c:v>71.24878925702392</c:v>
              </c:pt>
              <c:pt idx="55">
                <c:v>49.12998297981166</c:v>
              </c:pt>
              <c:pt idx="56">
                <c:v>164.58009707589238</c:v>
              </c:pt>
              <c:pt idx="57">
                <c:v>164.00684456376212</c:v>
              </c:pt>
              <c:pt idx="58">
                <c:v>171.4325994091995</c:v>
              </c:pt>
              <c:pt idx="59">
                <c:v>65.79573219844734</c:v>
              </c:pt>
              <c:pt idx="60">
                <c:v>157.29206871461994</c:v>
              </c:pt>
              <c:pt idx="61">
                <c:v>158.53944746010558</c:v>
              </c:pt>
              <c:pt idx="62">
                <c:v>43.23652181370312</c:v>
              </c:pt>
              <c:pt idx="63">
                <c:v>169.49705263748345</c:v>
              </c:pt>
              <c:pt idx="64">
                <c:v>165.9644869438501</c:v>
              </c:pt>
              <c:pt idx="65">
                <c:v>154.67279074992956</c:v>
              </c:pt>
              <c:pt idx="66">
                <c:v>138.454831277939</c:v>
              </c:pt>
              <c:pt idx="67">
                <c:v>161.5179145299109</c:v>
              </c:pt>
              <c:pt idx="68">
                <c:v>163.52955840110397</c:v>
              </c:pt>
              <c:pt idx="69">
                <c:v>151.0912021227004</c:v>
              </c:pt>
              <c:pt idx="70">
                <c:v>159.27542238451903</c:v>
              </c:pt>
              <c:pt idx="71">
                <c:v>157.3013919183234</c:v>
              </c:pt>
              <c:pt idx="72">
                <c:v>45.277365795417495</c:v>
              </c:pt>
              <c:pt idx="73">
                <c:v>170.65878064984545</c:v>
              </c:pt>
              <c:pt idx="74">
                <c:v>65.45370365436052</c:v>
              </c:pt>
              <c:pt idx="75">
                <c:v>57.27830246685552</c:v>
              </c:pt>
              <c:pt idx="76">
                <c:v>169.42372692573733</c:v>
              </c:pt>
              <c:pt idx="77">
                <c:v>157.79092495645293</c:v>
              </c:pt>
              <c:pt idx="78">
                <c:v>60.116503831915026</c:v>
              </c:pt>
              <c:pt idx="79">
                <c:v>162.23686547558668</c:v>
              </c:pt>
              <c:pt idx="80">
                <c:v>63.257436418050645</c:v>
              </c:pt>
              <c:pt idx="81">
                <c:v>70.8671178794188</c:v>
              </c:pt>
              <c:pt idx="82">
                <c:v>159.19986923882786</c:v>
              </c:pt>
              <c:pt idx="83">
                <c:v>162.4392309679236</c:v>
              </c:pt>
              <c:pt idx="84">
                <c:v>163.3257048458701</c:v>
              </c:pt>
              <c:pt idx="85">
                <c:v>157.12278956406126</c:v>
              </c:pt>
              <c:pt idx="86">
                <c:v>155.4078007693884</c:v>
              </c:pt>
              <c:pt idx="87">
                <c:v>158.77440045362985</c:v>
              </c:pt>
              <c:pt idx="88">
                <c:v>156.22191641310891</c:v>
              </c:pt>
              <c:pt idx="89">
                <c:v>155.59007099400975</c:v>
              </c:pt>
              <c:pt idx="90">
                <c:v>170.9391678510264</c:v>
              </c:pt>
              <c:pt idx="91">
                <c:v>165.54161209963863</c:v>
              </c:pt>
              <c:pt idx="92">
                <c:v>46.23101886075365</c:v>
              </c:pt>
              <c:pt idx="93">
                <c:v>69.54871825895603</c:v>
              </c:pt>
              <c:pt idx="94">
                <c:v>152.58984338387947</c:v>
              </c:pt>
              <c:pt idx="95">
                <c:v>56.52301825411277</c:v>
              </c:pt>
              <c:pt idx="96">
                <c:v>70.06713083429439</c:v>
              </c:pt>
              <c:pt idx="97">
                <c:v>160.72591299809818</c:v>
              </c:pt>
              <c:pt idx="98">
                <c:v>65.66862042224909</c:v>
              </c:pt>
              <c:pt idx="99">
                <c:v>160.35577887089875</c:v>
              </c:pt>
              <c:pt idx="100">
                <c:v>63.81031262348546</c:v>
              </c:pt>
              <c:pt idx="101">
                <c:v>159.06140322665087</c:v>
              </c:pt>
              <c:pt idx="102">
                <c:v>44.024152072223984</c:v>
              </c:pt>
              <c:pt idx="103">
                <c:v>64.42117480949616</c:v>
              </c:pt>
              <c:pt idx="104">
                <c:v>46.87531417627716</c:v>
              </c:pt>
              <c:pt idx="105">
                <c:v>149.0301361873362</c:v>
              </c:pt>
              <c:pt idx="106">
                <c:v>163.92147093456458</c:v>
              </c:pt>
              <c:pt idx="107">
                <c:v>162.7846084060996</c:v>
              </c:pt>
              <c:pt idx="108">
                <c:v>146.73236663355098</c:v>
              </c:pt>
              <c:pt idx="109">
                <c:v>51.673480743444756</c:v>
              </c:pt>
              <c:pt idx="110">
                <c:v>157.1749062551174</c:v>
              </c:pt>
              <c:pt idx="111">
                <c:v>164.1263356205199</c:v>
              </c:pt>
              <c:pt idx="112">
                <c:v>148.12800081483863</c:v>
              </c:pt>
              <c:pt idx="113">
                <c:v>164.74998045593716</c:v>
              </c:pt>
              <c:pt idx="114">
                <c:v>163.9847837138044</c:v>
              </c:pt>
              <c:pt idx="115">
                <c:v>64.07556097111244</c:v>
              </c:pt>
              <c:pt idx="116">
                <c:v>58.737147163229054</c:v>
              </c:pt>
              <c:pt idx="117">
                <c:v>46.79756767442586</c:v>
              </c:pt>
              <c:pt idx="118">
                <c:v>162.63776315498257</c:v>
              </c:pt>
              <c:pt idx="119">
                <c:v>174.59500539640166</c:v>
              </c:pt>
              <c:pt idx="120">
                <c:v>41.9742817927236</c:v>
              </c:pt>
              <c:pt idx="121">
                <c:v>72.04352537671107</c:v>
              </c:pt>
              <c:pt idx="122">
                <c:v>162.2778785963578</c:v>
              </c:pt>
              <c:pt idx="123">
                <c:v>155.25236245118978</c:v>
              </c:pt>
              <c:pt idx="124">
                <c:v>158.1783435846187</c:v>
              </c:pt>
              <c:pt idx="125">
                <c:v>61.185729329454745</c:v>
              </c:pt>
              <c:pt idx="126">
                <c:v>156.19225982979214</c:v>
              </c:pt>
              <c:pt idx="127">
                <c:v>66.002773879981</c:v>
              </c:pt>
              <c:pt idx="128">
                <c:v>170.7493763074738</c:v>
              </c:pt>
            </c:numLit>
          </c:yVal>
        </c:ser>
        <c:ser>
          <c:idx val="2"/>
          <c:order val="2"/>
          <c:tx>
            <c:v>BS1 Train</c:v>
          </c:tx>
          <c:spPr>
            <a:solidFill xmlns:a="http://schemas.openxmlformats.org/drawingml/2006/main">
              <a:srgbClr val="ED8B2C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ED8B2C"/>
              </a:solidFill>
            </c:spPr>
          </c:marker>
          <c:dPt>
            <c:idx val="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4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5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6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7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8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9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0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1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2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0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1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2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3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4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5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6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7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8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39"/>
            <c:spPr>
              <a:solidFill xmlns:a="http://schemas.openxmlformats.org/drawingml/2006/main">
                <a:srgbClr val="ED8B2C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1740"/>
              <c:pt idx="0">
                <c:v>138.52328591871117</c:v>
              </c:pt>
              <c:pt idx="1">
                <c:v>130.67942743733857</c:v>
              </c:pt>
              <c:pt idx="2">
                <c:v>204.73898964112865</c:v>
              </c:pt>
              <c:pt idx="3">
                <c:v>123.62236056817291</c:v>
              </c:pt>
              <c:pt idx="4">
                <c:v>117.49411700436309</c:v>
              </c:pt>
              <c:pt idx="5">
                <c:v>80.222958198339</c:v>
              </c:pt>
              <c:pt idx="6">
                <c:v>108.94365293229279</c:v>
              </c:pt>
              <c:pt idx="7">
                <c:v>133.10125983930237</c:v>
              </c:pt>
              <c:pt idx="8">
                <c:v>163.93397150864584</c:v>
              </c:pt>
              <c:pt idx="9">
                <c:v>87.99043532891476</c:v>
              </c:pt>
              <c:pt idx="10">
                <c:v>209.06730805037444</c:v>
              </c:pt>
              <c:pt idx="11">
                <c:v>187.65665426156826</c:v>
              </c:pt>
              <c:pt idx="12">
                <c:v>128.92567138547696</c:v>
              </c:pt>
              <c:pt idx="13">
                <c:v>73.82897704284369</c:v>
              </c:pt>
              <c:pt idx="14">
                <c:v>180.15755150085508</c:v>
              </c:pt>
              <c:pt idx="15">
                <c:v>70.09772421060964</c:v>
              </c:pt>
              <c:pt idx="16">
                <c:v>208.30137471217822</c:v>
              </c:pt>
              <c:pt idx="17">
                <c:v>152.15065989666834</c:v>
              </c:pt>
              <c:pt idx="18">
                <c:v>173.11917325076593</c:v>
              </c:pt>
              <c:pt idx="19">
                <c:v>210.172103541652</c:v>
              </c:pt>
              <c:pt idx="20">
                <c:v>181.77023651572227</c:v>
              </c:pt>
              <c:pt idx="21">
                <c:v>66.11669754189889</c:v>
              </c:pt>
              <c:pt idx="22">
                <c:v>160.2046796036093</c:v>
              </c:pt>
              <c:pt idx="23">
                <c:v>221.28857140959798</c:v>
              </c:pt>
              <c:pt idx="24">
                <c:v>206.8004191015604</c:v>
              </c:pt>
              <c:pt idx="25">
                <c:v>74.38872431061233</c:v>
              </c:pt>
              <c:pt idx="26">
                <c:v>170.0033930395825</c:v>
              </c:pt>
              <c:pt idx="27">
                <c:v>122.97668514621407</c:v>
              </c:pt>
              <c:pt idx="28">
                <c:v>139.33117998466048</c:v>
              </c:pt>
              <c:pt idx="29">
                <c:v>176.07447511188485</c:v>
              </c:pt>
              <c:pt idx="30">
                <c:v>96.99306992666448</c:v>
              </c:pt>
              <c:pt idx="31">
                <c:v>154.8179658591885</c:v>
              </c:pt>
              <c:pt idx="32">
                <c:v>183.16260611854983</c:v>
              </c:pt>
              <c:pt idx="33">
                <c:v>177.51531420362682</c:v>
              </c:pt>
              <c:pt idx="34">
                <c:v>118.37057109385233</c:v>
              </c:pt>
              <c:pt idx="35">
                <c:v>187.60671228992288</c:v>
              </c:pt>
              <c:pt idx="36">
                <c:v>72.35623819637793</c:v>
              </c:pt>
              <c:pt idx="37">
                <c:v>178.59337758494712</c:v>
              </c:pt>
              <c:pt idx="38">
                <c:v>153.2885328292565</c:v>
              </c:pt>
              <c:pt idx="39">
                <c:v>140.40800335999052</c:v>
              </c:pt>
              <c:pt idx="40">
                <c:v>193.38769029480392</c:v>
              </c:pt>
              <c:pt idx="41">
                <c:v>85.31565136338614</c:v>
              </c:pt>
              <c:pt idx="42">
                <c:v>116.3938343561587</c:v>
              </c:pt>
              <c:pt idx="43">
                <c:v>204.38831633858683</c:v>
              </c:pt>
              <c:pt idx="44">
                <c:v>82.79491463728459</c:v>
              </c:pt>
              <c:pt idx="45">
                <c:v>173.99538646503757</c:v>
              </c:pt>
              <c:pt idx="46">
                <c:v>126.61978119390886</c:v>
              </c:pt>
              <c:pt idx="47">
                <c:v>145.4401034723952</c:v>
              </c:pt>
              <c:pt idx="48">
                <c:v>64.08629346857046</c:v>
              </c:pt>
              <c:pt idx="49">
                <c:v>211.18004023776746</c:v>
              </c:pt>
              <c:pt idx="50">
                <c:v>193.412333334658</c:v>
              </c:pt>
              <c:pt idx="51">
                <c:v>54.90504192979212</c:v>
              </c:pt>
              <c:pt idx="52">
                <c:v>88.88464847303965</c:v>
              </c:pt>
              <c:pt idx="53">
                <c:v>153.1427529666729</c:v>
              </c:pt>
              <c:pt idx="54">
                <c:v>184.67870665618787</c:v>
              </c:pt>
              <c:pt idx="55">
                <c:v>81.99138151715185</c:v>
              </c:pt>
              <c:pt idx="56">
                <c:v>197.32747774934884</c:v>
              </c:pt>
              <c:pt idx="57">
                <c:v>51.46409114424583</c:v>
              </c:pt>
              <c:pt idx="58">
                <c:v>171.03472809840625</c:v>
              </c:pt>
              <c:pt idx="59">
                <c:v>187.48532033213883</c:v>
              </c:pt>
              <c:pt idx="60">
                <c:v>70.3304164749301</c:v>
              </c:pt>
              <c:pt idx="61">
                <c:v>221.3145362704766</c:v>
              </c:pt>
              <c:pt idx="62">
                <c:v>142.3635481164822</c:v>
              </c:pt>
              <c:pt idx="63">
                <c:v>186.6318888790245</c:v>
              </c:pt>
              <c:pt idx="64">
                <c:v>103.93665160800346</c:v>
              </c:pt>
              <c:pt idx="65">
                <c:v>85.37267619566029</c:v>
              </c:pt>
              <c:pt idx="66">
                <c:v>198.02901167979934</c:v>
              </c:pt>
              <c:pt idx="67">
                <c:v>98.64524491642106</c:v>
              </c:pt>
              <c:pt idx="68">
                <c:v>76.517565775669</c:v>
              </c:pt>
              <c:pt idx="69">
                <c:v>192.51634227440988</c:v>
              </c:pt>
              <c:pt idx="70">
                <c:v>107.11549745272602</c:v>
              </c:pt>
              <c:pt idx="71">
                <c:v>97.84814483615217</c:v>
              </c:pt>
              <c:pt idx="72">
                <c:v>191.63218439050002</c:v>
              </c:pt>
              <c:pt idx="73">
                <c:v>200.7102208926666</c:v>
              </c:pt>
              <c:pt idx="74">
                <c:v>149.33738216651636</c:v>
              </c:pt>
              <c:pt idx="75">
                <c:v>206.47381185364827</c:v>
              </c:pt>
              <c:pt idx="76">
                <c:v>198.85640517901922</c:v>
              </c:pt>
              <c:pt idx="77">
                <c:v>145.73203416886233</c:v>
              </c:pt>
              <c:pt idx="78">
                <c:v>211.65859463858143</c:v>
              </c:pt>
              <c:pt idx="79">
                <c:v>148.06796119000563</c:v>
              </c:pt>
              <c:pt idx="80">
                <c:v>165.8076074423738</c:v>
              </c:pt>
              <c:pt idx="81">
                <c:v>198.6439382780606</c:v>
              </c:pt>
              <c:pt idx="82">
                <c:v>145.47956612369808</c:v>
              </c:pt>
              <c:pt idx="83">
                <c:v>177.47635850834425</c:v>
              </c:pt>
              <c:pt idx="84">
                <c:v>152.3244738035656</c:v>
              </c:pt>
              <c:pt idx="85">
                <c:v>111.96071591268748</c:v>
              </c:pt>
              <c:pt idx="86">
                <c:v>179.13393137728656</c:v>
              </c:pt>
              <c:pt idx="87">
                <c:v>136.8152097147415</c:v>
              </c:pt>
              <c:pt idx="88">
                <c:v>202.86902227212067</c:v>
              </c:pt>
              <c:pt idx="89">
                <c:v>170.98647437971047</c:v>
              </c:pt>
              <c:pt idx="90">
                <c:v>71.34007840599457</c:v>
              </c:pt>
              <c:pt idx="91">
                <c:v>198.16347984008982</c:v>
              </c:pt>
              <c:pt idx="92">
                <c:v>163.26523516769126</c:v>
              </c:pt>
              <c:pt idx="93">
                <c:v>140.92710283661353</c:v>
              </c:pt>
              <c:pt idx="94">
                <c:v>199.87832937725474</c:v>
              </c:pt>
              <c:pt idx="95">
                <c:v>73.37744820085449</c:v>
              </c:pt>
              <c:pt idx="96">
                <c:v>91.31273051701478</c:v>
              </c:pt>
              <c:pt idx="97">
                <c:v>135.22403867861993</c:v>
              </c:pt>
              <c:pt idx="98">
                <c:v>179.34896346978368</c:v>
              </c:pt>
              <c:pt idx="99">
                <c:v>189.95444161101918</c:v>
              </c:pt>
              <c:pt idx="100">
                <c:v>171.49545876197774</c:v>
              </c:pt>
              <c:pt idx="101">
                <c:v>176.0288348260499</c:v>
              </c:pt>
              <c:pt idx="102">
                <c:v>119.96505068900396</c:v>
              </c:pt>
              <c:pt idx="103">
                <c:v>148.58528799950483</c:v>
              </c:pt>
              <c:pt idx="104">
                <c:v>194.20558472952754</c:v>
              </c:pt>
              <c:pt idx="105">
                <c:v>87.8357600997232</c:v>
              </c:pt>
              <c:pt idx="106">
                <c:v>123.1610960892031</c:v>
              </c:pt>
              <c:pt idx="107">
                <c:v>75.1488918452846</c:v>
              </c:pt>
              <c:pt idx="108">
                <c:v>194.56511237433025</c:v>
              </c:pt>
              <c:pt idx="109">
                <c:v>155.6012615408551</c:v>
              </c:pt>
              <c:pt idx="110">
                <c:v>200.9920463435896</c:v>
              </c:pt>
              <c:pt idx="111">
                <c:v>182.89725587539797</c:v>
              </c:pt>
              <c:pt idx="112">
                <c:v>177.3726037805295</c:v>
              </c:pt>
              <c:pt idx="113">
                <c:v>189.0635313571961</c:v>
              </c:pt>
              <c:pt idx="114">
                <c:v>185.6155378272816</c:v>
              </c:pt>
              <c:pt idx="115">
                <c:v>198.32093878819924</c:v>
              </c:pt>
              <c:pt idx="116">
                <c:v>222.48924432852849</c:v>
              </c:pt>
              <c:pt idx="117">
                <c:v>183.7171148767842</c:v>
              </c:pt>
              <c:pt idx="118">
                <c:v>224.71975849764584</c:v>
              </c:pt>
              <c:pt idx="119">
                <c:v>155.580917900858</c:v>
              </c:pt>
              <c:pt idx="120">
                <c:v>175.25758450436953</c:v>
              </c:pt>
              <c:pt idx="121">
                <c:v>75.12086247875877</c:v>
              </c:pt>
              <c:pt idx="122">
                <c:v>172.1224224253913</c:v>
              </c:pt>
              <c:pt idx="123">
                <c:v>191.72448576881283</c:v>
              </c:pt>
              <c:pt idx="124">
                <c:v>83.31995981763897</c:v>
              </c:pt>
              <c:pt idx="125">
                <c:v>138.7126612440261</c:v>
              </c:pt>
              <c:pt idx="126">
                <c:v>178.84937346037415</c:v>
              </c:pt>
              <c:pt idx="127">
                <c:v>120.34172850618152</c:v>
              </c:pt>
              <c:pt idx="128">
                <c:v>128.94128196755946</c:v>
              </c:pt>
              <c:pt idx="129">
                <c:v>174.40136985738596</c:v>
              </c:pt>
              <c:pt idx="130">
                <c:v>173.69010035761906</c:v>
              </c:pt>
              <c:pt idx="131">
                <c:v>164.07653175733194</c:v>
              </c:pt>
              <c:pt idx="132">
                <c:v>135.88790007558242</c:v>
              </c:pt>
              <c:pt idx="133">
                <c:v>150.80010502246898</c:v>
              </c:pt>
              <c:pt idx="134">
                <c:v>146.48063756595158</c:v>
              </c:pt>
              <c:pt idx="135">
                <c:v>121.89781672524019</c:v>
              </c:pt>
              <c:pt idx="136">
                <c:v>183.61530370622233</c:v>
              </c:pt>
              <c:pt idx="137">
                <c:v>190.02664014841804</c:v>
              </c:pt>
              <c:pt idx="138">
                <c:v>113.60896980280717</c:v>
              </c:pt>
              <c:pt idx="139">
                <c:v>115.76812451062872</c:v>
              </c:pt>
              <c:pt idx="140">
                <c:v>158.3462711700144</c:v>
              </c:pt>
              <c:pt idx="141">
                <c:v>201.90485000244362</c:v>
              </c:pt>
              <c:pt idx="142">
                <c:v>195.2733004486336</c:v>
              </c:pt>
              <c:pt idx="143">
                <c:v>105.92314114680813</c:v>
              </c:pt>
              <c:pt idx="144">
                <c:v>111.84867048427172</c:v>
              </c:pt>
              <c:pt idx="145">
                <c:v>62.912821309330454</c:v>
              </c:pt>
              <c:pt idx="146">
                <c:v>139.36916895963697</c:v>
              </c:pt>
              <c:pt idx="147">
                <c:v>216.34023657896898</c:v>
              </c:pt>
              <c:pt idx="148">
                <c:v>117.04740082747895</c:v>
              </c:pt>
              <c:pt idx="149">
                <c:v>145.56249283679452</c:v>
              </c:pt>
              <c:pt idx="150">
                <c:v>92.10922065520236</c:v>
              </c:pt>
              <c:pt idx="151">
                <c:v>164.48749889530163</c:v>
              </c:pt>
              <c:pt idx="152">
                <c:v>130.6869603389711</c:v>
              </c:pt>
              <c:pt idx="153">
                <c:v>58.90801554954742</c:v>
              </c:pt>
              <c:pt idx="154">
                <c:v>130.92778724759</c:v>
              </c:pt>
              <c:pt idx="155">
                <c:v>209.4232199780509</c:v>
              </c:pt>
              <c:pt idx="156">
                <c:v>176.7571013061304</c:v>
              </c:pt>
              <c:pt idx="157">
                <c:v>68.66841663042902</c:v>
              </c:pt>
              <c:pt idx="158">
                <c:v>191.39992110107252</c:v>
              </c:pt>
              <c:pt idx="159">
                <c:v>221.2244142532874</c:v>
              </c:pt>
              <c:pt idx="160">
                <c:v>201.55776920267292</c:v>
              </c:pt>
              <c:pt idx="161">
                <c:v>136.4943641894837</c:v>
              </c:pt>
              <c:pt idx="162">
                <c:v>117.88367195500918</c:v>
              </c:pt>
              <c:pt idx="163">
                <c:v>190.97602608668572</c:v>
              </c:pt>
              <c:pt idx="164">
                <c:v>189.5960158059028</c:v>
              </c:pt>
              <c:pt idx="165">
                <c:v>143.87054268362436</c:v>
              </c:pt>
              <c:pt idx="166">
                <c:v>183.77683409430153</c:v>
              </c:pt>
              <c:pt idx="167">
                <c:v>79.52503854236338</c:v>
              </c:pt>
              <c:pt idx="168">
                <c:v>196.86448987635143</c:v>
              </c:pt>
              <c:pt idx="169">
                <c:v>102.62433187434985</c:v>
              </c:pt>
              <c:pt idx="170">
                <c:v>203.9538954337174</c:v>
              </c:pt>
              <c:pt idx="171">
                <c:v>56.63654419835963</c:v>
              </c:pt>
              <c:pt idx="172">
                <c:v>71.69262672425387</c:v>
              </c:pt>
              <c:pt idx="173">
                <c:v>99.65000771377237</c:v>
              </c:pt>
              <c:pt idx="174">
                <c:v>149.31079824373577</c:v>
              </c:pt>
              <c:pt idx="175">
                <c:v>84.34094708549245</c:v>
              </c:pt>
              <c:pt idx="176">
                <c:v>153.07698682513217</c:v>
              </c:pt>
              <c:pt idx="177">
                <c:v>171.73028498949645</c:v>
              </c:pt>
              <c:pt idx="178">
                <c:v>215.58783272037323</c:v>
              </c:pt>
              <c:pt idx="179">
                <c:v>103.64672288016669</c:v>
              </c:pt>
              <c:pt idx="180">
                <c:v>172.90315537311935</c:v>
              </c:pt>
              <c:pt idx="181">
                <c:v>154.05412205570775</c:v>
              </c:pt>
              <c:pt idx="182">
                <c:v>76.84179002156432</c:v>
              </c:pt>
              <c:pt idx="183">
                <c:v>189.7949225793022</c:v>
              </c:pt>
              <c:pt idx="184">
                <c:v>222.6695492238915</c:v>
              </c:pt>
              <c:pt idx="185">
                <c:v>45.192598791399625</c:v>
              </c:pt>
              <c:pt idx="186">
                <c:v>122.35905960548759</c:v>
              </c:pt>
              <c:pt idx="187">
                <c:v>208.918521398737</c:v>
              </c:pt>
              <c:pt idx="188">
                <c:v>189.2124823125407</c:v>
              </c:pt>
              <c:pt idx="189">
                <c:v>130.76826748572694</c:v>
              </c:pt>
              <c:pt idx="190">
                <c:v>219.10570897187566</c:v>
              </c:pt>
              <c:pt idx="191">
                <c:v>218.14964524328082</c:v>
              </c:pt>
              <c:pt idx="192">
                <c:v>98.09176669110906</c:v>
              </c:pt>
              <c:pt idx="193">
                <c:v>46.13652879079982</c:v>
              </c:pt>
              <c:pt idx="194">
                <c:v>131.5168342336102</c:v>
              </c:pt>
              <c:pt idx="195">
                <c:v>123.18698051971502</c:v>
              </c:pt>
              <c:pt idx="196">
                <c:v>169.49034092038292</c:v>
              </c:pt>
              <c:pt idx="197">
                <c:v>146.39144043706335</c:v>
              </c:pt>
              <c:pt idx="198">
                <c:v>98.60727383786872</c:v>
              </c:pt>
              <c:pt idx="199">
                <c:v>157.1218535797392</c:v>
              </c:pt>
              <c:pt idx="200">
                <c:v>76.9373595331105</c:v>
              </c:pt>
              <c:pt idx="201">
                <c:v>97.28671250427821</c:v>
              </c:pt>
              <c:pt idx="202">
                <c:v>127.51759464868766</c:v>
              </c:pt>
              <c:pt idx="203">
                <c:v>71.25144385129133</c:v>
              </c:pt>
              <c:pt idx="204">
                <c:v>216.12815614516447</c:v>
              </c:pt>
              <c:pt idx="205">
                <c:v>225.50257692356288</c:v>
              </c:pt>
              <c:pt idx="206">
                <c:v>177.88779730063683</c:v>
              </c:pt>
              <c:pt idx="207">
                <c:v>184.9803515289801</c:v>
              </c:pt>
              <c:pt idx="208">
                <c:v>174.60792149751984</c:v>
              </c:pt>
              <c:pt idx="209">
                <c:v>130.0333438231636</c:v>
              </c:pt>
              <c:pt idx="210">
                <c:v>185.69435219183057</c:v>
              </c:pt>
              <c:pt idx="211">
                <c:v>133.183283555704</c:v>
              </c:pt>
              <c:pt idx="212">
                <c:v>181.07870477044384</c:v>
              </c:pt>
              <c:pt idx="213">
                <c:v>173.24172622341874</c:v>
              </c:pt>
              <c:pt idx="214">
                <c:v>73.83324604943891</c:v>
              </c:pt>
              <c:pt idx="215">
                <c:v>135.66080989420394</c:v>
              </c:pt>
              <c:pt idx="216">
                <c:v>212.36551725874838</c:v>
              </c:pt>
              <c:pt idx="217">
                <c:v>208.64962431935695</c:v>
              </c:pt>
              <c:pt idx="218">
                <c:v>57.4678301877523</c:v>
              </c:pt>
              <c:pt idx="219">
                <c:v>91.1095595221538</c:v>
              </c:pt>
              <c:pt idx="220">
                <c:v>155.03892029899106</c:v>
              </c:pt>
              <c:pt idx="221">
                <c:v>135.8300266688189</c:v>
              </c:pt>
              <c:pt idx="222">
                <c:v>180.08094386657461</c:v>
              </c:pt>
              <c:pt idx="223">
                <c:v>139.526993675585</c:v>
              </c:pt>
              <c:pt idx="224">
                <c:v>57.18034378408932</c:v>
              </c:pt>
              <c:pt idx="225">
                <c:v>152.1466983334787</c:v>
              </c:pt>
              <c:pt idx="226">
                <c:v>183.29400343030838</c:v>
              </c:pt>
              <c:pt idx="227">
                <c:v>56.02917104259895</c:v>
              </c:pt>
              <c:pt idx="228">
                <c:v>170.8815870798297</c:v>
              </c:pt>
              <c:pt idx="229">
                <c:v>57.478054382757875</c:v>
              </c:pt>
              <c:pt idx="230">
                <c:v>199.75245324851758</c:v>
              </c:pt>
              <c:pt idx="231">
                <c:v>208.2724372996026</c:v>
              </c:pt>
              <c:pt idx="232">
                <c:v>144.01296509292212</c:v>
              </c:pt>
              <c:pt idx="233">
                <c:v>95.95450822246207</c:v>
              </c:pt>
              <c:pt idx="234">
                <c:v>62.10302740848849</c:v>
              </c:pt>
              <c:pt idx="235">
                <c:v>198.23098300019345</c:v>
              </c:pt>
              <c:pt idx="236">
                <c:v>189.98051626065072</c:v>
              </c:pt>
              <c:pt idx="237">
                <c:v>149.45050580724325</c:v>
              </c:pt>
              <c:pt idx="238">
                <c:v>67.48439324687664</c:v>
              </c:pt>
              <c:pt idx="239">
                <c:v>53.96376063331921</c:v>
              </c:pt>
              <c:pt idx="240">
                <c:v>209.04185364892194</c:v>
              </c:pt>
              <c:pt idx="241">
                <c:v>149.86819551188046</c:v>
              </c:pt>
              <c:pt idx="242">
                <c:v>69.7584937411145</c:v>
              </c:pt>
              <c:pt idx="243">
                <c:v>93.96781314185964</c:v>
              </c:pt>
              <c:pt idx="244">
                <c:v>160.04996932727605</c:v>
              </c:pt>
              <c:pt idx="245">
                <c:v>161.625936415072</c:v>
              </c:pt>
              <c:pt idx="246">
                <c:v>183.74746576039763</c:v>
              </c:pt>
              <c:pt idx="247">
                <c:v>180.2920994608614</c:v>
              </c:pt>
              <c:pt idx="248">
                <c:v>144.4410645035545</c:v>
              </c:pt>
              <c:pt idx="249">
                <c:v>87.72545107263906</c:v>
              </c:pt>
              <c:pt idx="250">
                <c:v>192.59742562878148</c:v>
              </c:pt>
              <c:pt idx="251">
                <c:v>123.970350096691</c:v>
              </c:pt>
              <c:pt idx="252">
                <c:v>55.32894552070475</c:v>
              </c:pt>
              <c:pt idx="253">
                <c:v>202.08927075509794</c:v>
              </c:pt>
              <c:pt idx="254">
                <c:v>56.56218117679629</c:v>
              </c:pt>
              <c:pt idx="255">
                <c:v>200.36498846750902</c:v>
              </c:pt>
              <c:pt idx="256">
                <c:v>179.50652166684355</c:v>
              </c:pt>
              <c:pt idx="257">
                <c:v>119.94508198085403</c:v>
              </c:pt>
              <c:pt idx="258">
                <c:v>194.402303951895</c:v>
              </c:pt>
              <c:pt idx="259">
                <c:v>176.31610177609008</c:v>
              </c:pt>
              <c:pt idx="260">
                <c:v>57.849222983632195</c:v>
              </c:pt>
              <c:pt idx="261">
                <c:v>185.19062598866773</c:v>
              </c:pt>
              <c:pt idx="262">
                <c:v>174.93488332818427</c:v>
              </c:pt>
              <c:pt idx="263">
                <c:v>68.1078086632483</c:v>
              </c:pt>
              <c:pt idx="264">
                <c:v>193.2024653216616</c:v>
              </c:pt>
              <c:pt idx="265">
                <c:v>59.0134416529194</c:v>
              </c:pt>
              <c:pt idx="266">
                <c:v>192.6642461142329</c:v>
              </c:pt>
              <c:pt idx="267">
                <c:v>130.8753581011336</c:v>
              </c:pt>
              <c:pt idx="268">
                <c:v>78.14882403191163</c:v>
              </c:pt>
              <c:pt idx="269">
                <c:v>195.543795435857</c:v>
              </c:pt>
              <c:pt idx="270">
                <c:v>71.1299569664726</c:v>
              </c:pt>
              <c:pt idx="271">
                <c:v>219.75960503350046</c:v>
              </c:pt>
              <c:pt idx="272">
                <c:v>78.70465225478227</c:v>
              </c:pt>
              <c:pt idx="273">
                <c:v>100.76438976902512</c:v>
              </c:pt>
              <c:pt idx="274">
                <c:v>207.77659136060478</c:v>
              </c:pt>
              <c:pt idx="275">
                <c:v>155.79267721734044</c:v>
              </c:pt>
              <c:pt idx="276">
                <c:v>78.70078920875886</c:v>
              </c:pt>
              <c:pt idx="277">
                <c:v>213.15791500134867</c:v>
              </c:pt>
              <c:pt idx="278">
                <c:v>147.32825267324176</c:v>
              </c:pt>
              <c:pt idx="279">
                <c:v>201.4193813454472</c:v>
              </c:pt>
              <c:pt idx="280">
                <c:v>144.78243650669458</c:v>
              </c:pt>
              <c:pt idx="281">
                <c:v>152.13767935599546</c:v>
              </c:pt>
              <c:pt idx="282">
                <c:v>190.0107268063546</c:v>
              </c:pt>
              <c:pt idx="283">
                <c:v>160.81231012132034</c:v>
              </c:pt>
              <c:pt idx="284">
                <c:v>222.52919001483409</c:v>
              </c:pt>
              <c:pt idx="285">
                <c:v>181.48291243228982</c:v>
              </c:pt>
              <c:pt idx="286">
                <c:v>163.29775660054378</c:v>
              </c:pt>
              <c:pt idx="287">
                <c:v>196.56741607171753</c:v>
              </c:pt>
              <c:pt idx="288">
                <c:v>168.63055401688666</c:v>
              </c:pt>
              <c:pt idx="289">
                <c:v>112.98716766175484</c:v>
              </c:pt>
              <c:pt idx="290">
                <c:v>142.61601973854357</c:v>
              </c:pt>
              <c:pt idx="291">
                <c:v>140.41015825288656</c:v>
              </c:pt>
              <c:pt idx="292">
                <c:v>118.14249690877242</c:v>
              </c:pt>
              <c:pt idx="293">
                <c:v>167.27522171092193</c:v>
              </c:pt>
              <c:pt idx="294">
                <c:v>156.05797821417258</c:v>
              </c:pt>
              <c:pt idx="295">
                <c:v>172.13109577622578</c:v>
              </c:pt>
              <c:pt idx="296">
                <c:v>151.48377587588973</c:v>
              </c:pt>
              <c:pt idx="297">
                <c:v>129.1001181432189</c:v>
              </c:pt>
              <c:pt idx="298">
                <c:v>97.13638158677449</c:v>
              </c:pt>
              <c:pt idx="299">
                <c:v>59.88668901467638</c:v>
              </c:pt>
              <c:pt idx="300">
                <c:v>163.2811296205998</c:v>
              </c:pt>
              <c:pt idx="301">
                <c:v>66.34017533443652</c:v>
              </c:pt>
              <c:pt idx="302">
                <c:v>82.39662862753252</c:v>
              </c:pt>
              <c:pt idx="303">
                <c:v>156.38787480635943</c:v>
              </c:pt>
              <c:pt idx="304">
                <c:v>133.19294473809526</c:v>
              </c:pt>
              <c:pt idx="305">
                <c:v>201.37024248096228</c:v>
              </c:pt>
              <c:pt idx="306">
                <c:v>156.68932878566676</c:v>
              </c:pt>
              <c:pt idx="307">
                <c:v>65.38763556234728</c:v>
              </c:pt>
              <c:pt idx="308">
                <c:v>129.8046794187057</c:v>
              </c:pt>
              <c:pt idx="309">
                <c:v>186.8544663882864</c:v>
              </c:pt>
              <c:pt idx="310">
                <c:v>117.78246265659624</c:v>
              </c:pt>
              <c:pt idx="311">
                <c:v>154.5348173518188</c:v>
              </c:pt>
              <c:pt idx="312">
                <c:v>103.50505085808283</c:v>
              </c:pt>
              <c:pt idx="313">
                <c:v>178.05020496057793</c:v>
              </c:pt>
              <c:pt idx="314">
                <c:v>59.3499910169699</c:v>
              </c:pt>
              <c:pt idx="315">
                <c:v>186.97796193682677</c:v>
              </c:pt>
              <c:pt idx="316">
                <c:v>139.70117455555027</c:v>
              </c:pt>
              <c:pt idx="317">
                <c:v>185.94134610107457</c:v>
              </c:pt>
              <c:pt idx="318">
                <c:v>64.43916005099044</c:v>
              </c:pt>
              <c:pt idx="319">
                <c:v>89.41015200165374</c:v>
              </c:pt>
              <c:pt idx="320">
                <c:v>70.8142001212587</c:v>
              </c:pt>
              <c:pt idx="321">
                <c:v>197.76881325787633</c:v>
              </c:pt>
              <c:pt idx="322">
                <c:v>95.01235493246539</c:v>
              </c:pt>
              <c:pt idx="323">
                <c:v>62.72564697751653</c:v>
              </c:pt>
              <c:pt idx="324">
                <c:v>231.55014591931297</c:v>
              </c:pt>
              <c:pt idx="325">
                <c:v>173.2480435960277</c:v>
              </c:pt>
              <c:pt idx="326">
                <c:v>152.11267028823085</c:v>
              </c:pt>
              <c:pt idx="327">
                <c:v>234.97488124154196</c:v>
              </c:pt>
              <c:pt idx="328">
                <c:v>195.58648556694038</c:v>
              </c:pt>
              <c:pt idx="329">
                <c:v>84.85075183796226</c:v>
              </c:pt>
              <c:pt idx="330">
                <c:v>168.35504464950358</c:v>
              </c:pt>
              <c:pt idx="331">
                <c:v>209.44980960125957</c:v>
              </c:pt>
              <c:pt idx="332">
                <c:v>193.52983390311175</c:v>
              </c:pt>
              <c:pt idx="333">
                <c:v>126.92462856885335</c:v>
              </c:pt>
              <c:pt idx="334">
                <c:v>61.378137933144984</c:v>
              </c:pt>
              <c:pt idx="335">
                <c:v>57.55449852449978</c:v>
              </c:pt>
              <c:pt idx="336">
                <c:v>163.46903329302677</c:v>
              </c:pt>
              <c:pt idx="337">
                <c:v>94.74957598795994</c:v>
              </c:pt>
              <c:pt idx="338">
                <c:v>88.41063876992186</c:v>
              </c:pt>
              <c:pt idx="339">
                <c:v>194.88794773505407</c:v>
              </c:pt>
              <c:pt idx="340">
                <c:v>102.78983946983696</c:v>
              </c:pt>
              <c:pt idx="341">
                <c:v>193.2686618966441</c:v>
              </c:pt>
              <c:pt idx="342">
                <c:v>141.17290820882403</c:v>
              </c:pt>
              <c:pt idx="343">
                <c:v>138.0480165689898</c:v>
              </c:pt>
              <c:pt idx="344">
                <c:v>92.67238643063723</c:v>
              </c:pt>
              <c:pt idx="345">
                <c:v>47.55666607880076</c:v>
              </c:pt>
              <c:pt idx="346">
                <c:v>151.7643906282981</c:v>
              </c:pt>
              <c:pt idx="347">
                <c:v>153.80339368914164</c:v>
              </c:pt>
              <c:pt idx="348">
                <c:v>85.44636785556575</c:v>
              </c:pt>
              <c:pt idx="349">
                <c:v>192.60289167170717</c:v>
              </c:pt>
              <c:pt idx="350">
                <c:v>157.13400010727725</c:v>
              </c:pt>
              <c:pt idx="351">
                <c:v>108.36689284442078</c:v>
              </c:pt>
              <c:pt idx="352">
                <c:v>122.29878515298608</c:v>
              </c:pt>
              <c:pt idx="353">
                <c:v>70.63894794272457</c:v>
              </c:pt>
              <c:pt idx="354">
                <c:v>158.74634962606854</c:v>
              </c:pt>
              <c:pt idx="355">
                <c:v>127.62493613910067</c:v>
              </c:pt>
              <c:pt idx="356">
                <c:v>184.36699237951404</c:v>
              </c:pt>
              <c:pt idx="357">
                <c:v>145.62288017754565</c:v>
              </c:pt>
              <c:pt idx="358">
                <c:v>186.0122877637865</c:v>
              </c:pt>
              <c:pt idx="359">
                <c:v>165.15442585403994</c:v>
              </c:pt>
              <c:pt idx="360">
                <c:v>125.58220684425007</c:v>
              </c:pt>
              <c:pt idx="361">
                <c:v>193.6036234223997</c:v>
              </c:pt>
              <c:pt idx="362">
                <c:v>156.9616570942144</c:v>
              </c:pt>
              <c:pt idx="363">
                <c:v>171.89137102287344</c:v>
              </c:pt>
              <c:pt idx="364">
                <c:v>170.24165842412012</c:v>
              </c:pt>
              <c:pt idx="365">
                <c:v>94.66986088255564</c:v>
              </c:pt>
              <c:pt idx="366">
                <c:v>212.75060801566445</c:v>
              </c:pt>
              <c:pt idx="367">
                <c:v>217.45499776288693</c:v>
              </c:pt>
              <c:pt idx="368">
                <c:v>208.04621091489935</c:v>
              </c:pt>
              <c:pt idx="369">
                <c:v>122.02685702022474</c:v>
              </c:pt>
              <c:pt idx="370">
                <c:v>165.85606770224004</c:v>
              </c:pt>
              <c:pt idx="371">
                <c:v>210.75095004066117</c:v>
              </c:pt>
              <c:pt idx="372">
                <c:v>166.83655193872133</c:v>
              </c:pt>
              <c:pt idx="373">
                <c:v>204.32023647962134</c:v>
              </c:pt>
              <c:pt idx="374">
                <c:v>194.32080092848753</c:v>
              </c:pt>
              <c:pt idx="375">
                <c:v>131.74181767522194</c:v>
              </c:pt>
              <c:pt idx="376">
                <c:v>222.01057053903915</c:v>
              </c:pt>
              <c:pt idx="377">
                <c:v>149.8484345724185</c:v>
              </c:pt>
              <c:pt idx="378">
                <c:v>124.14517141016505</c:v>
              </c:pt>
              <c:pt idx="379">
                <c:v>63.34048422835921</c:v>
              </c:pt>
              <c:pt idx="380">
                <c:v>198.62290650053956</c:v>
              </c:pt>
              <c:pt idx="381">
                <c:v>100.25599476134455</c:v>
              </c:pt>
              <c:pt idx="382">
                <c:v>149.7407863163475</c:v>
              </c:pt>
              <c:pt idx="383">
                <c:v>110.04715610394176</c:v>
              </c:pt>
              <c:pt idx="384">
                <c:v>149.59219751464752</c:v>
              </c:pt>
              <c:pt idx="385">
                <c:v>186.95375159104202</c:v>
              </c:pt>
              <c:pt idx="386">
                <c:v>53.210744004936366</c:v>
              </c:pt>
              <c:pt idx="387">
                <c:v>161.25182771621814</c:v>
              </c:pt>
              <c:pt idx="388">
                <c:v>134.98997210900686</c:v>
              </c:pt>
              <c:pt idx="389">
                <c:v>97.24519448457295</c:v>
              </c:pt>
              <c:pt idx="390">
                <c:v>171.315581592879</c:v>
              </c:pt>
              <c:pt idx="391">
                <c:v>123.28729710897369</c:v>
              </c:pt>
              <c:pt idx="392">
                <c:v>171.14075771186012</c:v>
              </c:pt>
              <c:pt idx="393">
                <c:v>143.67839672259305</c:v>
              </c:pt>
              <c:pt idx="394">
                <c:v>80.00965591645118</c:v>
              </c:pt>
              <c:pt idx="395">
                <c:v>121.9189582014739</c:v>
              </c:pt>
              <c:pt idx="396">
                <c:v>152.70897600466733</c:v>
              </c:pt>
              <c:pt idx="397">
                <c:v>64.00962364639969</c:v>
              </c:pt>
              <c:pt idx="398">
                <c:v>122.93650249235507</c:v>
              </c:pt>
              <c:pt idx="399">
                <c:v>98.90332490052634</c:v>
              </c:pt>
              <c:pt idx="400">
                <c:v>170.0324242310227</c:v>
              </c:pt>
              <c:pt idx="401">
                <c:v>198.13427559706912</c:v>
              </c:pt>
              <c:pt idx="402">
                <c:v>138.53413372102645</c:v>
              </c:pt>
              <c:pt idx="403">
                <c:v>83.0158199380229</c:v>
              </c:pt>
              <c:pt idx="404">
                <c:v>142.37688991453578</c:v>
              </c:pt>
              <c:pt idx="405">
                <c:v>97.47246288573007</c:v>
              </c:pt>
              <c:pt idx="406">
                <c:v>62.06044160055392</c:v>
              </c:pt>
              <c:pt idx="407">
                <c:v>83.97288499297869</c:v>
              </c:pt>
              <c:pt idx="408">
                <c:v>198.92408150330704</c:v>
              </c:pt>
              <c:pt idx="409">
                <c:v>196.126404610749</c:v>
              </c:pt>
              <c:pt idx="410">
                <c:v>123.29451513525736</c:v>
              </c:pt>
              <c:pt idx="411">
                <c:v>107.03201548955789</c:v>
              </c:pt>
              <c:pt idx="412">
                <c:v>191.57961994946947</c:v>
              </c:pt>
              <c:pt idx="413">
                <c:v>84.41362347627518</c:v>
              </c:pt>
              <c:pt idx="414">
                <c:v>110.28511132949525</c:v>
              </c:pt>
              <c:pt idx="415">
                <c:v>83.69693937383542</c:v>
              </c:pt>
              <c:pt idx="416">
                <c:v>182.22561455801724</c:v>
              </c:pt>
              <c:pt idx="417">
                <c:v>155.82999445024433</c:v>
              </c:pt>
              <c:pt idx="418">
                <c:v>93.67433876827222</c:v>
              </c:pt>
              <c:pt idx="419">
                <c:v>88.3241174328783</c:v>
              </c:pt>
              <c:pt idx="420">
                <c:v>49.07821572353456</c:v>
              </c:pt>
              <c:pt idx="421">
                <c:v>216.54112913364966</c:v>
              </c:pt>
              <c:pt idx="422">
                <c:v>182.36970163680238</c:v>
              </c:pt>
              <c:pt idx="423">
                <c:v>132.31836707819738</c:v>
              </c:pt>
              <c:pt idx="424">
                <c:v>160.5932823802598</c:v>
              </c:pt>
              <c:pt idx="425">
                <c:v>194.17018603263358</c:v>
              </c:pt>
              <c:pt idx="426">
                <c:v>151.33544157224625</c:v>
              </c:pt>
              <c:pt idx="427">
                <c:v>135.6936577170351</c:v>
              </c:pt>
              <c:pt idx="428">
                <c:v>112.31453845817403</c:v>
              </c:pt>
              <c:pt idx="429">
                <c:v>147.12298101394583</c:v>
              </c:pt>
              <c:pt idx="430">
                <c:v>146.84327178116013</c:v>
              </c:pt>
              <c:pt idx="431">
                <c:v>118.74008951427554</c:v>
              </c:pt>
              <c:pt idx="432">
                <c:v>58.838205095927634</c:v>
              </c:pt>
              <c:pt idx="433">
                <c:v>151.49146530594777</c:v>
              </c:pt>
              <c:pt idx="434">
                <c:v>99.26477243797788</c:v>
              </c:pt>
              <c:pt idx="435">
                <c:v>186.19357889586794</c:v>
              </c:pt>
              <c:pt idx="436">
                <c:v>88.22489480538161</c:v>
              </c:pt>
              <c:pt idx="437">
                <c:v>65.17656055475445</c:v>
              </c:pt>
              <c:pt idx="438">
                <c:v>153.71459891863412</c:v>
              </c:pt>
              <c:pt idx="439">
                <c:v>209.48691691388822</c:v>
              </c:pt>
              <c:pt idx="440">
                <c:v>149.0358046946242</c:v>
              </c:pt>
              <c:pt idx="441">
                <c:v>82.12085276055731</c:v>
              </c:pt>
              <c:pt idx="442">
                <c:v>111.92908591783203</c:v>
              </c:pt>
              <c:pt idx="443">
                <c:v>191.62826037039792</c:v>
              </c:pt>
              <c:pt idx="444">
                <c:v>165.33606594438936</c:v>
              </c:pt>
              <c:pt idx="445">
                <c:v>121.10658670372052</c:v>
              </c:pt>
              <c:pt idx="446">
                <c:v>139.90064717346877</c:v>
              </c:pt>
              <c:pt idx="447">
                <c:v>184.75944781859664</c:v>
              </c:pt>
              <c:pt idx="448">
                <c:v>99.89516643727877</c:v>
              </c:pt>
              <c:pt idx="449">
                <c:v>215.31291781558082</c:v>
              </c:pt>
              <c:pt idx="450">
                <c:v>151.8357409150135</c:v>
              </c:pt>
              <c:pt idx="451">
                <c:v>218.91862379968526</c:v>
              </c:pt>
              <c:pt idx="452">
                <c:v>133.22820689551088</c:v>
              </c:pt>
              <c:pt idx="453">
                <c:v>121.76247050156947</c:v>
              </c:pt>
              <c:pt idx="454">
                <c:v>203.5677950794349</c:v>
              </c:pt>
              <c:pt idx="455">
                <c:v>206.07546369943464</c:v>
              </c:pt>
              <c:pt idx="456">
                <c:v>148.44289080411096</c:v>
              </c:pt>
              <c:pt idx="457">
                <c:v>54.408246092438596</c:v>
              </c:pt>
              <c:pt idx="458">
                <c:v>172.857564138924</c:v>
              </c:pt>
              <c:pt idx="459">
                <c:v>100.86155902217669</c:v>
              </c:pt>
              <c:pt idx="460">
                <c:v>141.87624942492283</c:v>
              </c:pt>
              <c:pt idx="461">
                <c:v>199.18282162819906</c:v>
              </c:pt>
              <c:pt idx="462">
                <c:v>128.23492213528095</c:v>
              </c:pt>
              <c:pt idx="463">
                <c:v>164.14363304379947</c:v>
              </c:pt>
              <c:pt idx="464">
                <c:v>176.14270498857772</c:v>
              </c:pt>
              <c:pt idx="465">
                <c:v>146.02616462370048</c:v>
              </c:pt>
              <c:pt idx="466">
                <c:v>81.3050292110864</c:v>
              </c:pt>
              <c:pt idx="467">
                <c:v>190.85691111551097</c:v>
              </c:pt>
              <c:pt idx="468">
                <c:v>100.0141996439724</c:v>
              </c:pt>
              <c:pt idx="469">
                <c:v>130.1800307339077</c:v>
              </c:pt>
              <c:pt idx="470">
                <c:v>232.03586705413332</c:v>
              </c:pt>
              <c:pt idx="471">
                <c:v>69.12335293216992</c:v>
              </c:pt>
              <c:pt idx="472">
                <c:v>93.74466162681762</c:v>
              </c:pt>
              <c:pt idx="473">
                <c:v>160.5143472520789</c:v>
              </c:pt>
              <c:pt idx="474">
                <c:v>185.49347690103255</c:v>
              </c:pt>
              <c:pt idx="475">
                <c:v>117.73747247167513</c:v>
              </c:pt>
              <c:pt idx="476">
                <c:v>94.11294260016413</c:v>
              </c:pt>
              <c:pt idx="477">
                <c:v>135.42183965309385</c:v>
              </c:pt>
              <c:pt idx="478">
                <c:v>198.01525476291565</c:v>
              </c:pt>
              <c:pt idx="479">
                <c:v>98.64174127515884</c:v>
              </c:pt>
              <c:pt idx="480">
                <c:v>106.13406810034917</c:v>
              </c:pt>
              <c:pt idx="481">
                <c:v>141.81565066688324</c:v>
              </c:pt>
              <c:pt idx="482">
                <c:v>168.09800866199032</c:v>
              </c:pt>
              <c:pt idx="483">
                <c:v>179.10127103929483</c:v>
              </c:pt>
              <c:pt idx="484">
                <c:v>225.7288394120947</c:v>
              </c:pt>
              <c:pt idx="485">
                <c:v>70.57044583547321</c:v>
              </c:pt>
              <c:pt idx="486">
                <c:v>73.28780249948639</c:v>
              </c:pt>
              <c:pt idx="487">
                <c:v>170.85015002542832</c:v>
              </c:pt>
              <c:pt idx="488">
                <c:v>64.82672741701484</c:v>
              </c:pt>
              <c:pt idx="489">
                <c:v>172.565399749074</c:v>
              </c:pt>
              <c:pt idx="490">
                <c:v>72.46469510433069</c:v>
              </c:pt>
              <c:pt idx="491">
                <c:v>131.32279931072134</c:v>
              </c:pt>
              <c:pt idx="492">
                <c:v>91.19379152365781</c:v>
              </c:pt>
              <c:pt idx="493">
                <c:v>194.90037219429774</c:v>
              </c:pt>
              <c:pt idx="494">
                <c:v>67.68675724411605</c:v>
              </c:pt>
              <c:pt idx="495">
                <c:v>137.80006033172359</c:v>
              </c:pt>
              <c:pt idx="496">
                <c:v>59.5644286732982</c:v>
              </c:pt>
              <c:pt idx="497">
                <c:v>167.6115213474272</c:v>
              </c:pt>
              <c:pt idx="498">
                <c:v>189.60370918735092</c:v>
              </c:pt>
              <c:pt idx="499">
                <c:v>149.11186661806084</c:v>
              </c:pt>
              <c:pt idx="500">
                <c:v>205.89473190076117</c:v>
              </c:pt>
              <c:pt idx="501">
                <c:v>89.82423984441196</c:v>
              </c:pt>
              <c:pt idx="502">
                <c:v>225.3465844342727</c:v>
              </c:pt>
              <c:pt idx="503">
                <c:v>146.00736297237353</c:v>
              </c:pt>
              <c:pt idx="504">
                <c:v>164.2641772792899</c:v>
              </c:pt>
              <c:pt idx="505">
                <c:v>79.83625646958993</c:v>
              </c:pt>
              <c:pt idx="506">
                <c:v>150.71198459896303</c:v>
              </c:pt>
              <c:pt idx="507">
                <c:v>206.2585380900779</c:v>
              </c:pt>
              <c:pt idx="508">
                <c:v>158.24895422569142</c:v>
              </c:pt>
              <c:pt idx="509">
                <c:v>66.20867026418512</c:v>
              </c:pt>
              <c:pt idx="510">
                <c:v>156.14187054251897</c:v>
              </c:pt>
              <c:pt idx="511">
                <c:v>146.7091668994388</c:v>
              </c:pt>
              <c:pt idx="512">
                <c:v>82.36979778446198</c:v>
              </c:pt>
              <c:pt idx="513">
                <c:v>233.0946446104146</c:v>
              </c:pt>
              <c:pt idx="514">
                <c:v>202.23455558987646</c:v>
              </c:pt>
              <c:pt idx="515">
                <c:v>99.69879554189161</c:v>
              </c:pt>
              <c:pt idx="516">
                <c:v>97.15645363385502</c:v>
              </c:pt>
              <c:pt idx="517">
                <c:v>87.11955321795708</c:v>
              </c:pt>
              <c:pt idx="518">
                <c:v>96.50528851080135</c:v>
              </c:pt>
              <c:pt idx="519">
                <c:v>179.85964579559797</c:v>
              </c:pt>
              <c:pt idx="520">
                <c:v>155.9775718986858</c:v>
              </c:pt>
              <c:pt idx="521">
                <c:v>126.59610703373198</c:v>
              </c:pt>
              <c:pt idx="522">
                <c:v>123.06671123014213</c:v>
              </c:pt>
              <c:pt idx="523">
                <c:v>133.10866843565967</c:v>
              </c:pt>
              <c:pt idx="524">
                <c:v>168.85308976310543</c:v>
              </c:pt>
              <c:pt idx="525">
                <c:v>192.72169822360271</c:v>
              </c:pt>
              <c:pt idx="526">
                <c:v>172.52104816748445</c:v>
              </c:pt>
              <c:pt idx="527">
                <c:v>125.89134212307818</c:v>
              </c:pt>
              <c:pt idx="528">
                <c:v>70.18041933895299</c:v>
              </c:pt>
              <c:pt idx="529">
                <c:v>174.04628122077364</c:v>
              </c:pt>
              <c:pt idx="530">
                <c:v>220.5144808928288</c:v>
              </c:pt>
              <c:pt idx="531">
                <c:v>130.70317094671074</c:v>
              </c:pt>
              <c:pt idx="532">
                <c:v>202.5081033970968</c:v>
              </c:pt>
              <c:pt idx="533">
                <c:v>58.563867659811976</c:v>
              </c:pt>
              <c:pt idx="534">
                <c:v>201.78769089780636</c:v>
              </c:pt>
              <c:pt idx="535">
                <c:v>127.02596127406477</c:v>
              </c:pt>
              <c:pt idx="536">
                <c:v>86.69909928939785</c:v>
              </c:pt>
              <c:pt idx="537">
                <c:v>191.73492245302816</c:v>
              </c:pt>
              <c:pt idx="538">
                <c:v>135.50409761092652</c:v>
              </c:pt>
              <c:pt idx="539">
                <c:v>127.36640154015822</c:v>
              </c:pt>
              <c:pt idx="540">
                <c:v>125.5764503011424</c:v>
              </c:pt>
              <c:pt idx="541">
                <c:v>144.50082371146715</c:v>
              </c:pt>
              <c:pt idx="542">
                <c:v>165.53738433587665</c:v>
              </c:pt>
              <c:pt idx="543">
                <c:v>62.796603151887325</c:v>
              </c:pt>
              <c:pt idx="544">
                <c:v>166.9399298913047</c:v>
              </c:pt>
              <c:pt idx="545">
                <c:v>94.71463539015124</c:v>
              </c:pt>
              <c:pt idx="546">
                <c:v>151.67886612167894</c:v>
              </c:pt>
              <c:pt idx="547">
                <c:v>99.33755841782101</c:v>
              </c:pt>
              <c:pt idx="548">
                <c:v>137.69593329065378</c:v>
              </c:pt>
              <c:pt idx="549">
                <c:v>139.51265219700002</c:v>
              </c:pt>
              <c:pt idx="550">
                <c:v>124.9846283765756</c:v>
              </c:pt>
              <c:pt idx="551">
                <c:v>67.62674401334505</c:v>
              </c:pt>
              <c:pt idx="552">
                <c:v>221.2576990925712</c:v>
              </c:pt>
              <c:pt idx="553">
                <c:v>194.5234882149778</c:v>
              </c:pt>
              <c:pt idx="554">
                <c:v>159.27745627740126</c:v>
              </c:pt>
              <c:pt idx="555">
                <c:v>57.88519316126513</c:v>
              </c:pt>
              <c:pt idx="556">
                <c:v>134.55037985755015</c:v>
              </c:pt>
              <c:pt idx="557">
                <c:v>133.40788675372278</c:v>
              </c:pt>
              <c:pt idx="558">
                <c:v>161.48905547847482</c:v>
              </c:pt>
              <c:pt idx="559">
                <c:v>203.06543483927805</c:v>
              </c:pt>
              <c:pt idx="560">
                <c:v>180.5057664826846</c:v>
              </c:pt>
              <c:pt idx="561">
                <c:v>133.651165391632</c:v>
              </c:pt>
              <c:pt idx="562">
                <c:v>191.46236810382607</c:v>
              </c:pt>
              <c:pt idx="563">
                <c:v>96.15427114602768</c:v>
              </c:pt>
              <c:pt idx="564">
                <c:v>88.683209719767</c:v>
              </c:pt>
              <c:pt idx="565">
                <c:v>151.52196952940037</c:v>
              </c:pt>
              <c:pt idx="566">
                <c:v>142.7900738964066</c:v>
              </c:pt>
              <c:pt idx="567">
                <c:v>159.09263289186845</c:v>
              </c:pt>
              <c:pt idx="568">
                <c:v>187.47900194802529</c:v>
              </c:pt>
              <c:pt idx="569">
                <c:v>57.75169391548422</c:v>
              </c:pt>
              <c:pt idx="570">
                <c:v>184.59323332947935</c:v>
              </c:pt>
              <c:pt idx="571">
                <c:v>177.6340716323802</c:v>
              </c:pt>
              <c:pt idx="572">
                <c:v>131.28842595243037</c:v>
              </c:pt>
              <c:pt idx="573">
                <c:v>207.8588823690038</c:v>
              </c:pt>
              <c:pt idx="574">
                <c:v>177.09488953027466</c:v>
              </c:pt>
              <c:pt idx="575">
                <c:v>186.66145943500337</c:v>
              </c:pt>
              <c:pt idx="576">
                <c:v>106.85034649498978</c:v>
              </c:pt>
              <c:pt idx="577">
                <c:v>156.3257153729418</c:v>
              </c:pt>
              <c:pt idx="578">
                <c:v>85.68814089582278</c:v>
              </c:pt>
              <c:pt idx="579">
                <c:v>175.6377366003196</c:v>
              </c:pt>
              <c:pt idx="580">
                <c:v>196.04879226903088</c:v>
              </c:pt>
              <c:pt idx="581">
                <c:v>159.12261863527561</c:v>
              </c:pt>
              <c:pt idx="582">
                <c:v>112.78833604921203</c:v>
              </c:pt>
              <c:pt idx="583">
                <c:v>77.60691588434285</c:v>
              </c:pt>
              <c:pt idx="584">
                <c:v>154.76863476487065</c:v>
              </c:pt>
              <c:pt idx="585">
                <c:v>111.1711667872834</c:v>
              </c:pt>
              <c:pt idx="586">
                <c:v>87.11320692533938</c:v>
              </c:pt>
              <c:pt idx="587">
                <c:v>75.54177943953775</c:v>
              </c:pt>
              <c:pt idx="588">
                <c:v>202.2254061865913</c:v>
              </c:pt>
              <c:pt idx="589">
                <c:v>154.84493823832582</c:v>
              </c:pt>
              <c:pt idx="590">
                <c:v>146.90472621369076</c:v>
              </c:pt>
              <c:pt idx="591">
                <c:v>85.00190069033974</c:v>
              </c:pt>
              <c:pt idx="592">
                <c:v>96.07937023512366</c:v>
              </c:pt>
              <c:pt idx="593">
                <c:v>172.89187989221946</c:v>
              </c:pt>
              <c:pt idx="594">
                <c:v>85.37809868034881</c:v>
              </c:pt>
              <c:pt idx="595">
                <c:v>166.0452557271758</c:v>
              </c:pt>
              <c:pt idx="596">
                <c:v>140.11551414276005</c:v>
              </c:pt>
              <c:pt idx="597">
                <c:v>163.80103979269424</c:v>
              </c:pt>
              <c:pt idx="598">
                <c:v>221.55466082225118</c:v>
              </c:pt>
              <c:pt idx="599">
                <c:v>131.31240237239814</c:v>
              </c:pt>
              <c:pt idx="600">
                <c:v>130.9313913389483</c:v>
              </c:pt>
              <c:pt idx="601">
                <c:v>105.39874755635547</c:v>
              </c:pt>
              <c:pt idx="602">
                <c:v>192.70284239684818</c:v>
              </c:pt>
              <c:pt idx="603">
                <c:v>113.41566194508097</c:v>
              </c:pt>
              <c:pt idx="604">
                <c:v>181.41548723874857</c:v>
              </c:pt>
              <c:pt idx="605">
                <c:v>183.97472660339815</c:v>
              </c:pt>
              <c:pt idx="606">
                <c:v>136.11990680711668</c:v>
              </c:pt>
              <c:pt idx="607">
                <c:v>195.9312164209881</c:v>
              </c:pt>
              <c:pt idx="608">
                <c:v>94.84589805116411</c:v>
              </c:pt>
              <c:pt idx="609">
                <c:v>176.91633952432517</c:v>
              </c:pt>
              <c:pt idx="610">
                <c:v>115.9628317990921</c:v>
              </c:pt>
              <c:pt idx="611">
                <c:v>80.80987762558914</c:v>
              </c:pt>
              <c:pt idx="612">
                <c:v>165.27374279609998</c:v>
              </c:pt>
              <c:pt idx="613">
                <c:v>180.12442340875361</c:v>
              </c:pt>
              <c:pt idx="614">
                <c:v>116.69377994832003</c:v>
              </c:pt>
              <c:pt idx="615">
                <c:v>82.57255751645326</c:v>
              </c:pt>
              <c:pt idx="616">
                <c:v>144.31779128847847</c:v>
              </c:pt>
              <c:pt idx="617">
                <c:v>98.71142575076912</c:v>
              </c:pt>
              <c:pt idx="618">
                <c:v>167.86581766566866</c:v>
              </c:pt>
              <c:pt idx="619">
                <c:v>148.62428725601998</c:v>
              </c:pt>
              <c:pt idx="620">
                <c:v>82.01818467127644</c:v>
              </c:pt>
              <c:pt idx="621">
                <c:v>199.66342499819973</c:v>
              </c:pt>
              <c:pt idx="622">
                <c:v>163.54555214449587</c:v>
              </c:pt>
              <c:pt idx="623">
                <c:v>205.66514263166755</c:v>
              </c:pt>
              <c:pt idx="624">
                <c:v>93.66066686016369</c:v>
              </c:pt>
              <c:pt idx="625">
                <c:v>99.04975752069129</c:v>
              </c:pt>
              <c:pt idx="626">
                <c:v>219.90922738693678</c:v>
              </c:pt>
              <c:pt idx="627">
                <c:v>231.7217211397832</c:v>
              </c:pt>
              <c:pt idx="628">
                <c:v>61.5092123592017</c:v>
              </c:pt>
              <c:pt idx="629">
                <c:v>94.24277787747528</c:v>
              </c:pt>
              <c:pt idx="630">
                <c:v>202.10469066931375</c:v>
              </c:pt>
              <c:pt idx="631">
                <c:v>172.01207128304762</c:v>
              </c:pt>
              <c:pt idx="632">
                <c:v>95.13224909900751</c:v>
              </c:pt>
              <c:pt idx="633">
                <c:v>101.15944646191103</c:v>
              </c:pt>
              <c:pt idx="634">
                <c:v>163.23628964285493</c:v>
              </c:pt>
              <c:pt idx="635">
                <c:v>126.23189469263093</c:v>
              </c:pt>
              <c:pt idx="636">
                <c:v>183.92085111623862</c:v>
              </c:pt>
              <c:pt idx="637">
                <c:v>124.633986989562</c:v>
              </c:pt>
              <c:pt idx="638">
                <c:v>80.30758493088166</c:v>
              </c:pt>
              <c:pt idx="639">
                <c:v>126.67841467066793</c:v>
              </c:pt>
              <c:pt idx="640">
                <c:v>217.96177791606434</c:v>
              </c:pt>
              <c:pt idx="641">
                <c:v>94.97298670231852</c:v>
              </c:pt>
              <c:pt idx="642">
                <c:v>104.89276841251885</c:v>
              </c:pt>
              <c:pt idx="643">
                <c:v>84.98688351789013</c:v>
              </c:pt>
              <c:pt idx="644">
                <c:v>216.5262258100384</c:v>
              </c:pt>
              <c:pt idx="645">
                <c:v>78.80836549870894</c:v>
              </c:pt>
              <c:pt idx="646">
                <c:v>181.90269440157493</c:v>
              </c:pt>
              <c:pt idx="647">
                <c:v>140.45693040016099</c:v>
              </c:pt>
              <c:pt idx="648">
                <c:v>207.84132211999648</c:v>
              </c:pt>
              <c:pt idx="649">
                <c:v>79.62463533944751</c:v>
              </c:pt>
              <c:pt idx="650">
                <c:v>149.46254042661053</c:v>
              </c:pt>
              <c:pt idx="651">
                <c:v>227.76635071603343</c:v>
              </c:pt>
              <c:pt idx="652">
                <c:v>80.7736779298173</c:v>
              </c:pt>
              <c:pt idx="653">
                <c:v>199.66859811002206</c:v>
              </c:pt>
              <c:pt idx="654">
                <c:v>197.25516535856013</c:v>
              </c:pt>
              <c:pt idx="655">
                <c:v>72.31650641618363</c:v>
              </c:pt>
              <c:pt idx="656">
                <c:v>98.96512495964711</c:v>
              </c:pt>
              <c:pt idx="657">
                <c:v>84.46002778164548</c:v>
              </c:pt>
              <c:pt idx="658">
                <c:v>193.54170031289834</c:v>
              </c:pt>
              <c:pt idx="659">
                <c:v>223.58939108660093</c:v>
              </c:pt>
              <c:pt idx="660">
                <c:v>135.61837235281928</c:v>
              </c:pt>
              <c:pt idx="661">
                <c:v>67.09258245899471</c:v>
              </c:pt>
              <c:pt idx="662">
                <c:v>143.7201355443537</c:v>
              </c:pt>
              <c:pt idx="663">
                <c:v>220.48691773437926</c:v>
              </c:pt>
              <c:pt idx="664">
                <c:v>205.33155760081215</c:v>
              </c:pt>
              <c:pt idx="665">
                <c:v>210.9467150762478</c:v>
              </c:pt>
              <c:pt idx="666">
                <c:v>177.43161592345336</c:v>
              </c:pt>
              <c:pt idx="667">
                <c:v>98.42701343475588</c:v>
              </c:pt>
              <c:pt idx="668">
                <c:v>125.68080284380122</c:v>
              </c:pt>
              <c:pt idx="669">
                <c:v>150.90902482813368</c:v>
              </c:pt>
              <c:pt idx="670">
                <c:v>96.38894411506644</c:v>
              </c:pt>
              <c:pt idx="671">
                <c:v>217.98911711302915</c:v>
              </c:pt>
              <c:pt idx="672">
                <c:v>112.97003292819427</c:v>
              </c:pt>
              <c:pt idx="673">
                <c:v>93.06597251091588</c:v>
              </c:pt>
              <c:pt idx="674">
                <c:v>133.51451755241163</c:v>
              </c:pt>
              <c:pt idx="675">
                <c:v>211.6146690247499</c:v>
              </c:pt>
              <c:pt idx="676">
                <c:v>171.02938739157904</c:v>
              </c:pt>
              <c:pt idx="677">
                <c:v>183.37442881942334</c:v>
              </c:pt>
              <c:pt idx="678">
                <c:v>92.4478881995702</c:v>
              </c:pt>
              <c:pt idx="679">
                <c:v>132.9008598990538</c:v>
              </c:pt>
              <c:pt idx="680">
                <c:v>136.06879453498811</c:v>
              </c:pt>
              <c:pt idx="681">
                <c:v>154.65687139816689</c:v>
              </c:pt>
              <c:pt idx="682">
                <c:v>172.17619330688274</c:v>
              </c:pt>
              <c:pt idx="683">
                <c:v>173.3177513371724</c:v>
              </c:pt>
              <c:pt idx="684">
                <c:v>147.0319744468446</c:v>
              </c:pt>
              <c:pt idx="685">
                <c:v>116.04719042125753</c:v>
              </c:pt>
              <c:pt idx="686">
                <c:v>129.5787531305645</c:v>
              </c:pt>
              <c:pt idx="687">
                <c:v>131.27961267734116</c:v>
              </c:pt>
              <c:pt idx="688">
                <c:v>146.78902770525468</c:v>
              </c:pt>
              <c:pt idx="689">
                <c:v>150.72448170493612</c:v>
              </c:pt>
              <c:pt idx="690">
                <c:v>142.71607377377612</c:v>
              </c:pt>
              <c:pt idx="691">
                <c:v>83.7538594806986</c:v>
              </c:pt>
              <c:pt idx="692">
                <c:v>94.0605909966991</c:v>
              </c:pt>
              <c:pt idx="693">
                <c:v>193.041917668041</c:v>
              </c:pt>
              <c:pt idx="694">
                <c:v>133.0120936741851</c:v>
              </c:pt>
              <c:pt idx="695">
                <c:v>71.14535274454529</c:v>
              </c:pt>
              <c:pt idx="696">
                <c:v>196.612527157422</c:v>
              </c:pt>
              <c:pt idx="697">
                <c:v>124.2912396344434</c:v>
              </c:pt>
              <c:pt idx="698">
                <c:v>219.2501211608894</c:v>
              </c:pt>
              <c:pt idx="699">
                <c:v>167.9515897291815</c:v>
              </c:pt>
              <c:pt idx="700">
                <c:v>144.64011084941748</c:v>
              </c:pt>
              <c:pt idx="701">
                <c:v>234.6869254106182</c:v>
              </c:pt>
              <c:pt idx="702">
                <c:v>152.91899448459907</c:v>
              </c:pt>
              <c:pt idx="703">
                <c:v>190.97869914598422</c:v>
              </c:pt>
              <c:pt idx="704">
                <c:v>200.3550320995691</c:v>
              </c:pt>
              <c:pt idx="705">
                <c:v>102.38617210783505</c:v>
              </c:pt>
              <c:pt idx="706">
                <c:v>170.71153240296238</c:v>
              </c:pt>
              <c:pt idx="707">
                <c:v>124.9469832069853</c:v>
              </c:pt>
              <c:pt idx="708">
                <c:v>209.85337019571</c:v>
              </c:pt>
              <c:pt idx="709">
                <c:v>102.4507563234278</c:v>
              </c:pt>
              <c:pt idx="710">
                <c:v>169.77768911881026</c:v>
              </c:pt>
              <c:pt idx="711">
                <c:v>163.65174117250297</c:v>
              </c:pt>
              <c:pt idx="712">
                <c:v>183.9174255247895</c:v>
              </c:pt>
              <c:pt idx="713">
                <c:v>196.07298730773093</c:v>
              </c:pt>
              <c:pt idx="714">
                <c:v>152.42579444284323</c:v>
              </c:pt>
              <c:pt idx="715">
                <c:v>130.1296160879289</c:v>
              </c:pt>
              <c:pt idx="716">
                <c:v>61.95327188403199</c:v>
              </c:pt>
              <c:pt idx="717">
                <c:v>194.8113306619677</c:v>
              </c:pt>
              <c:pt idx="718">
                <c:v>58.75786161512805</c:v>
              </c:pt>
              <c:pt idx="719">
                <c:v>197.93976208052348</c:v>
              </c:pt>
              <c:pt idx="720">
                <c:v>217.33121063413898</c:v>
              </c:pt>
              <c:pt idx="721">
                <c:v>209.3774752942749</c:v>
              </c:pt>
              <c:pt idx="722">
                <c:v>137.74028786637882</c:v>
              </c:pt>
              <c:pt idx="723">
                <c:v>143.9386337678107</c:v>
              </c:pt>
              <c:pt idx="724">
                <c:v>136.79455374656752</c:v>
              </c:pt>
              <c:pt idx="725">
                <c:v>155.32714838004506</c:v>
              </c:pt>
              <c:pt idx="726">
                <c:v>137.2607958184736</c:v>
              </c:pt>
              <c:pt idx="727">
                <c:v>196.89749687435165</c:v>
              </c:pt>
              <c:pt idx="728">
                <c:v>173.56833887074436</c:v>
              </c:pt>
              <c:pt idx="729">
                <c:v>58.97597994863425</c:v>
              </c:pt>
              <c:pt idx="730">
                <c:v>121.97450033274468</c:v>
              </c:pt>
              <c:pt idx="731">
                <c:v>56.0345760020561</c:v>
              </c:pt>
              <c:pt idx="732">
                <c:v>183.21017954379894</c:v>
              </c:pt>
              <c:pt idx="733">
                <c:v>84.56640389314407</c:v>
              </c:pt>
              <c:pt idx="734">
                <c:v>180.73169967414893</c:v>
              </c:pt>
              <c:pt idx="735">
                <c:v>203.9267900648264</c:v>
              </c:pt>
              <c:pt idx="736">
                <c:v>71.86883698063153</c:v>
              </c:pt>
              <c:pt idx="737">
                <c:v>76.34968610801681</c:v>
              </c:pt>
              <c:pt idx="738">
                <c:v>176.4096275638131</c:v>
              </c:pt>
              <c:pt idx="739">
                <c:v>84.80525818248279</c:v>
              </c:pt>
              <c:pt idx="740">
                <c:v>201.1446202067728</c:v>
              </c:pt>
              <c:pt idx="741">
                <c:v>100.45852492595664</c:v>
              </c:pt>
              <c:pt idx="742">
                <c:v>117.80063660195373</c:v>
              </c:pt>
              <c:pt idx="743">
                <c:v>74.74908448474184</c:v>
              </c:pt>
              <c:pt idx="744">
                <c:v>82.88301878182989</c:v>
              </c:pt>
              <c:pt idx="745">
                <c:v>225.14978238256805</c:v>
              </c:pt>
              <c:pt idx="746">
                <c:v>136.87662408785405</c:v>
              </c:pt>
              <c:pt idx="747">
                <c:v>141.01378902627687</c:v>
              </c:pt>
              <c:pt idx="748">
                <c:v>211.5705267889071</c:v>
              </c:pt>
              <c:pt idx="749">
                <c:v>192.06265224323485</c:v>
              </c:pt>
              <c:pt idx="750">
                <c:v>197.19519004992821</c:v>
              </c:pt>
              <c:pt idx="751">
                <c:v>88.11493181176988</c:v>
              </c:pt>
              <c:pt idx="752">
                <c:v>193.65183064413438</c:v>
              </c:pt>
              <c:pt idx="753">
                <c:v>56.40486086133714</c:v>
              </c:pt>
              <c:pt idx="754">
                <c:v>119.27581166442458</c:v>
              </c:pt>
              <c:pt idx="755">
                <c:v>165.7090498870376</c:v>
              </c:pt>
              <c:pt idx="756">
                <c:v>186.7584298311882</c:v>
              </c:pt>
              <c:pt idx="757">
                <c:v>112.64914979326022</c:v>
              </c:pt>
              <c:pt idx="758">
                <c:v>68.40717530364827</c:v>
              </c:pt>
              <c:pt idx="759">
                <c:v>114.72586416584981</c:v>
              </c:pt>
              <c:pt idx="760">
                <c:v>196.60479830375033</c:v>
              </c:pt>
              <c:pt idx="761">
                <c:v>204.579314118442</c:v>
              </c:pt>
              <c:pt idx="762">
                <c:v>145.7882247183628</c:v>
              </c:pt>
              <c:pt idx="763">
                <c:v>168.02855786029744</c:v>
              </c:pt>
              <c:pt idx="764">
                <c:v>177.82869751533664</c:v>
              </c:pt>
              <c:pt idx="765">
                <c:v>76.08103076876017</c:v>
              </c:pt>
              <c:pt idx="766">
                <c:v>176.19680438287168</c:v>
              </c:pt>
              <c:pt idx="767">
                <c:v>126.80013308256926</c:v>
              </c:pt>
              <c:pt idx="768">
                <c:v>119.573414200523</c:v>
              </c:pt>
              <c:pt idx="769">
                <c:v>81.1000765662872</c:v>
              </c:pt>
              <c:pt idx="770">
                <c:v>127.29178845789099</c:v>
              </c:pt>
              <c:pt idx="771">
                <c:v>192.5683473324802</c:v>
              </c:pt>
              <c:pt idx="772">
                <c:v>187.59436249904965</c:v>
              </c:pt>
              <c:pt idx="773">
                <c:v>95.9082879988444</c:v>
              </c:pt>
              <c:pt idx="774">
                <c:v>133.46304654044235</c:v>
              </c:pt>
              <c:pt idx="775">
                <c:v>233.32338940845705</c:v>
              </c:pt>
              <c:pt idx="776">
                <c:v>198.05934096365817</c:v>
              </c:pt>
              <c:pt idx="777">
                <c:v>143.57706741912142</c:v>
              </c:pt>
              <c:pt idx="778">
                <c:v>208.93351156769455</c:v>
              </c:pt>
              <c:pt idx="779">
                <c:v>215.1495884577325</c:v>
              </c:pt>
              <c:pt idx="780">
                <c:v>210.04508958969197</c:v>
              </c:pt>
              <c:pt idx="781">
                <c:v>177.84362791822537</c:v>
              </c:pt>
              <c:pt idx="782">
                <c:v>169.88321236047815</c:v>
              </c:pt>
              <c:pt idx="783">
                <c:v>164.39766080387122</c:v>
              </c:pt>
              <c:pt idx="784">
                <c:v>143.23311625240882</c:v>
              </c:pt>
              <c:pt idx="785">
                <c:v>169.34839800457368</c:v>
              </c:pt>
              <c:pt idx="786">
                <c:v>120.89131782795646</c:v>
              </c:pt>
              <c:pt idx="787">
                <c:v>222.5418920110132</c:v>
              </c:pt>
              <c:pt idx="788">
                <c:v>83.87889460604234</c:v>
              </c:pt>
              <c:pt idx="789">
                <c:v>170.9302961542742</c:v>
              </c:pt>
              <c:pt idx="790">
                <c:v>151.38908796606842</c:v>
              </c:pt>
              <c:pt idx="791">
                <c:v>156.36377349182433</c:v>
              </c:pt>
              <c:pt idx="792">
                <c:v>134.87034685044767</c:v>
              </c:pt>
              <c:pt idx="793">
                <c:v>105.88804564855349</c:v>
              </c:pt>
              <c:pt idx="794">
                <c:v>99.89319060279834</c:v>
              </c:pt>
              <c:pt idx="795">
                <c:v>180.32725704228523</c:v>
              </c:pt>
              <c:pt idx="796">
                <c:v>62.39487020950392</c:v>
              </c:pt>
              <c:pt idx="797">
                <c:v>166.55815183639658</c:v>
              </c:pt>
              <c:pt idx="798">
                <c:v>123.03448206140281</c:v>
              </c:pt>
              <c:pt idx="799">
                <c:v>57.39726822390253</c:v>
              </c:pt>
              <c:pt idx="800">
                <c:v>137.4466827023614</c:v>
              </c:pt>
              <c:pt idx="801">
                <c:v>213.484676204301</c:v>
              </c:pt>
              <c:pt idx="802">
                <c:v>182.98534681965398</c:v>
              </c:pt>
              <c:pt idx="803">
                <c:v>58.10788152283271</c:v>
              </c:pt>
              <c:pt idx="804">
                <c:v>199.87864227842607</c:v>
              </c:pt>
              <c:pt idx="805">
                <c:v>212.774159308495</c:v>
              </c:pt>
              <c:pt idx="806">
                <c:v>121.58696676413052</c:v>
              </c:pt>
              <c:pt idx="807">
                <c:v>93.29197918328161</c:v>
              </c:pt>
              <c:pt idx="808">
                <c:v>164.24222397642336</c:v>
              </c:pt>
              <c:pt idx="809">
                <c:v>93.0004216280998</c:v>
              </c:pt>
              <c:pt idx="810">
                <c:v>174.91106210397612</c:v>
              </c:pt>
              <c:pt idx="811">
                <c:v>128.80103886556975</c:v>
              </c:pt>
              <c:pt idx="812">
                <c:v>163.83439622358904</c:v>
              </c:pt>
              <c:pt idx="813">
                <c:v>106.04695523733886</c:v>
              </c:pt>
              <c:pt idx="814">
                <c:v>122.94815415194688</c:v>
              </c:pt>
              <c:pt idx="815">
                <c:v>119.03097137645808</c:v>
              </c:pt>
              <c:pt idx="816">
                <c:v>189.40168874505525</c:v>
              </c:pt>
              <c:pt idx="817">
                <c:v>162.93331601081024</c:v>
              </c:pt>
              <c:pt idx="818">
                <c:v>93.27083921615267</c:v>
              </c:pt>
              <c:pt idx="819">
                <c:v>132.3017001651637</c:v>
              </c:pt>
              <c:pt idx="820">
                <c:v>96.70625748764033</c:v>
              </c:pt>
              <c:pt idx="821">
                <c:v>155.01953550288925</c:v>
              </c:pt>
              <c:pt idx="822">
                <c:v>176.78431612634375</c:v>
              </c:pt>
              <c:pt idx="823">
                <c:v>121.61418731976066</c:v>
              </c:pt>
              <c:pt idx="824">
                <c:v>191.01930580953612</c:v>
              </c:pt>
              <c:pt idx="825">
                <c:v>193.44426277226623</c:v>
              </c:pt>
              <c:pt idx="826">
                <c:v>127.8173680584595</c:v>
              </c:pt>
              <c:pt idx="827">
                <c:v>185.2592807937465</c:v>
              </c:pt>
              <c:pt idx="828">
                <c:v>84.86888491211556</c:v>
              </c:pt>
              <c:pt idx="829">
                <c:v>78.50850018319554</c:v>
              </c:pt>
              <c:pt idx="830">
                <c:v>160.91389823726303</c:v>
              </c:pt>
              <c:pt idx="831">
                <c:v>197.21973127720025</c:v>
              </c:pt>
              <c:pt idx="832">
                <c:v>85.21743991814448</c:v>
              </c:pt>
              <c:pt idx="833">
                <c:v>125.24695919269409</c:v>
              </c:pt>
              <c:pt idx="834">
                <c:v>204.19551683590427</c:v>
              </c:pt>
              <c:pt idx="835">
                <c:v>189.17544091583449</c:v>
              </c:pt>
              <c:pt idx="836">
                <c:v>98.70104135993208</c:v>
              </c:pt>
              <c:pt idx="837">
                <c:v>158.84750431409344</c:v>
              </c:pt>
              <c:pt idx="838">
                <c:v>210.62248211759996</c:v>
              </c:pt>
              <c:pt idx="839">
                <c:v>177.1512552365963</c:v>
              </c:pt>
              <c:pt idx="840">
                <c:v>116.29814126311202</c:v>
              </c:pt>
              <c:pt idx="841">
                <c:v>206.10936710515958</c:v>
              </c:pt>
              <c:pt idx="842">
                <c:v>215.6131388320942</c:v>
              </c:pt>
              <c:pt idx="843">
                <c:v>165.3684171726824</c:v>
              </c:pt>
              <c:pt idx="844">
                <c:v>128.47741137137888</c:v>
              </c:pt>
              <c:pt idx="845">
                <c:v>73.01644854955794</c:v>
              </c:pt>
              <c:pt idx="846">
                <c:v>85.75641499376884</c:v>
              </c:pt>
              <c:pt idx="847">
                <c:v>203.84178389098471</c:v>
              </c:pt>
              <c:pt idx="848">
                <c:v>64.00039038821546</c:v>
              </c:pt>
              <c:pt idx="849">
                <c:v>89.24298959940083</c:v>
              </c:pt>
              <c:pt idx="850">
                <c:v>206.99521229035028</c:v>
              </c:pt>
              <c:pt idx="851">
                <c:v>176.97052158131063</c:v>
              </c:pt>
              <c:pt idx="852">
                <c:v>85.51528560017029</c:v>
              </c:pt>
              <c:pt idx="853">
                <c:v>171.68096313139694</c:v>
              </c:pt>
              <c:pt idx="854">
                <c:v>219.1725972500939</c:v>
              </c:pt>
              <c:pt idx="855">
                <c:v>97.23823195675001</c:v>
              </c:pt>
              <c:pt idx="856">
                <c:v>143.47072012252139</c:v>
              </c:pt>
              <c:pt idx="857">
                <c:v>197.57049308610735</c:v>
              </c:pt>
              <c:pt idx="858">
                <c:v>129.4239933276458</c:v>
              </c:pt>
              <c:pt idx="859">
                <c:v>78.02553130292574</c:v>
              </c:pt>
              <c:pt idx="860">
                <c:v>70.30127068114756</c:v>
              </c:pt>
              <c:pt idx="861">
                <c:v>215.62215170952814</c:v>
              </c:pt>
              <c:pt idx="862">
                <c:v>84.54696504569696</c:v>
              </c:pt>
              <c:pt idx="863">
                <c:v>97.31243592618834</c:v>
              </c:pt>
              <c:pt idx="864">
                <c:v>171.90026952141818</c:v>
              </c:pt>
              <c:pt idx="865">
                <c:v>151.86091936607818</c:v>
              </c:pt>
              <c:pt idx="866">
                <c:v>130.8025653493488</c:v>
              </c:pt>
              <c:pt idx="867">
                <c:v>193.8287068617188</c:v>
              </c:pt>
              <c:pt idx="868">
                <c:v>78.92332645900517</c:v>
              </c:pt>
              <c:pt idx="869">
                <c:v>141.16809735945458</c:v>
              </c:pt>
              <c:pt idx="870">
                <c:v>130.90377988071336</c:v>
              </c:pt>
              <c:pt idx="871">
                <c:v>185.0155108632484</c:v>
              </c:pt>
              <c:pt idx="872">
                <c:v>108.66815871104572</c:v>
              </c:pt>
              <c:pt idx="873">
                <c:v>91.9391259583973</c:v>
              </c:pt>
              <c:pt idx="874">
                <c:v>114.46283662476625</c:v>
              </c:pt>
              <c:pt idx="875">
                <c:v>194.92954263801963</c:v>
              </c:pt>
              <c:pt idx="876">
                <c:v>136.94642888054892</c:v>
              </c:pt>
              <c:pt idx="877">
                <c:v>159.90366204220055</c:v>
              </c:pt>
              <c:pt idx="878">
                <c:v>145.3776868212045</c:v>
              </c:pt>
              <c:pt idx="879">
                <c:v>124.54483754387884</c:v>
              </c:pt>
              <c:pt idx="880">
                <c:v>109.20772905365754</c:v>
              </c:pt>
              <c:pt idx="881">
                <c:v>187.24360590682377</c:v>
              </c:pt>
              <c:pt idx="882">
                <c:v>82.64441333401629</c:v>
              </c:pt>
              <c:pt idx="883">
                <c:v>212.0661513985272</c:v>
              </c:pt>
              <c:pt idx="884">
                <c:v>175.09648094944453</c:v>
              </c:pt>
              <c:pt idx="885">
                <c:v>162.0670303557317</c:v>
              </c:pt>
              <c:pt idx="886">
                <c:v>158.09456331582248</c:v>
              </c:pt>
              <c:pt idx="887">
                <c:v>74.95468355955576</c:v>
              </c:pt>
              <c:pt idx="888">
                <c:v>97.52229141914657</c:v>
              </c:pt>
              <c:pt idx="889">
                <c:v>193.85848867602598</c:v>
              </c:pt>
              <c:pt idx="890">
                <c:v>106.37554601149793</c:v>
              </c:pt>
              <c:pt idx="891">
                <c:v>205.58920192986878</c:v>
              </c:pt>
              <c:pt idx="892">
                <c:v>202.11616853435208</c:v>
              </c:pt>
              <c:pt idx="893">
                <c:v>185.59081715401027</c:v>
              </c:pt>
              <c:pt idx="894">
                <c:v>67.44261437953105</c:v>
              </c:pt>
              <c:pt idx="895">
                <c:v>54.0764100312122</c:v>
              </c:pt>
              <c:pt idx="896">
                <c:v>172.74669921509508</c:v>
              </c:pt>
              <c:pt idx="897">
                <c:v>158.61199047869803</c:v>
              </c:pt>
              <c:pt idx="898">
                <c:v>121.84619193787418</c:v>
              </c:pt>
              <c:pt idx="899">
                <c:v>135.46551966253062</c:v>
              </c:pt>
              <c:pt idx="900">
                <c:v>177.33164862985535</c:v>
              </c:pt>
              <c:pt idx="901">
                <c:v>146.72648651488817</c:v>
              </c:pt>
              <c:pt idx="902">
                <c:v>99.740110086295</c:v>
              </c:pt>
              <c:pt idx="903">
                <c:v>144.68172838582302</c:v>
              </c:pt>
              <c:pt idx="904">
                <c:v>136.15643696112332</c:v>
              </c:pt>
              <c:pt idx="905">
                <c:v>87.67482148859025</c:v>
              </c:pt>
              <c:pt idx="906">
                <c:v>81.71277224853628</c:v>
              </c:pt>
              <c:pt idx="907">
                <c:v>200.45432858671595</c:v>
              </c:pt>
              <c:pt idx="908">
                <c:v>209.67544193047019</c:v>
              </c:pt>
              <c:pt idx="909">
                <c:v>178.43966229078168</c:v>
              </c:pt>
              <c:pt idx="910">
                <c:v>143.8935420237496</c:v>
              </c:pt>
              <c:pt idx="911">
                <c:v>197.5687021814553</c:v>
              </c:pt>
              <c:pt idx="912">
                <c:v>123.02465641492898</c:v>
              </c:pt>
              <c:pt idx="913">
                <c:v>125.05466296357336</c:v>
              </c:pt>
              <c:pt idx="914">
                <c:v>189.22506636624408</c:v>
              </c:pt>
              <c:pt idx="915">
                <c:v>157.9006508725501</c:v>
              </c:pt>
              <c:pt idx="916">
                <c:v>70.83833259711842</c:v>
              </c:pt>
              <c:pt idx="917">
                <c:v>177.87014810829388</c:v>
              </c:pt>
              <c:pt idx="918">
                <c:v>139.65541246802763</c:v>
              </c:pt>
              <c:pt idx="919">
                <c:v>157.8215374694014</c:v>
              </c:pt>
              <c:pt idx="920">
                <c:v>171.280452367765</c:v>
              </c:pt>
              <c:pt idx="921">
                <c:v>137.69500619307587</c:v>
              </c:pt>
              <c:pt idx="922">
                <c:v>148.41515728188915</c:v>
              </c:pt>
              <c:pt idx="923">
                <c:v>175.44749065445257</c:v>
              </c:pt>
              <c:pt idx="924">
                <c:v>223.68329549195553</c:v>
              </c:pt>
              <c:pt idx="925">
                <c:v>168.30011615094085</c:v>
              </c:pt>
              <c:pt idx="926">
                <c:v>178.079306025638</c:v>
              </c:pt>
              <c:pt idx="927">
                <c:v>124.71988203072318</c:v>
              </c:pt>
              <c:pt idx="928">
                <c:v>66.49691377575263</c:v>
              </c:pt>
              <c:pt idx="929">
                <c:v>194.800761832668</c:v>
              </c:pt>
              <c:pt idx="930">
                <c:v>149.6227724233501</c:v>
              </c:pt>
              <c:pt idx="931">
                <c:v>100.04624150177149</c:v>
              </c:pt>
              <c:pt idx="932">
                <c:v>183.82034603980298</c:v>
              </c:pt>
              <c:pt idx="933">
                <c:v>229.0408059054909</c:v>
              </c:pt>
              <c:pt idx="934">
                <c:v>65.39645047864894</c:v>
              </c:pt>
              <c:pt idx="935">
                <c:v>183.00638035406257</c:v>
              </c:pt>
              <c:pt idx="936">
                <c:v>188.8265300370133</c:v>
              </c:pt>
              <c:pt idx="937">
                <c:v>74.09305965917113</c:v>
              </c:pt>
              <c:pt idx="938">
                <c:v>128.2059904788191</c:v>
              </c:pt>
              <c:pt idx="939">
                <c:v>145.91106254667255</c:v>
              </c:pt>
              <c:pt idx="940">
                <c:v>60.92715900599947</c:v>
              </c:pt>
              <c:pt idx="941">
                <c:v>106.66556164538288</c:v>
              </c:pt>
              <c:pt idx="942">
                <c:v>143.98851792766175</c:v>
              </c:pt>
              <c:pt idx="943">
                <c:v>157.5169766508235</c:v>
              </c:pt>
              <c:pt idx="944">
                <c:v>177.2418210495644</c:v>
              </c:pt>
              <c:pt idx="945">
                <c:v>58.617102283817374</c:v>
              </c:pt>
              <c:pt idx="946">
                <c:v>111.35623110721131</c:v>
              </c:pt>
              <c:pt idx="947">
                <c:v>168.873297740749</c:v>
              </c:pt>
              <c:pt idx="948">
                <c:v>152.66292422186308</c:v>
              </c:pt>
              <c:pt idx="949">
                <c:v>165.58821636571406</c:v>
              </c:pt>
              <c:pt idx="950">
                <c:v>85.98077142438171</c:v>
              </c:pt>
              <c:pt idx="951">
                <c:v>157.2901483528044</c:v>
              </c:pt>
              <c:pt idx="952">
                <c:v>102.65774175891572</c:v>
              </c:pt>
              <c:pt idx="953">
                <c:v>98.33243585162188</c:v>
              </c:pt>
              <c:pt idx="954">
                <c:v>124.58166350875996</c:v>
              </c:pt>
              <c:pt idx="955">
                <c:v>149.19722985323023</c:v>
              </c:pt>
              <c:pt idx="956">
                <c:v>58.79262210893648</c:v>
              </c:pt>
              <c:pt idx="957">
                <c:v>72.73209653198082</c:v>
              </c:pt>
              <c:pt idx="958">
                <c:v>159.03413464365858</c:v>
              </c:pt>
              <c:pt idx="959">
                <c:v>187.39782099861264</c:v>
              </c:pt>
              <c:pt idx="960">
                <c:v>169.84844364426002</c:v>
              </c:pt>
              <c:pt idx="961">
                <c:v>188.8563933533606</c:v>
              </c:pt>
              <c:pt idx="962">
                <c:v>75.9783071267842</c:v>
              </c:pt>
              <c:pt idx="963">
                <c:v>183.14624743422374</c:v>
              </c:pt>
              <c:pt idx="964">
                <c:v>55.859079985574226</c:v>
              </c:pt>
              <c:pt idx="965">
                <c:v>194.4405850462169</c:v>
              </c:pt>
              <c:pt idx="966">
                <c:v>133.7779106906293</c:v>
              </c:pt>
              <c:pt idx="967">
                <c:v>183.30549395810283</c:v>
              </c:pt>
              <c:pt idx="968">
                <c:v>165.80847662318598</c:v>
              </c:pt>
              <c:pt idx="969">
                <c:v>133.34671255375991</c:v>
              </c:pt>
              <c:pt idx="970">
                <c:v>103.42703510942835</c:v>
              </c:pt>
              <c:pt idx="971">
                <c:v>225.92720285970532</c:v>
              </c:pt>
              <c:pt idx="972">
                <c:v>170.8077061661212</c:v>
              </c:pt>
              <c:pt idx="973">
                <c:v>187.33011339361366</c:v>
              </c:pt>
              <c:pt idx="974">
                <c:v>203.86862646703577</c:v>
              </c:pt>
              <c:pt idx="975">
                <c:v>108.44733033093284</c:v>
              </c:pt>
              <c:pt idx="976">
                <c:v>149.34209496090853</c:v>
              </c:pt>
              <c:pt idx="977">
                <c:v>83.15080882411948</c:v>
              </c:pt>
              <c:pt idx="978">
                <c:v>68.9334460418608</c:v>
              </c:pt>
              <c:pt idx="979">
                <c:v>210.36346431477324</c:v>
              </c:pt>
              <c:pt idx="980">
                <c:v>109.53305472758953</c:v>
              </c:pt>
              <c:pt idx="981">
                <c:v>204.32032550813358</c:v>
              </c:pt>
              <c:pt idx="982">
                <c:v>137.11164130088252</c:v>
              </c:pt>
              <c:pt idx="983">
                <c:v>85.6586616030439</c:v>
              </c:pt>
              <c:pt idx="984">
                <c:v>147.978586038517</c:v>
              </c:pt>
              <c:pt idx="985">
                <c:v>72.32645400769539</c:v>
              </c:pt>
              <c:pt idx="986">
                <c:v>111.83511784881587</c:v>
              </c:pt>
              <c:pt idx="987">
                <c:v>175.1288501726686</c:v>
              </c:pt>
              <c:pt idx="988">
                <c:v>84.59001265190585</c:v>
              </c:pt>
              <c:pt idx="989">
                <c:v>125.87580486057773</c:v>
              </c:pt>
              <c:pt idx="990">
                <c:v>177.26187877654442</c:v>
              </c:pt>
              <c:pt idx="991">
                <c:v>97.28310126734746</c:v>
              </c:pt>
              <c:pt idx="992">
                <c:v>177.47274913232883</c:v>
              </c:pt>
              <c:pt idx="993">
                <c:v>192.63777894249853</c:v>
              </c:pt>
              <c:pt idx="994">
                <c:v>156.0330676275472</c:v>
              </c:pt>
              <c:pt idx="995">
                <c:v>166.26032019401853</c:v>
              </c:pt>
              <c:pt idx="996">
                <c:v>170.37256925774744</c:v>
              </c:pt>
              <c:pt idx="997">
                <c:v>155.2430569054245</c:v>
              </c:pt>
              <c:pt idx="998">
                <c:v>207.19686992180246</c:v>
              </c:pt>
              <c:pt idx="999">
                <c:v>103.90767115253949</c:v>
              </c:pt>
              <c:pt idx="1000">
                <c:v>87.49598248236939</c:v>
              </c:pt>
              <c:pt idx="1001">
                <c:v>88.06714912952285</c:v>
              </c:pt>
              <c:pt idx="1002">
                <c:v>115.53174425416911</c:v>
              </c:pt>
              <c:pt idx="1003">
                <c:v>155.54177831157153</c:v>
              </c:pt>
              <c:pt idx="1004">
                <c:v>187.8742891980762</c:v>
              </c:pt>
              <c:pt idx="1005">
                <c:v>107.68378894289376</c:v>
              </c:pt>
              <c:pt idx="1006">
                <c:v>143.10653694438628</c:v>
              </c:pt>
              <c:pt idx="1007">
                <c:v>81.93349257016473</c:v>
              </c:pt>
              <c:pt idx="1008">
                <c:v>144.65284688665508</c:v>
              </c:pt>
              <c:pt idx="1009">
                <c:v>88.07536678323183</c:v>
              </c:pt>
              <c:pt idx="1010">
                <c:v>199.13661783137277</c:v>
              </c:pt>
              <c:pt idx="1011">
                <c:v>204.64423047535638</c:v>
              </c:pt>
              <c:pt idx="1012">
                <c:v>192.29855901438245</c:v>
              </c:pt>
              <c:pt idx="1013">
                <c:v>91.74004905961885</c:v>
              </c:pt>
              <c:pt idx="1014">
                <c:v>69.8798145552008</c:v>
              </c:pt>
              <c:pt idx="1015">
                <c:v>65.6741450758582</c:v>
              </c:pt>
              <c:pt idx="1016">
                <c:v>135.42059129970784</c:v>
              </c:pt>
              <c:pt idx="1017">
                <c:v>50.707859072573555</c:v>
              </c:pt>
              <c:pt idx="1018">
                <c:v>133.4975059463647</c:v>
              </c:pt>
              <c:pt idx="1019">
                <c:v>122.06248658764981</c:v>
              </c:pt>
              <c:pt idx="1020">
                <c:v>215.61051114009265</c:v>
              </c:pt>
              <c:pt idx="1021">
                <c:v>194.57181210331672</c:v>
              </c:pt>
              <c:pt idx="1022">
                <c:v>181.31338054549664</c:v>
              </c:pt>
              <c:pt idx="1023">
                <c:v>211.78179412741486</c:v>
              </c:pt>
              <c:pt idx="1024">
                <c:v>179.25702416305518</c:v>
              </c:pt>
              <c:pt idx="1025">
                <c:v>156.4711001810183</c:v>
              </c:pt>
              <c:pt idx="1026">
                <c:v>166.3020607708512</c:v>
              </c:pt>
              <c:pt idx="1027">
                <c:v>183.7293445857105</c:v>
              </c:pt>
              <c:pt idx="1028">
                <c:v>145.24705122141785</c:v>
              </c:pt>
              <c:pt idx="1029">
                <c:v>217.2393147421893</c:v>
              </c:pt>
              <c:pt idx="1030">
                <c:v>134.26044159531534</c:v>
              </c:pt>
              <c:pt idx="1031">
                <c:v>229.10467091600415</c:v>
              </c:pt>
              <c:pt idx="1032">
                <c:v>162.7417620083649</c:v>
              </c:pt>
              <c:pt idx="1033">
                <c:v>106.62356348252557</c:v>
              </c:pt>
              <c:pt idx="1034">
                <c:v>216.46080221835035</c:v>
              </c:pt>
              <c:pt idx="1035">
                <c:v>219.64421805248466</c:v>
              </c:pt>
              <c:pt idx="1036">
                <c:v>134.41033246156735</c:v>
              </c:pt>
              <c:pt idx="1037">
                <c:v>115.07337248308974</c:v>
              </c:pt>
              <c:pt idx="1038">
                <c:v>202.62859651293172</c:v>
              </c:pt>
              <c:pt idx="1039">
                <c:v>162.1505479323954</c:v>
              </c:pt>
              <c:pt idx="1040">
                <c:v>103.33926956592195</c:v>
              </c:pt>
              <c:pt idx="1041">
                <c:v>156.57211012239677</c:v>
              </c:pt>
              <c:pt idx="1042">
                <c:v>127.37365618879217</c:v>
              </c:pt>
              <c:pt idx="1043">
                <c:v>59.61073449922193</c:v>
              </c:pt>
              <c:pt idx="1044">
                <c:v>232.68634290536062</c:v>
              </c:pt>
              <c:pt idx="1045">
                <c:v>124.79045096410171</c:v>
              </c:pt>
              <c:pt idx="1046">
                <c:v>157.7130598751211</c:v>
              </c:pt>
              <c:pt idx="1047">
                <c:v>103.1518678619974</c:v>
              </c:pt>
              <c:pt idx="1048">
                <c:v>100.49183705939882</c:v>
              </c:pt>
              <c:pt idx="1049">
                <c:v>148.62478430367855</c:v>
              </c:pt>
              <c:pt idx="1050">
                <c:v>209.1180803773277</c:v>
              </c:pt>
              <c:pt idx="1051">
                <c:v>52.2103959787533</c:v>
              </c:pt>
              <c:pt idx="1052">
                <c:v>56.48514369188636</c:v>
              </c:pt>
              <c:pt idx="1053">
                <c:v>189.2764624505687</c:v>
              </c:pt>
              <c:pt idx="1054">
                <c:v>194.71834875540867</c:v>
              </c:pt>
              <c:pt idx="1055">
                <c:v>94.95191380085785</c:v>
              </c:pt>
              <c:pt idx="1056">
                <c:v>229.87852358361337</c:v>
              </c:pt>
              <c:pt idx="1057">
                <c:v>167.18476610345135</c:v>
              </c:pt>
              <c:pt idx="1058">
                <c:v>172.6774282313771</c:v>
              </c:pt>
              <c:pt idx="1059">
                <c:v>127.7204563683458</c:v>
              </c:pt>
              <c:pt idx="1060">
                <c:v>204.22698668789226</c:v>
              </c:pt>
              <c:pt idx="1061">
                <c:v>227.71988670605435</c:v>
              </c:pt>
              <c:pt idx="1062">
                <c:v>172.6463787848629</c:v>
              </c:pt>
              <c:pt idx="1063">
                <c:v>198.83014913697286</c:v>
              </c:pt>
              <c:pt idx="1064">
                <c:v>135.41366723453143</c:v>
              </c:pt>
              <c:pt idx="1065">
                <c:v>154.11440710003876</c:v>
              </c:pt>
              <c:pt idx="1066">
                <c:v>212.25297854644</c:v>
              </c:pt>
              <c:pt idx="1067">
                <c:v>187.36858030910676</c:v>
              </c:pt>
              <c:pt idx="1068">
                <c:v>176.0125878586083</c:v>
              </c:pt>
              <c:pt idx="1069">
                <c:v>131.81671106096977</c:v>
              </c:pt>
              <c:pt idx="1070">
                <c:v>192.5630704930389</c:v>
              </c:pt>
              <c:pt idx="1071">
                <c:v>172.91151359688422</c:v>
              </c:pt>
              <c:pt idx="1072">
                <c:v>172.7862277323373</c:v>
              </c:pt>
              <c:pt idx="1073">
                <c:v>179.9253630885301</c:v>
              </c:pt>
              <c:pt idx="1074">
                <c:v>221.27171211007905</c:v>
              </c:pt>
              <c:pt idx="1075">
                <c:v>189.93297636409636</c:v>
              </c:pt>
              <c:pt idx="1076">
                <c:v>150.98868608012253</c:v>
              </c:pt>
              <c:pt idx="1077">
                <c:v>169.93485510562672</c:v>
              </c:pt>
              <c:pt idx="1078">
                <c:v>161.78197917858535</c:v>
              </c:pt>
              <c:pt idx="1079">
                <c:v>62.33778670135333</c:v>
              </c:pt>
              <c:pt idx="1080">
                <c:v>111.13257012410905</c:v>
              </c:pt>
              <c:pt idx="1081">
                <c:v>136.08405573850328</c:v>
              </c:pt>
              <c:pt idx="1082">
                <c:v>69.03819120868604</c:v>
              </c:pt>
              <c:pt idx="1083">
                <c:v>187.2872502853832</c:v>
              </c:pt>
              <c:pt idx="1084">
                <c:v>95.82968019319901</c:v>
              </c:pt>
              <c:pt idx="1085">
                <c:v>88.34871158418427</c:v>
              </c:pt>
              <c:pt idx="1086">
                <c:v>214.05225523758614</c:v>
              </c:pt>
              <c:pt idx="1087">
                <c:v>184.0077635679707</c:v>
              </c:pt>
              <c:pt idx="1088">
                <c:v>172.44889855729565</c:v>
              </c:pt>
              <c:pt idx="1089">
                <c:v>165.41691461020514</c:v>
              </c:pt>
              <c:pt idx="1090">
                <c:v>180.8056749647066</c:v>
              </c:pt>
              <c:pt idx="1091">
                <c:v>129.65736253677952</c:v>
              </c:pt>
              <c:pt idx="1092">
                <c:v>123.87515506993083</c:v>
              </c:pt>
              <c:pt idx="1093">
                <c:v>117.45722252814502</c:v>
              </c:pt>
              <c:pt idx="1094">
                <c:v>197.33611491629154</c:v>
              </c:pt>
              <c:pt idx="1095">
                <c:v>185.75577208153493</c:v>
              </c:pt>
              <c:pt idx="1096">
                <c:v>144.58373835785764</c:v>
              </c:pt>
              <c:pt idx="1097">
                <c:v>71.18193644196064</c:v>
              </c:pt>
              <c:pt idx="1098">
                <c:v>137.19931067200423</c:v>
              </c:pt>
              <c:pt idx="1099">
                <c:v>214.97442442112737</c:v>
              </c:pt>
              <c:pt idx="1100">
                <c:v>156.48811991760246</c:v>
              </c:pt>
              <c:pt idx="1101">
                <c:v>158.03978680555815</c:v>
              </c:pt>
              <c:pt idx="1102">
                <c:v>199.4842299367578</c:v>
              </c:pt>
              <c:pt idx="1103">
                <c:v>71.58791859679317</c:v>
              </c:pt>
              <c:pt idx="1104">
                <c:v>191.267173851641</c:v>
              </c:pt>
              <c:pt idx="1105">
                <c:v>179.50929779830918</c:v>
              </c:pt>
              <c:pt idx="1106">
                <c:v>224.88483988958916</c:v>
              </c:pt>
              <c:pt idx="1107">
                <c:v>53.56870373198332</c:v>
              </c:pt>
              <c:pt idx="1108">
                <c:v>178.8737983402566</c:v>
              </c:pt>
              <c:pt idx="1109">
                <c:v>144.7882556090159</c:v>
              </c:pt>
              <c:pt idx="1110">
                <c:v>148.24824061886335</c:v>
              </c:pt>
              <c:pt idx="1111">
                <c:v>194.84657307635143</c:v>
              </c:pt>
              <c:pt idx="1112">
                <c:v>82.66092270689748</c:v>
              </c:pt>
              <c:pt idx="1113">
                <c:v>173.56323429669396</c:v>
              </c:pt>
              <c:pt idx="1114">
                <c:v>172.72206781692998</c:v>
              </c:pt>
              <c:pt idx="1115">
                <c:v>134.07347588450114</c:v>
              </c:pt>
              <c:pt idx="1116">
                <c:v>137.41890050349798</c:v>
              </c:pt>
              <c:pt idx="1117">
                <c:v>164.25435114162198</c:v>
              </c:pt>
              <c:pt idx="1118">
                <c:v>201.35459476293343</c:v>
              </c:pt>
              <c:pt idx="1119">
                <c:v>169.01491856608502</c:v>
              </c:pt>
              <c:pt idx="1120">
                <c:v>187.80752518714772</c:v>
              </c:pt>
              <c:pt idx="1121">
                <c:v>146.4248902241106</c:v>
              </c:pt>
              <c:pt idx="1122">
                <c:v>167.71141919132515</c:v>
              </c:pt>
              <c:pt idx="1123">
                <c:v>128.05211399202256</c:v>
              </c:pt>
              <c:pt idx="1124">
                <c:v>140.70221434744542</c:v>
              </c:pt>
              <c:pt idx="1125">
                <c:v>141.25099429301304</c:v>
              </c:pt>
              <c:pt idx="1126">
                <c:v>147.62561850355058</c:v>
              </c:pt>
              <c:pt idx="1127">
                <c:v>171.9851407470028</c:v>
              </c:pt>
              <c:pt idx="1128">
                <c:v>62.533947302017616</c:v>
              </c:pt>
              <c:pt idx="1129">
                <c:v>214.55684279008975</c:v>
              </c:pt>
              <c:pt idx="1130">
                <c:v>97.1585285459154</c:v>
              </c:pt>
              <c:pt idx="1131">
                <c:v>184.25326751176175</c:v>
              </c:pt>
              <c:pt idx="1132">
                <c:v>196.78998515179975</c:v>
              </c:pt>
              <c:pt idx="1133">
                <c:v>192.86284141262902</c:v>
              </c:pt>
              <c:pt idx="1134">
                <c:v>183.14937303774585</c:v>
              </c:pt>
              <c:pt idx="1135">
                <c:v>166.3761251822301</c:v>
              </c:pt>
              <c:pt idx="1136">
                <c:v>98.62821531223668</c:v>
              </c:pt>
              <c:pt idx="1137">
                <c:v>178.12749745944808</c:v>
              </c:pt>
              <c:pt idx="1138">
                <c:v>201.26299434522184</c:v>
              </c:pt>
              <c:pt idx="1139">
                <c:v>142.63631637742026</c:v>
              </c:pt>
              <c:pt idx="1140">
                <c:v>67.34906180119148</c:v>
              </c:pt>
              <c:pt idx="1141">
                <c:v>131.79523468973963</c:v>
              </c:pt>
              <c:pt idx="1142">
                <c:v>142.9413864475685</c:v>
              </c:pt>
              <c:pt idx="1143">
                <c:v>144.49645749187584</c:v>
              </c:pt>
              <c:pt idx="1144">
                <c:v>197.46712051313094</c:v>
              </c:pt>
              <c:pt idx="1145">
                <c:v>142.25126545256097</c:v>
              </c:pt>
              <c:pt idx="1146">
                <c:v>170.02859271586365</c:v>
              </c:pt>
              <c:pt idx="1147">
                <c:v>85.46575721622918</c:v>
              </c:pt>
              <c:pt idx="1148">
                <c:v>115.87253053172756</c:v>
              </c:pt>
              <c:pt idx="1149">
                <c:v>97.70265461221916</c:v>
              </c:pt>
              <c:pt idx="1150">
                <c:v>101.79435339077332</c:v>
              </c:pt>
              <c:pt idx="1151">
                <c:v>98.03211800436883</c:v>
              </c:pt>
              <c:pt idx="1152">
                <c:v>161.84413230340164</c:v>
              </c:pt>
              <c:pt idx="1153">
                <c:v>111.5116220219933</c:v>
              </c:pt>
              <c:pt idx="1154">
                <c:v>214.46845046492132</c:v>
              </c:pt>
              <c:pt idx="1155">
                <c:v>214.10065367204993</c:v>
              </c:pt>
              <c:pt idx="1156">
                <c:v>97.13488102211792</c:v>
              </c:pt>
              <c:pt idx="1157">
                <c:v>77.3941636219667</c:v>
              </c:pt>
              <c:pt idx="1158">
                <c:v>159.86011479226065</c:v>
              </c:pt>
              <c:pt idx="1159">
                <c:v>190.53613291849152</c:v>
              </c:pt>
              <c:pt idx="1160">
                <c:v>188.32355945253784</c:v>
              </c:pt>
              <c:pt idx="1161">
                <c:v>178.48353019410644</c:v>
              </c:pt>
              <c:pt idx="1162">
                <c:v>92.84460479280531</c:v>
              </c:pt>
              <c:pt idx="1163">
                <c:v>83.1818925800784</c:v>
              </c:pt>
              <c:pt idx="1164">
                <c:v>211.66744688915765</c:v>
              </c:pt>
              <c:pt idx="1165">
                <c:v>122.00565394754344</c:v>
              </c:pt>
              <c:pt idx="1166">
                <c:v>147.4712242505505</c:v>
              </c:pt>
              <c:pt idx="1167">
                <c:v>177.52131291383782</c:v>
              </c:pt>
              <c:pt idx="1168">
                <c:v>84.03056287863777</c:v>
              </c:pt>
              <c:pt idx="1169">
                <c:v>132.58043073657439</c:v>
              </c:pt>
              <c:pt idx="1170">
                <c:v>168.9243938888855</c:v>
              </c:pt>
              <c:pt idx="1171">
                <c:v>118.58200478589846</c:v>
              </c:pt>
              <c:pt idx="1172">
                <c:v>174.89866610053446</c:v>
              </c:pt>
              <c:pt idx="1173">
                <c:v>140.1155054098695</c:v>
              </c:pt>
              <c:pt idx="1174">
                <c:v>110.04686910865884</c:v>
              </c:pt>
              <c:pt idx="1175">
                <c:v>125.25553905904752</c:v>
              </c:pt>
              <c:pt idx="1176">
                <c:v>177.095897972209</c:v>
              </c:pt>
              <c:pt idx="1177">
                <c:v>103.88330921165476</c:v>
              </c:pt>
              <c:pt idx="1178">
                <c:v>233.8268098299435</c:v>
              </c:pt>
              <c:pt idx="1179">
                <c:v>101.1397092296861</c:v>
              </c:pt>
              <c:pt idx="1180">
                <c:v>97.6094380751571</c:v>
              </c:pt>
              <c:pt idx="1181">
                <c:v>178.50285878194114</c:v>
              </c:pt>
              <c:pt idx="1182">
                <c:v>135.7230531310833</c:v>
              </c:pt>
              <c:pt idx="1183">
                <c:v>206.99705998965612</c:v>
              </c:pt>
              <c:pt idx="1184">
                <c:v>187.27859098450998</c:v>
              </c:pt>
              <c:pt idx="1185">
                <c:v>182.39604640314187</c:v>
              </c:pt>
              <c:pt idx="1186">
                <c:v>171.21022593631395</c:v>
              </c:pt>
              <c:pt idx="1187">
                <c:v>116.33241098741468</c:v>
              </c:pt>
              <c:pt idx="1188">
                <c:v>209.6161087490485</c:v>
              </c:pt>
              <c:pt idx="1189">
                <c:v>173.04460899054416</c:v>
              </c:pt>
              <c:pt idx="1190">
                <c:v>86.60298427841985</c:v>
              </c:pt>
              <c:pt idx="1191">
                <c:v>105.00191465915299</c:v>
              </c:pt>
              <c:pt idx="1192">
                <c:v>151.57778984651856</c:v>
              </c:pt>
              <c:pt idx="1193">
                <c:v>142.58284463093742</c:v>
              </c:pt>
              <c:pt idx="1194">
                <c:v>197.18436885983215</c:v>
              </c:pt>
              <c:pt idx="1195">
                <c:v>213.1602091678325</c:v>
              </c:pt>
              <c:pt idx="1196">
                <c:v>142.22861401027785</c:v>
              </c:pt>
              <c:pt idx="1197">
                <c:v>92.1457010874067</c:v>
              </c:pt>
              <c:pt idx="1198">
                <c:v>72.6363117507423</c:v>
              </c:pt>
              <c:pt idx="1199">
                <c:v>164.85220550829274</c:v>
              </c:pt>
              <c:pt idx="1200">
                <c:v>189.74648439107634</c:v>
              </c:pt>
              <c:pt idx="1201">
                <c:v>94.17939866482769</c:v>
              </c:pt>
              <c:pt idx="1202">
                <c:v>195.05343659553847</c:v>
              </c:pt>
              <c:pt idx="1203">
                <c:v>217.91291803046144</c:v>
              </c:pt>
              <c:pt idx="1204">
                <c:v>196.40150084140515</c:v>
              </c:pt>
              <c:pt idx="1205">
                <c:v>217.43094937489576</c:v>
              </c:pt>
              <c:pt idx="1206">
                <c:v>164.79829584521403</c:v>
              </c:pt>
              <c:pt idx="1207">
                <c:v>205.4182312363925</c:v>
              </c:pt>
              <c:pt idx="1208">
                <c:v>186.76715342362982</c:v>
              </c:pt>
              <c:pt idx="1209">
                <c:v>126.24757295164233</c:v>
              </c:pt>
              <c:pt idx="1210">
                <c:v>174.71302338496807</c:v>
              </c:pt>
              <c:pt idx="1211">
                <c:v>157.86892669504238</c:v>
              </c:pt>
              <c:pt idx="1212">
                <c:v>168.1266866794438</c:v>
              </c:pt>
              <c:pt idx="1213">
                <c:v>187.5756503860494</c:v>
              </c:pt>
              <c:pt idx="1214">
                <c:v>192.88632116555544</c:v>
              </c:pt>
              <c:pt idx="1215">
                <c:v>194.3920576089915</c:v>
              </c:pt>
              <c:pt idx="1216">
                <c:v>130.90347806735863</c:v>
              </c:pt>
              <c:pt idx="1217">
                <c:v>217.7614060952511</c:v>
              </c:pt>
              <c:pt idx="1218">
                <c:v>139.72991334210687</c:v>
              </c:pt>
              <c:pt idx="1219">
                <c:v>117.14610786543473</c:v>
              </c:pt>
              <c:pt idx="1220">
                <c:v>179.71645861220233</c:v>
              </c:pt>
              <c:pt idx="1221">
                <c:v>85.7918875486307</c:v>
              </c:pt>
              <c:pt idx="1222">
                <c:v>146.7358275353456</c:v>
              </c:pt>
              <c:pt idx="1223">
                <c:v>147.0925041861163</c:v>
              </c:pt>
              <c:pt idx="1224">
                <c:v>159.55118659736945</c:v>
              </c:pt>
              <c:pt idx="1225">
                <c:v>101.86582609392288</c:v>
              </c:pt>
              <c:pt idx="1226">
                <c:v>158.4075324678429</c:v>
              </c:pt>
              <c:pt idx="1227">
                <c:v>83.05714727894406</c:v>
              </c:pt>
              <c:pt idx="1228">
                <c:v>187.6693999766022</c:v>
              </c:pt>
              <c:pt idx="1229">
                <c:v>144.37029673142194</c:v>
              </c:pt>
              <c:pt idx="1230">
                <c:v>124.99110957158187</c:v>
              </c:pt>
              <c:pt idx="1231">
                <c:v>162.22520003815958</c:v>
              </c:pt>
              <c:pt idx="1232">
                <c:v>145.97579247428538</c:v>
              </c:pt>
              <c:pt idx="1233">
                <c:v>102.93512180046281</c:v>
              </c:pt>
              <c:pt idx="1234">
                <c:v>113.26519624501327</c:v>
              </c:pt>
              <c:pt idx="1235">
                <c:v>131.75509378336866</c:v>
              </c:pt>
              <c:pt idx="1236">
                <c:v>106.40957170662205</c:v>
              </c:pt>
              <c:pt idx="1237">
                <c:v>160.44463392797365</c:v>
              </c:pt>
              <c:pt idx="1238">
                <c:v>205.97047345465518</c:v>
              </c:pt>
              <c:pt idx="1239">
                <c:v>58.15449165145816</c:v>
              </c:pt>
              <c:pt idx="1240">
                <c:v>144.11092529711397</c:v>
              </c:pt>
              <c:pt idx="1241">
                <c:v>75.04226415809438</c:v>
              </c:pt>
              <c:pt idx="1242">
                <c:v>162.93968016431134</c:v>
              </c:pt>
              <c:pt idx="1243">
                <c:v>211.3763834284588</c:v>
              </c:pt>
              <c:pt idx="1244">
                <c:v>90.55082044785945</c:v>
              </c:pt>
              <c:pt idx="1245">
                <c:v>150.71123718705516</c:v>
              </c:pt>
              <c:pt idx="1246">
                <c:v>155.70589872435744</c:v>
              </c:pt>
              <c:pt idx="1247">
                <c:v>111.58810217295049</c:v>
              </c:pt>
              <c:pt idx="1248">
                <c:v>210.99023722459575</c:v>
              </c:pt>
              <c:pt idx="1249">
                <c:v>217.09307078400656</c:v>
              </c:pt>
              <c:pt idx="1250">
                <c:v>161.229483062984</c:v>
              </c:pt>
              <c:pt idx="1251">
                <c:v>80.97434256719086</c:v>
              </c:pt>
              <c:pt idx="1252">
                <c:v>175.00032527376996</c:v>
              </c:pt>
              <c:pt idx="1253">
                <c:v>65.23543519685333</c:v>
              </c:pt>
              <c:pt idx="1254">
                <c:v>55.228269600601415</c:v>
              </c:pt>
              <c:pt idx="1255">
                <c:v>64.9262557010856</c:v>
              </c:pt>
              <c:pt idx="1256">
                <c:v>172.56576040560603</c:v>
              </c:pt>
              <c:pt idx="1257">
                <c:v>166.83940048065432</c:v>
              </c:pt>
              <c:pt idx="1258">
                <c:v>199.56719517622847</c:v>
              </c:pt>
              <c:pt idx="1259">
                <c:v>111.81410672433748</c:v>
              </c:pt>
              <c:pt idx="1260">
                <c:v>130.92560801902658</c:v>
              </c:pt>
              <c:pt idx="1261">
                <c:v>233.7866351340249</c:v>
              </c:pt>
              <c:pt idx="1262">
                <c:v>148.5565593551342</c:v>
              </c:pt>
              <c:pt idx="1263">
                <c:v>187.92436910797642</c:v>
              </c:pt>
              <c:pt idx="1264">
                <c:v>175.5005265693804</c:v>
              </c:pt>
              <c:pt idx="1265">
                <c:v>103.84310269946346</c:v>
              </c:pt>
              <c:pt idx="1266">
                <c:v>132.3445182977435</c:v>
              </c:pt>
              <c:pt idx="1267">
                <c:v>161.83346127770983</c:v>
              </c:pt>
              <c:pt idx="1268">
                <c:v>137.89478320603422</c:v>
              </c:pt>
              <c:pt idx="1269">
                <c:v>225.0896319886911</c:v>
              </c:pt>
              <c:pt idx="1270">
                <c:v>203.120632043049</c:v>
              </c:pt>
              <c:pt idx="1271">
                <c:v>119.27069724812442</c:v>
              </c:pt>
              <c:pt idx="1272">
                <c:v>203.18788238240714</c:v>
              </c:pt>
              <c:pt idx="1273">
                <c:v>87.10959226593036</c:v>
              </c:pt>
              <c:pt idx="1274">
                <c:v>156.1700581160169</c:v>
              </c:pt>
              <c:pt idx="1275">
                <c:v>189.51205541430835</c:v>
              </c:pt>
              <c:pt idx="1276">
                <c:v>146.76528211476239</c:v>
              </c:pt>
              <c:pt idx="1277">
                <c:v>201.66812807794997</c:v>
              </c:pt>
              <c:pt idx="1278">
                <c:v>76.71490751036714</c:v>
              </c:pt>
              <c:pt idx="1279">
                <c:v>96.8523735178481</c:v>
              </c:pt>
              <c:pt idx="1280">
                <c:v>217.21450002462072</c:v>
              </c:pt>
              <c:pt idx="1281">
                <c:v>117.25302784913771</c:v>
              </c:pt>
              <c:pt idx="1282">
                <c:v>89.94447632812228</c:v>
              </c:pt>
              <c:pt idx="1283">
                <c:v>150.54915339521034</c:v>
              </c:pt>
              <c:pt idx="1284">
                <c:v>100.48146271726499</c:v>
              </c:pt>
              <c:pt idx="1285">
                <c:v>127.97480882220752</c:v>
              </c:pt>
              <c:pt idx="1286">
                <c:v>166.7740065229963</c:v>
              </c:pt>
              <c:pt idx="1287">
                <c:v>102.99669872880717</c:v>
              </c:pt>
              <c:pt idx="1288">
                <c:v>205.30462662845005</c:v>
              </c:pt>
              <c:pt idx="1289">
                <c:v>158.11408092850775</c:v>
              </c:pt>
              <c:pt idx="1290">
                <c:v>163.48758603410045</c:v>
              </c:pt>
              <c:pt idx="1291">
                <c:v>146.3346188531573</c:v>
              </c:pt>
              <c:pt idx="1292">
                <c:v>98.43034353049359</c:v>
              </c:pt>
              <c:pt idx="1293">
                <c:v>227.35791146487037</c:v>
              </c:pt>
              <c:pt idx="1294">
                <c:v>92.98220064078303</c:v>
              </c:pt>
              <c:pt idx="1295">
                <c:v>183.24432778853853</c:v>
              </c:pt>
              <c:pt idx="1296">
                <c:v>98.00989187802638</c:v>
              </c:pt>
              <c:pt idx="1297">
                <c:v>155.6051610977011</c:v>
              </c:pt>
              <c:pt idx="1298">
                <c:v>105.27942867769866</c:v>
              </c:pt>
              <c:pt idx="1299">
                <c:v>218.3297321517833</c:v>
              </c:pt>
              <c:pt idx="1300">
                <c:v>74.08911908795437</c:v>
              </c:pt>
              <c:pt idx="1301">
                <c:v>112.51404748793202</c:v>
              </c:pt>
              <c:pt idx="1302">
                <c:v>74.90362086315872</c:v>
              </c:pt>
              <c:pt idx="1303">
                <c:v>54.87654586941593</c:v>
              </c:pt>
              <c:pt idx="1304">
                <c:v>107.7542138755537</c:v>
              </c:pt>
              <c:pt idx="1305">
                <c:v>123.27559793804414</c:v>
              </c:pt>
              <c:pt idx="1306">
                <c:v>183.30850939284036</c:v>
              </c:pt>
              <c:pt idx="1307">
                <c:v>69.02794618745921</c:v>
              </c:pt>
              <c:pt idx="1308">
                <c:v>140.99768254151994</c:v>
              </c:pt>
              <c:pt idx="1309">
                <c:v>76.67322800698685</c:v>
              </c:pt>
              <c:pt idx="1310">
                <c:v>198.56371767665252</c:v>
              </c:pt>
              <c:pt idx="1311">
                <c:v>155.01987713683178</c:v>
              </c:pt>
              <c:pt idx="1312">
                <c:v>189.64838304098365</c:v>
              </c:pt>
              <c:pt idx="1313">
                <c:v>180.982513657916</c:v>
              </c:pt>
              <c:pt idx="1314">
                <c:v>192.7662525341156</c:v>
              </c:pt>
              <c:pt idx="1315">
                <c:v>191.08585058222408</c:v>
              </c:pt>
              <c:pt idx="1316">
                <c:v>134.82705858741986</c:v>
              </c:pt>
              <c:pt idx="1317">
                <c:v>217.69550548389867</c:v>
              </c:pt>
              <c:pt idx="1318">
                <c:v>124.10927478776853</c:v>
              </c:pt>
              <c:pt idx="1319">
                <c:v>180.17511997646767</c:v>
              </c:pt>
              <c:pt idx="1320">
                <c:v>53.91072635664517</c:v>
              </c:pt>
              <c:pt idx="1321">
                <c:v>130.2051190908464</c:v>
              </c:pt>
              <c:pt idx="1322">
                <c:v>141.41379184289684</c:v>
              </c:pt>
              <c:pt idx="1323">
                <c:v>220.44440003835786</c:v>
              </c:pt>
              <c:pt idx="1324">
                <c:v>97.41871831287362</c:v>
              </c:pt>
              <c:pt idx="1325">
                <c:v>229.96319060785814</c:v>
              </c:pt>
              <c:pt idx="1326">
                <c:v>189.60025726939193</c:v>
              </c:pt>
              <c:pt idx="1327">
                <c:v>172.47261396191823</c:v>
              </c:pt>
              <c:pt idx="1328">
                <c:v>85.80084851544399</c:v>
              </c:pt>
              <c:pt idx="1329">
                <c:v>89.80628558283016</c:v>
              </c:pt>
              <c:pt idx="1330">
                <c:v>193.9888842592745</c:v>
              </c:pt>
              <c:pt idx="1331">
                <c:v>76.50945219317646</c:v>
              </c:pt>
              <c:pt idx="1332">
                <c:v>176.79846159485905</c:v>
              </c:pt>
              <c:pt idx="1333">
                <c:v>123.06417796846992</c:v>
              </c:pt>
              <c:pt idx="1334">
                <c:v>130.35861383456188</c:v>
              </c:pt>
              <c:pt idx="1335">
                <c:v>110.17051892876638</c:v>
              </c:pt>
              <c:pt idx="1336">
                <c:v>106.34694198853896</c:v>
              </c:pt>
              <c:pt idx="1337">
                <c:v>191.94702098481102</c:v>
              </c:pt>
              <c:pt idx="1338">
                <c:v>80.52602299062343</c:v>
              </c:pt>
              <c:pt idx="1339">
                <c:v>128.02701936519912</c:v>
              </c:pt>
              <c:pt idx="1340">
                <c:v>126.68379350685241</c:v>
              </c:pt>
              <c:pt idx="1341">
                <c:v>138.605517189718</c:v>
              </c:pt>
              <c:pt idx="1342">
                <c:v>110.19865096181321</c:v>
              </c:pt>
              <c:pt idx="1343">
                <c:v>192.9826775115707</c:v>
              </c:pt>
              <c:pt idx="1344">
                <c:v>110.75245291206082</c:v>
              </c:pt>
              <c:pt idx="1345">
                <c:v>88.77746730426523</c:v>
              </c:pt>
              <c:pt idx="1346">
                <c:v>161.4064076075979</c:v>
              </c:pt>
              <c:pt idx="1347">
                <c:v>98.27655014086432</c:v>
              </c:pt>
              <c:pt idx="1348">
                <c:v>184.3428425861269</c:v>
              </c:pt>
              <c:pt idx="1349">
                <c:v>164.06426649249366</c:v>
              </c:pt>
              <c:pt idx="1350">
                <c:v>187.03012754870716</c:v>
              </c:pt>
              <c:pt idx="1351">
                <c:v>114.59886433438454</c:v>
              </c:pt>
              <c:pt idx="1352">
                <c:v>107.8079081070073</c:v>
              </c:pt>
              <c:pt idx="1353">
                <c:v>224.0620555784538</c:v>
              </c:pt>
              <c:pt idx="1354">
                <c:v>108.75435443011033</c:v>
              </c:pt>
              <c:pt idx="1355">
                <c:v>133.10593005381975</c:v>
              </c:pt>
              <c:pt idx="1356">
                <c:v>186.23815397035352</c:v>
              </c:pt>
              <c:pt idx="1357">
                <c:v>158.17921424548797</c:v>
              </c:pt>
              <c:pt idx="1358">
                <c:v>87.31018193396659</c:v>
              </c:pt>
              <c:pt idx="1359">
                <c:v>129.424021109708</c:v>
              </c:pt>
              <c:pt idx="1360">
                <c:v>85.8688719318084</c:v>
              </c:pt>
              <c:pt idx="1361">
                <c:v>181.34436181068196</c:v>
              </c:pt>
              <c:pt idx="1362">
                <c:v>167.6052276194232</c:v>
              </c:pt>
              <c:pt idx="1363">
                <c:v>131.1938044431517</c:v>
              </c:pt>
              <c:pt idx="1364">
                <c:v>140.99504407283888</c:v>
              </c:pt>
              <c:pt idx="1365">
                <c:v>186.82980124037783</c:v>
              </c:pt>
              <c:pt idx="1366">
                <c:v>216.2687045933999</c:v>
              </c:pt>
              <c:pt idx="1367">
                <c:v>77.86995820219846</c:v>
              </c:pt>
              <c:pt idx="1368">
                <c:v>201.80936797323378</c:v>
              </c:pt>
              <c:pt idx="1369">
                <c:v>117.8559789586513</c:v>
              </c:pt>
              <c:pt idx="1370">
                <c:v>80.45546977875355</c:v>
              </c:pt>
              <c:pt idx="1371">
                <c:v>117.63394162848023</c:v>
              </c:pt>
              <c:pt idx="1372">
                <c:v>145.66931498055612</c:v>
              </c:pt>
              <c:pt idx="1373">
                <c:v>69.0310812776192</c:v>
              </c:pt>
              <c:pt idx="1374">
                <c:v>127.47703023938651</c:v>
              </c:pt>
              <c:pt idx="1375">
                <c:v>149.89073216512207</c:v>
              </c:pt>
              <c:pt idx="1376">
                <c:v>117.59587796099113</c:v>
              </c:pt>
              <c:pt idx="1377">
                <c:v>151.802314688386</c:v>
              </c:pt>
              <c:pt idx="1378">
                <c:v>184.0337618398352</c:v>
              </c:pt>
              <c:pt idx="1379">
                <c:v>71.37304829992308</c:v>
              </c:pt>
              <c:pt idx="1380">
                <c:v>187.0584493248262</c:v>
              </c:pt>
              <c:pt idx="1381">
                <c:v>152.8513049788711</c:v>
              </c:pt>
              <c:pt idx="1382">
                <c:v>139.43846776518012</c:v>
              </c:pt>
              <c:pt idx="1383">
                <c:v>176.81818648912332</c:v>
              </c:pt>
              <c:pt idx="1384">
                <c:v>197.00854797288883</c:v>
              </c:pt>
              <c:pt idx="1385">
                <c:v>143.8034894638206</c:v>
              </c:pt>
              <c:pt idx="1386">
                <c:v>81.76249275831788</c:v>
              </c:pt>
              <c:pt idx="1387">
                <c:v>94.46162352996802</c:v>
              </c:pt>
              <c:pt idx="1388">
                <c:v>177.9800502740469</c:v>
              </c:pt>
              <c:pt idx="1389">
                <c:v>114.42843764848901</c:v>
              </c:pt>
              <c:pt idx="1390">
                <c:v>127.4442787919689</c:v>
              </c:pt>
              <c:pt idx="1391">
                <c:v>143.24873931725824</c:v>
              </c:pt>
              <c:pt idx="1392">
                <c:v>82.04235392086738</c:v>
              </c:pt>
              <c:pt idx="1393">
                <c:v>127.60885524207049</c:v>
              </c:pt>
              <c:pt idx="1394">
                <c:v>198.23847654248883</c:v>
              </c:pt>
              <c:pt idx="1395">
                <c:v>170.884866763357</c:v>
              </c:pt>
              <c:pt idx="1396">
                <c:v>222.16628048079286</c:v>
              </c:pt>
              <c:pt idx="1397">
                <c:v>125.88563609168567</c:v>
              </c:pt>
              <c:pt idx="1398">
                <c:v>93.89014314457913</c:v>
              </c:pt>
              <c:pt idx="1399">
                <c:v>201.4373450184508</c:v>
              </c:pt>
              <c:pt idx="1400">
                <c:v>134.09671434796488</c:v>
              </c:pt>
              <c:pt idx="1401">
                <c:v>93.04880395484574</c:v>
              </c:pt>
              <c:pt idx="1402">
                <c:v>74.90057080385907</c:v>
              </c:pt>
              <c:pt idx="1403">
                <c:v>211.67721203508626</c:v>
              </c:pt>
              <c:pt idx="1404">
                <c:v>182.73908838845077</c:v>
              </c:pt>
              <c:pt idx="1405">
                <c:v>196.35204768291857</c:v>
              </c:pt>
              <c:pt idx="1406">
                <c:v>87.4452920726439</c:v>
              </c:pt>
              <c:pt idx="1407">
                <c:v>207.0069049920799</c:v>
              </c:pt>
              <c:pt idx="1408">
                <c:v>154.94105580276545</c:v>
              </c:pt>
              <c:pt idx="1409">
                <c:v>72.48026764635034</c:v>
              </c:pt>
              <c:pt idx="1410">
                <c:v>159.80444581150653</c:v>
              </c:pt>
              <c:pt idx="1411">
                <c:v>187.63179966413253</c:v>
              </c:pt>
              <c:pt idx="1412">
                <c:v>153.79089403056275</c:v>
              </c:pt>
              <c:pt idx="1413">
                <c:v>82.24890755002808</c:v>
              </c:pt>
              <c:pt idx="1414">
                <c:v>94.01953103062024</c:v>
              </c:pt>
              <c:pt idx="1415">
                <c:v>123.26294290378324</c:v>
              </c:pt>
              <c:pt idx="1416">
                <c:v>97.10844398423038</c:v>
              </c:pt>
              <c:pt idx="1417">
                <c:v>93.13226573200117</c:v>
              </c:pt>
              <c:pt idx="1418">
                <c:v>171.0502888243368</c:v>
              </c:pt>
              <c:pt idx="1419">
                <c:v>105.07568746005192</c:v>
              </c:pt>
              <c:pt idx="1420">
                <c:v>125.68585766667712</c:v>
              </c:pt>
              <c:pt idx="1421">
                <c:v>175.32172979840124</c:v>
              </c:pt>
              <c:pt idx="1422">
                <c:v>199.0428851745646</c:v>
              </c:pt>
              <c:pt idx="1423">
                <c:v>161.5477368590768</c:v>
              </c:pt>
              <c:pt idx="1424">
                <c:v>136.24009626615083</c:v>
              </c:pt>
              <c:pt idx="1425">
                <c:v>192.06387637463015</c:v>
              </c:pt>
              <c:pt idx="1426">
                <c:v>99.19661527146178</c:v>
              </c:pt>
              <c:pt idx="1427">
                <c:v>82.84397529336532</c:v>
              </c:pt>
              <c:pt idx="1428">
                <c:v>215.53497234501094</c:v>
              </c:pt>
              <c:pt idx="1429">
                <c:v>213.9502408829666</c:v>
              </c:pt>
              <c:pt idx="1430">
                <c:v>226.90635589816551</c:v>
              </c:pt>
              <c:pt idx="1431">
                <c:v>145.38814405935545</c:v>
              </c:pt>
              <c:pt idx="1432">
                <c:v>80.47453582771836</c:v>
              </c:pt>
              <c:pt idx="1433">
                <c:v>78.55500895191138</c:v>
              </c:pt>
              <c:pt idx="1434">
                <c:v>68.8589769352678</c:v>
              </c:pt>
              <c:pt idx="1435">
                <c:v>165.18496458759358</c:v>
              </c:pt>
              <c:pt idx="1436">
                <c:v>186.18749188494758</c:v>
              </c:pt>
              <c:pt idx="1437">
                <c:v>178.41651394300362</c:v>
              </c:pt>
              <c:pt idx="1438">
                <c:v>181.6755953482257</c:v>
              </c:pt>
              <c:pt idx="1439">
                <c:v>71.26354518879656</c:v>
              </c:pt>
              <c:pt idx="1440">
                <c:v>166.73117797628214</c:v>
              </c:pt>
              <c:pt idx="1441">
                <c:v>142.10255373068406</c:v>
              </c:pt>
              <c:pt idx="1442">
                <c:v>167.15796643394017</c:v>
              </c:pt>
              <c:pt idx="1443">
                <c:v>147.39936032755128</c:v>
              </c:pt>
              <c:pt idx="1444">
                <c:v>153.35673333556633</c:v>
              </c:pt>
              <c:pt idx="1445">
                <c:v>69.76948658742694</c:v>
              </c:pt>
              <c:pt idx="1446">
                <c:v>179.05257893738786</c:v>
              </c:pt>
              <c:pt idx="1447">
                <c:v>152.79147911712522</c:v>
              </c:pt>
              <c:pt idx="1448">
                <c:v>175.99707591198126</c:v>
              </c:pt>
              <c:pt idx="1449">
                <c:v>116.7160869503029</c:v>
              </c:pt>
              <c:pt idx="1450">
                <c:v>217.14780580307996</c:v>
              </c:pt>
              <c:pt idx="1451">
                <c:v>82.1935791858003</c:v>
              </c:pt>
              <c:pt idx="1452">
                <c:v>81.05813888388542</c:v>
              </c:pt>
              <c:pt idx="1453">
                <c:v>157.36096561560436</c:v>
              </c:pt>
              <c:pt idx="1454">
                <c:v>84.3809929144783</c:v>
              </c:pt>
              <c:pt idx="1455">
                <c:v>82.77999404121361</c:v>
              </c:pt>
              <c:pt idx="1456">
                <c:v>178.12967099409164</c:v>
              </c:pt>
              <c:pt idx="1457">
                <c:v>62.49487596985976</c:v>
              </c:pt>
              <c:pt idx="1458">
                <c:v>182.34965877775988</c:v>
              </c:pt>
              <c:pt idx="1459">
                <c:v>220.73057690172107</c:v>
              </c:pt>
              <c:pt idx="1460">
                <c:v>112.66038796132364</c:v>
              </c:pt>
              <c:pt idx="1461">
                <c:v>124.92482922909338</c:v>
              </c:pt>
              <c:pt idx="1462">
                <c:v>141.84082736985908</c:v>
              </c:pt>
              <c:pt idx="1463">
                <c:v>184.26917132889514</c:v>
              </c:pt>
              <c:pt idx="1464">
                <c:v>195.70406728440315</c:v>
              </c:pt>
              <c:pt idx="1465">
                <c:v>125.43712191348034</c:v>
              </c:pt>
              <c:pt idx="1466">
                <c:v>204.2666810570832</c:v>
              </c:pt>
              <c:pt idx="1467">
                <c:v>167.6054856986298</c:v>
              </c:pt>
              <c:pt idx="1468">
                <c:v>173.11220064590668</c:v>
              </c:pt>
              <c:pt idx="1469">
                <c:v>189.3276300628689</c:v>
              </c:pt>
              <c:pt idx="1470">
                <c:v>183.5488710526743</c:v>
              </c:pt>
              <c:pt idx="1471">
                <c:v>80.7221453241476</c:v>
              </c:pt>
              <c:pt idx="1472">
                <c:v>97.7007831158482</c:v>
              </c:pt>
              <c:pt idx="1473">
                <c:v>165.53783293239806</c:v>
              </c:pt>
              <c:pt idx="1474">
                <c:v>102.47781324572286</c:v>
              </c:pt>
              <c:pt idx="1475">
                <c:v>182.98469591260144</c:v>
              </c:pt>
              <c:pt idx="1476">
                <c:v>102.61201759522378</c:v>
              </c:pt>
              <c:pt idx="1477">
                <c:v>218.29742366881692</c:v>
              </c:pt>
              <c:pt idx="1478">
                <c:v>83.6491819955526</c:v>
              </c:pt>
              <c:pt idx="1479">
                <c:v>167.08830820624127</c:v>
              </c:pt>
              <c:pt idx="1480">
                <c:v>207.02184693699138</c:v>
              </c:pt>
              <c:pt idx="1481">
                <c:v>96.33874531925706</c:v>
              </c:pt>
              <c:pt idx="1482">
                <c:v>154.51039602272942</c:v>
              </c:pt>
              <c:pt idx="1483">
                <c:v>130.3356669481048</c:v>
              </c:pt>
              <c:pt idx="1484">
                <c:v>170.82341535805946</c:v>
              </c:pt>
              <c:pt idx="1485">
                <c:v>96.83039030681486</c:v>
              </c:pt>
              <c:pt idx="1486">
                <c:v>179.72538997710765</c:v>
              </c:pt>
              <c:pt idx="1487">
                <c:v>193.77214449294678</c:v>
              </c:pt>
              <c:pt idx="1488">
                <c:v>177.01183710871942</c:v>
              </c:pt>
              <c:pt idx="1489">
                <c:v>131.5712691089537</c:v>
              </c:pt>
              <c:pt idx="1490">
                <c:v>207.00461398335</c:v>
              </c:pt>
              <c:pt idx="1491">
                <c:v>214.1871650824167</c:v>
              </c:pt>
              <c:pt idx="1492">
                <c:v>164.964150860548</c:v>
              </c:pt>
              <c:pt idx="1493">
                <c:v>86.57671013592284</c:v>
              </c:pt>
              <c:pt idx="1494">
                <c:v>106.20410033367992</c:v>
              </c:pt>
              <c:pt idx="1495">
                <c:v>164.50701345476145</c:v>
              </c:pt>
              <c:pt idx="1496">
                <c:v>216.76234724782003</c:v>
              </c:pt>
              <c:pt idx="1497">
                <c:v>85.56815842749535</c:v>
              </c:pt>
              <c:pt idx="1498">
                <c:v>87.96617571250985</c:v>
              </c:pt>
              <c:pt idx="1499">
                <c:v>74.91137680582654</c:v>
              </c:pt>
              <c:pt idx="1500">
                <c:v>209.58901712169842</c:v>
              </c:pt>
              <c:pt idx="1501">
                <c:v>100.90363373963157</c:v>
              </c:pt>
              <c:pt idx="1502">
                <c:v>105.03293371742826</c:v>
              </c:pt>
              <c:pt idx="1503">
                <c:v>163.47913832861622</c:v>
              </c:pt>
              <c:pt idx="1504">
                <c:v>218.72023958225773</c:v>
              </c:pt>
              <c:pt idx="1505">
                <c:v>219.62941430236597</c:v>
              </c:pt>
              <c:pt idx="1506">
                <c:v>143.25754114171704</c:v>
              </c:pt>
              <c:pt idx="1507">
                <c:v>200.63047748512912</c:v>
              </c:pt>
              <c:pt idx="1508">
                <c:v>79.27260327536919</c:v>
              </c:pt>
              <c:pt idx="1509">
                <c:v>193.86102838250494</c:v>
              </c:pt>
              <c:pt idx="1510">
                <c:v>109.5774164379206</c:v>
              </c:pt>
              <c:pt idx="1511">
                <c:v>164.40804747174064</c:v>
              </c:pt>
              <c:pt idx="1512">
                <c:v>72.36485245070887</c:v>
              </c:pt>
              <c:pt idx="1513">
                <c:v>74.58455764848668</c:v>
              </c:pt>
              <c:pt idx="1514">
                <c:v>162.41107116250433</c:v>
              </c:pt>
              <c:pt idx="1515">
                <c:v>192.52939899509963</c:v>
              </c:pt>
              <c:pt idx="1516">
                <c:v>117.5076488674456</c:v>
              </c:pt>
              <c:pt idx="1517">
                <c:v>163.62471856753123</c:v>
              </c:pt>
              <c:pt idx="1518">
                <c:v>158.03899929365852</c:v>
              </c:pt>
              <c:pt idx="1519">
                <c:v>169.05636184718122</c:v>
              </c:pt>
              <c:pt idx="1520">
                <c:v>153.94541765416878</c:v>
              </c:pt>
              <c:pt idx="1521">
                <c:v>162.04086266323895</c:v>
              </c:pt>
              <c:pt idx="1522">
                <c:v>69.57511399375616</c:v>
              </c:pt>
              <c:pt idx="1523">
                <c:v>69.41135789216287</c:v>
              </c:pt>
              <c:pt idx="1524">
                <c:v>88.83241406138049</c:v>
              </c:pt>
              <c:pt idx="1525">
                <c:v>213.88398394610573</c:v>
              </c:pt>
              <c:pt idx="1526">
                <c:v>202.5572399831546</c:v>
              </c:pt>
              <c:pt idx="1527">
                <c:v>181.78485254782512</c:v>
              </c:pt>
              <c:pt idx="1528">
                <c:v>153.63325911966893</c:v>
              </c:pt>
              <c:pt idx="1529">
                <c:v>172.04197125506684</c:v>
              </c:pt>
              <c:pt idx="1530">
                <c:v>123.71332150489295</c:v>
              </c:pt>
              <c:pt idx="1531">
                <c:v>80.50615142881382</c:v>
              </c:pt>
              <c:pt idx="1532">
                <c:v>80.83069590069528</c:v>
              </c:pt>
              <c:pt idx="1533">
                <c:v>100.76649086740329</c:v>
              </c:pt>
              <c:pt idx="1534">
                <c:v>112.53869042280328</c:v>
              </c:pt>
              <c:pt idx="1535">
                <c:v>185.911724862408</c:v>
              </c:pt>
              <c:pt idx="1536">
                <c:v>177.46991994828025</c:v>
              </c:pt>
              <c:pt idx="1537">
                <c:v>147.11948192361504</c:v>
              </c:pt>
              <c:pt idx="1538">
                <c:v>75.83366000534637</c:v>
              </c:pt>
              <c:pt idx="1539">
                <c:v>184.1727443248888</c:v>
              </c:pt>
              <c:pt idx="1540">
                <c:v>182.44916875723044</c:v>
              </c:pt>
              <c:pt idx="1541">
                <c:v>170.17396983009243</c:v>
              </c:pt>
              <c:pt idx="1542">
                <c:v>211.1191683506996</c:v>
              </c:pt>
              <c:pt idx="1543">
                <c:v>193.97807275615352</c:v>
              </c:pt>
              <c:pt idx="1544">
                <c:v>161.53382586147643</c:v>
              </c:pt>
              <c:pt idx="1545">
                <c:v>96.71535433895374</c:v>
              </c:pt>
              <c:pt idx="1546">
                <c:v>147.51279343781687</c:v>
              </c:pt>
              <c:pt idx="1547">
                <c:v>184.03387914423482</c:v>
              </c:pt>
              <c:pt idx="1548">
                <c:v>149.1843718729208</c:v>
              </c:pt>
              <c:pt idx="1549">
                <c:v>193.13599846929574</c:v>
              </c:pt>
              <c:pt idx="1550">
                <c:v>130.9351208104874</c:v>
              </c:pt>
              <c:pt idx="1551">
                <c:v>150.6346218617253</c:v>
              </c:pt>
              <c:pt idx="1552">
                <c:v>167.4151339322674</c:v>
              </c:pt>
              <c:pt idx="1553">
                <c:v>103.5278822687729</c:v>
              </c:pt>
              <c:pt idx="1554">
                <c:v>126.79380371656626</c:v>
              </c:pt>
              <c:pt idx="1555">
                <c:v>94.21031738394066</c:v>
              </c:pt>
              <c:pt idx="1556">
                <c:v>85.96567849311678</c:v>
              </c:pt>
              <c:pt idx="1557">
                <c:v>61.82750583832005</c:v>
              </c:pt>
              <c:pt idx="1558">
                <c:v>95.0934845641769</c:v>
              </c:pt>
              <c:pt idx="1559">
                <c:v>94.66438889019912</c:v>
              </c:pt>
              <c:pt idx="1560">
                <c:v>215.26931305869354</c:v>
              </c:pt>
              <c:pt idx="1561">
                <c:v>153.43483170974872</c:v>
              </c:pt>
              <c:pt idx="1562">
                <c:v>119.62355839563</c:v>
              </c:pt>
              <c:pt idx="1563">
                <c:v>197.9753823723441</c:v>
              </c:pt>
              <c:pt idx="1564">
                <c:v>76.37000496035184</c:v>
              </c:pt>
              <c:pt idx="1565">
                <c:v>130.2660573701545</c:v>
              </c:pt>
              <c:pt idx="1566">
                <c:v>85.63111109392239</c:v>
              </c:pt>
              <c:pt idx="1567">
                <c:v>84.54462815363519</c:v>
              </c:pt>
              <c:pt idx="1568">
                <c:v>124.22304697922881</c:v>
              </c:pt>
              <c:pt idx="1569">
                <c:v>47.28474617464309</c:v>
              </c:pt>
              <c:pt idx="1570">
                <c:v>104.11631473248589</c:v>
              </c:pt>
              <c:pt idx="1571">
                <c:v>200.53361522331605</c:v>
              </c:pt>
              <c:pt idx="1572">
                <c:v>153.8819490313338</c:v>
              </c:pt>
              <c:pt idx="1573">
                <c:v>224.2033670956713</c:v>
              </c:pt>
              <c:pt idx="1574">
                <c:v>188.47598420402863</c:v>
              </c:pt>
              <c:pt idx="1575">
                <c:v>115.01600148886293</c:v>
              </c:pt>
              <c:pt idx="1576">
                <c:v>73.63162247817934</c:v>
              </c:pt>
              <c:pt idx="1577">
                <c:v>168.47737230426182</c:v>
              </c:pt>
              <c:pt idx="1578">
                <c:v>219.4399331902215</c:v>
              </c:pt>
              <c:pt idx="1579">
                <c:v>74.64739329723238</c:v>
              </c:pt>
              <c:pt idx="1580">
                <c:v>126.62078312786663</c:v>
              </c:pt>
              <c:pt idx="1581">
                <c:v>88.60562292979293</c:v>
              </c:pt>
              <c:pt idx="1582">
                <c:v>215.44957523678988</c:v>
              </c:pt>
              <c:pt idx="1583">
                <c:v>165.52200301180562</c:v>
              </c:pt>
              <c:pt idx="1584">
                <c:v>151.8899994808212</c:v>
              </c:pt>
              <c:pt idx="1585">
                <c:v>89.22060852252446</c:v>
              </c:pt>
              <c:pt idx="1586">
                <c:v>181.7330902565088</c:v>
              </c:pt>
              <c:pt idx="1587">
                <c:v>75.19004838864282</c:v>
              </c:pt>
              <c:pt idx="1588">
                <c:v>129.44256836303606</c:v>
              </c:pt>
              <c:pt idx="1589">
                <c:v>128.25932235637515</c:v>
              </c:pt>
              <c:pt idx="1590">
                <c:v>146.6500294484083</c:v>
              </c:pt>
              <c:pt idx="1591">
                <c:v>96.28752536658689</c:v>
              </c:pt>
              <c:pt idx="1592">
                <c:v>121.30085433383803</c:v>
              </c:pt>
              <c:pt idx="1593">
                <c:v>208.24390211180474</c:v>
              </c:pt>
              <c:pt idx="1594">
                <c:v>218.59785603155126</c:v>
              </c:pt>
              <c:pt idx="1595">
                <c:v>118.3503905785476</c:v>
              </c:pt>
              <c:pt idx="1596">
                <c:v>183.19536718663153</c:v>
              </c:pt>
              <c:pt idx="1597">
                <c:v>131.2581563164374</c:v>
              </c:pt>
              <c:pt idx="1598">
                <c:v>159.3038375889316</c:v>
              </c:pt>
              <c:pt idx="1599">
                <c:v>179.34925558228758</c:v>
              </c:pt>
              <c:pt idx="1600">
                <c:v>177.11488593806715</c:v>
              </c:pt>
              <c:pt idx="1601">
                <c:v>195.80974222370642</c:v>
              </c:pt>
              <c:pt idx="1602">
                <c:v>188.90402867447406</c:v>
              </c:pt>
              <c:pt idx="1603">
                <c:v>88.39443743002924</c:v>
              </c:pt>
              <c:pt idx="1604">
                <c:v>141.41176965212514</c:v>
              </c:pt>
              <c:pt idx="1605">
                <c:v>159.90733717550344</c:v>
              </c:pt>
              <c:pt idx="1606">
                <c:v>170.10100128131214</c:v>
              </c:pt>
              <c:pt idx="1607">
                <c:v>204.78988500348018</c:v>
              </c:pt>
              <c:pt idx="1608">
                <c:v>201.06499237106263</c:v>
              </c:pt>
              <c:pt idx="1609">
                <c:v>226.1976173355529</c:v>
              </c:pt>
              <c:pt idx="1610">
                <c:v>88.61461633933641</c:v>
              </c:pt>
              <c:pt idx="1611">
                <c:v>176.10991709596448</c:v>
              </c:pt>
              <c:pt idx="1612">
                <c:v>164.34963240118554</c:v>
              </c:pt>
              <c:pt idx="1613">
                <c:v>113.10639504403304</c:v>
              </c:pt>
              <c:pt idx="1614">
                <c:v>151.30952047434215</c:v>
              </c:pt>
              <c:pt idx="1615">
                <c:v>160.1739412955726</c:v>
              </c:pt>
              <c:pt idx="1616">
                <c:v>198.15657668789393</c:v>
              </c:pt>
              <c:pt idx="1617">
                <c:v>181.89004804341266</c:v>
              </c:pt>
              <c:pt idx="1618">
                <c:v>111.88287527079757</c:v>
              </c:pt>
              <c:pt idx="1619">
                <c:v>127.80899619209224</c:v>
              </c:pt>
              <c:pt idx="1620">
                <c:v>102.64637589911374</c:v>
              </c:pt>
              <c:pt idx="1621">
                <c:v>185.46350577484725</c:v>
              </c:pt>
              <c:pt idx="1622">
                <c:v>94.35095858516615</c:v>
              </c:pt>
              <c:pt idx="1623">
                <c:v>148.91251527893724</c:v>
              </c:pt>
              <c:pt idx="1624">
                <c:v>168.2832048866897</c:v>
              </c:pt>
              <c:pt idx="1625">
                <c:v>58.647508262878745</c:v>
              </c:pt>
              <c:pt idx="1626">
                <c:v>125.53276733351626</c:v>
              </c:pt>
              <c:pt idx="1627">
                <c:v>186.0982291923076</c:v>
              </c:pt>
              <c:pt idx="1628">
                <c:v>180.73599066092024</c:v>
              </c:pt>
              <c:pt idx="1629">
                <c:v>153.8796983288135</c:v>
              </c:pt>
              <c:pt idx="1630">
                <c:v>198.41756571714524</c:v>
              </c:pt>
              <c:pt idx="1631">
                <c:v>114.1044789286662</c:v>
              </c:pt>
              <c:pt idx="1632">
                <c:v>111.74865207283494</c:v>
              </c:pt>
              <c:pt idx="1633">
                <c:v>96.24150423393112</c:v>
              </c:pt>
              <c:pt idx="1634">
                <c:v>121.25940805504658</c:v>
              </c:pt>
              <c:pt idx="1635">
                <c:v>93.5830399619833</c:v>
              </c:pt>
              <c:pt idx="1636">
                <c:v>173.78366056665072</c:v>
              </c:pt>
              <c:pt idx="1637">
                <c:v>192.26911030021347</c:v>
              </c:pt>
              <c:pt idx="1638">
                <c:v>94.06058820549848</c:v>
              </c:pt>
              <c:pt idx="1639">
                <c:v>91.20324277107369</c:v>
              </c:pt>
              <c:pt idx="1640">
                <c:v>142.42853195405786</c:v>
              </c:pt>
              <c:pt idx="1641">
                <c:v>133.85264515723134</c:v>
              </c:pt>
              <c:pt idx="1642">
                <c:v>201.07944810834303</c:v>
              </c:pt>
              <c:pt idx="1643">
                <c:v>96.97327032528277</c:v>
              </c:pt>
              <c:pt idx="1644">
                <c:v>135.80455913464874</c:v>
              </c:pt>
              <c:pt idx="1645">
                <c:v>198.55528462186277</c:v>
              </c:pt>
              <c:pt idx="1646">
                <c:v>171.6412546642765</c:v>
              </c:pt>
              <c:pt idx="1647">
                <c:v>231.7439279931613</c:v>
              </c:pt>
              <c:pt idx="1648">
                <c:v>124.74135315316255</c:v>
              </c:pt>
              <c:pt idx="1649">
                <c:v>75.32345004119635</c:v>
              </c:pt>
              <c:pt idx="1650">
                <c:v>184.87325222324105</c:v>
              </c:pt>
              <c:pt idx="1651">
                <c:v>108.69892317839219</c:v>
              </c:pt>
              <c:pt idx="1652">
                <c:v>51.12926820559339</c:v>
              </c:pt>
              <c:pt idx="1653">
                <c:v>116.7444973077801</c:v>
              </c:pt>
              <c:pt idx="1654">
                <c:v>225.4943095984485</c:v>
              </c:pt>
              <c:pt idx="1655">
                <c:v>147.98491960152944</c:v>
              </c:pt>
              <c:pt idx="1656">
                <c:v>85.45646739578528</c:v>
              </c:pt>
              <c:pt idx="1657">
                <c:v>63.49774542365718</c:v>
              </c:pt>
              <c:pt idx="1658">
                <c:v>122.86931614253812</c:v>
              </c:pt>
              <c:pt idx="1659">
                <c:v>78.86738780282275</c:v>
              </c:pt>
              <c:pt idx="1660">
                <c:v>80.99722290942026</c:v>
              </c:pt>
              <c:pt idx="1661">
                <c:v>180.91560229387392</c:v>
              </c:pt>
              <c:pt idx="1662">
                <c:v>152.2510724930787</c:v>
              </c:pt>
              <c:pt idx="1663">
                <c:v>207.43117298938745</c:v>
              </c:pt>
              <c:pt idx="1664">
                <c:v>163.74329087281632</c:v>
              </c:pt>
              <c:pt idx="1665">
                <c:v>107.48902245703867</c:v>
              </c:pt>
              <c:pt idx="1666">
                <c:v>129.8310171371175</c:v>
              </c:pt>
              <c:pt idx="1667">
                <c:v>176.34528825565167</c:v>
              </c:pt>
              <c:pt idx="1668">
                <c:v>59.77504307483972</c:v>
              </c:pt>
              <c:pt idx="1669">
                <c:v>214.6490411114847</c:v>
              </c:pt>
              <c:pt idx="1670">
                <c:v>120.8154490534958</c:v>
              </c:pt>
              <c:pt idx="1671">
                <c:v>135.1012640957278</c:v>
              </c:pt>
              <c:pt idx="1672">
                <c:v>230.375417338043</c:v>
              </c:pt>
              <c:pt idx="1673">
                <c:v>80.99850822747756</c:v>
              </c:pt>
              <c:pt idx="1674">
                <c:v>122.68457291350391</c:v>
              </c:pt>
              <c:pt idx="1675">
                <c:v>137.1140577193683</c:v>
              </c:pt>
              <c:pt idx="1676">
                <c:v>175.38973616129977</c:v>
              </c:pt>
              <c:pt idx="1677">
                <c:v>106.72963696032699</c:v>
              </c:pt>
              <c:pt idx="1678">
                <c:v>120.46304505430138</c:v>
              </c:pt>
              <c:pt idx="1679">
                <c:v>165.64466116661225</c:v>
              </c:pt>
              <c:pt idx="1680">
                <c:v>134.8601555952044</c:v>
              </c:pt>
              <c:pt idx="1681">
                <c:v>173.10094979930676</c:v>
              </c:pt>
              <c:pt idx="1682">
                <c:v>86.71159458109703</c:v>
              </c:pt>
              <c:pt idx="1683">
                <c:v>223.87727756803312</c:v>
              </c:pt>
              <c:pt idx="1684">
                <c:v>167.35629221708007</c:v>
              </c:pt>
              <c:pt idx="1685">
                <c:v>227.4954594437596</c:v>
              </c:pt>
              <c:pt idx="1686">
                <c:v>84.75433835549833</c:v>
              </c:pt>
              <c:pt idx="1687">
                <c:v>104.19203248615145</c:v>
              </c:pt>
              <c:pt idx="1688">
                <c:v>46.74332620999857</c:v>
              </c:pt>
              <c:pt idx="1689">
                <c:v>210.39456587669125</c:v>
              </c:pt>
              <c:pt idx="1690">
                <c:v>66.47233456831242</c:v>
              </c:pt>
              <c:pt idx="1691">
                <c:v>209.024703685665</c:v>
              </c:pt>
              <c:pt idx="1692">
                <c:v>212.04288157141482</c:v>
              </c:pt>
              <c:pt idx="1693">
                <c:v>106.92972733640298</c:v>
              </c:pt>
              <c:pt idx="1694">
                <c:v>61.51082875315328</c:v>
              </c:pt>
              <c:pt idx="1695">
                <c:v>148.6202446074716</c:v>
              </c:pt>
              <c:pt idx="1696">
                <c:v>148.92861211206127</c:v>
              </c:pt>
              <c:pt idx="1697">
                <c:v>216.7239464381185</c:v>
              </c:pt>
              <c:pt idx="1698">
                <c:v>193.0797717579545</c:v>
              </c:pt>
              <c:pt idx="1699">
                <c:v>99.2773767545627</c:v>
              </c:pt>
              <c:pt idx="1700">
                <c:v>118.42397172247857</c:v>
              </c:pt>
              <c:pt idx="1701">
                <c:v>109.41777753873208</c:v>
              </c:pt>
              <c:pt idx="1702">
                <c:v>144.7808305492273</c:v>
              </c:pt>
              <c:pt idx="1703">
                <c:v>138.27403511606553</c:v>
              </c:pt>
              <c:pt idx="1704">
                <c:v>113.21816489423503</c:v>
              </c:pt>
              <c:pt idx="1705">
                <c:v>176.2307547677459</c:v>
              </c:pt>
              <c:pt idx="1706">
                <c:v>115.84636837400579</c:v>
              </c:pt>
              <c:pt idx="1707">
                <c:v>176.73152701107975</c:v>
              </c:pt>
              <c:pt idx="1708">
                <c:v>137.7807984709974</c:v>
              </c:pt>
              <c:pt idx="1709">
                <c:v>71.63888731065562</c:v>
              </c:pt>
              <c:pt idx="1710">
                <c:v>188.07414157761372</c:v>
              </c:pt>
              <c:pt idx="1711">
                <c:v>96.22114347739671</c:v>
              </c:pt>
              <c:pt idx="1712">
                <c:v>200.85771584470172</c:v>
              </c:pt>
              <c:pt idx="1713">
                <c:v>81.3219332681179</c:v>
              </c:pt>
              <c:pt idx="1714">
                <c:v>76.60529001765445</c:v>
              </c:pt>
              <c:pt idx="1715">
                <c:v>117.42894116320092</c:v>
              </c:pt>
              <c:pt idx="1716">
                <c:v>153.5101668947795</c:v>
              </c:pt>
              <c:pt idx="1717">
                <c:v>116.03174537001635</c:v>
              </c:pt>
              <c:pt idx="1718">
                <c:v>142.68500189463424</c:v>
              </c:pt>
              <c:pt idx="1719">
                <c:v>175.74133515543735</c:v>
              </c:pt>
              <c:pt idx="1720">
                <c:v>110.22832282277855</c:v>
              </c:pt>
              <c:pt idx="1721">
                <c:v>184.87260289260195</c:v>
              </c:pt>
              <c:pt idx="1722">
                <c:v>188.90687801710544</c:v>
              </c:pt>
              <c:pt idx="1723">
                <c:v>154.5676893379524</c:v>
              </c:pt>
              <c:pt idx="1724">
                <c:v>185.12619952648734</c:v>
              </c:pt>
              <c:pt idx="1725">
                <c:v>57.57600223235765</c:v>
              </c:pt>
              <c:pt idx="1726">
                <c:v>214.86474006959475</c:v>
              </c:pt>
              <c:pt idx="1727">
                <c:v>196.50656534320976</c:v>
              </c:pt>
              <c:pt idx="1728">
                <c:v>133.68727632157902</c:v>
              </c:pt>
              <c:pt idx="1729">
                <c:v>159.92227410988136</c:v>
              </c:pt>
              <c:pt idx="1730">
                <c:v>219.41298581727165</c:v>
              </c:pt>
              <c:pt idx="1731">
                <c:v>132.4979023716428</c:v>
              </c:pt>
              <c:pt idx="1732">
                <c:v>223.60710786259023</c:v>
              </c:pt>
              <c:pt idx="1733">
                <c:v>72.75784407104518</c:v>
              </c:pt>
              <c:pt idx="1734">
                <c:v>118.27799935148538</c:v>
              </c:pt>
              <c:pt idx="1735">
                <c:v>180.63024002129822</c:v>
              </c:pt>
              <c:pt idx="1736">
                <c:v>154.22309237260595</c:v>
              </c:pt>
              <c:pt idx="1737">
                <c:v>158.0834274500112</c:v>
              </c:pt>
              <c:pt idx="1738">
                <c:v>118.67690900923614</c:v>
              </c:pt>
              <c:pt idx="1739">
                <c:v>139.99427271819246</c:v>
              </c:pt>
            </c:numLit>
          </c:xVal>
          <c:yVal>
            <c:numLit>
              <c:formatCode>General</c:formatCode>
              <c:ptCount val="1740"/>
              <c:pt idx="0">
                <c:v>129.62320731639028</c:v>
              </c:pt>
              <c:pt idx="1">
                <c:v>82.17397142615798</c:v>
              </c:pt>
              <c:pt idx="2">
                <c:v>-29.780131450213375</c:v>
              </c:pt>
              <c:pt idx="3">
                <c:v>151.11690499182248</c:v>
              </c:pt>
              <c:pt idx="4">
                <c:v>180.3311884641802</c:v>
              </c:pt>
              <c:pt idx="5">
                <c:v>233.54063291662692</c:v>
              </c:pt>
              <c:pt idx="6">
                <c:v>156.89706161658324</c:v>
              </c:pt>
              <c:pt idx="7">
                <c:v>84.26166312182636</c:v>
              </c:pt>
              <c:pt idx="8">
                <c:v>14.103061003387737</c:v>
              </c:pt>
              <c:pt idx="9">
                <c:v>18.659613406091673</c:v>
              </c:pt>
              <c:pt idx="10">
                <c:v>-4.542402233316217</c:v>
              </c:pt>
              <c:pt idx="11">
                <c:v>58.942194826128734</c:v>
              </c:pt>
              <c:pt idx="12">
                <c:v>163.15055157897729</c:v>
              </c:pt>
              <c:pt idx="13">
                <c:v>44.705441211336705</c:v>
              </c:pt>
              <c:pt idx="14">
                <c:v>171.29283030928445</c:v>
              </c:pt>
              <c:pt idx="15">
                <c:v>79.01062158356717</c:v>
              </c:pt>
              <c:pt idx="16">
                <c:v>62.22593320253474</c:v>
              </c:pt>
              <c:pt idx="17">
                <c:v>-35.39738202702746</c:v>
              </c:pt>
              <c:pt idx="18">
                <c:v>-42.404888154618774</c:v>
              </c:pt>
              <c:pt idx="19">
                <c:v>110.1746635213166</c:v>
              </c:pt>
              <c:pt idx="20">
                <c:v>139.51746365028134</c:v>
              </c:pt>
              <c:pt idx="21">
                <c:v>38.11661313613325</c:v>
              </c:pt>
              <c:pt idx="22">
                <c:v>-22.726015265572727</c:v>
              </c:pt>
              <c:pt idx="23">
                <c:v>-16.778844375649427</c:v>
              </c:pt>
              <c:pt idx="24">
                <c:v>136.65462996610245</c:v>
              </c:pt>
              <c:pt idx="25">
                <c:v>43.71125141562443</c:v>
              </c:pt>
              <c:pt idx="26">
                <c:v>-74.87116563989652</c:v>
              </c:pt>
              <c:pt idx="27">
                <c:v>56.05632749926969</c:v>
              </c:pt>
              <c:pt idx="28">
                <c:v>184.3239897662759</c:v>
              </c:pt>
              <c:pt idx="29">
                <c:v>139.52239357155347</c:v>
              </c:pt>
              <c:pt idx="30">
                <c:v>56.76098700152535</c:v>
              </c:pt>
              <c:pt idx="31">
                <c:v>183.8391182798835</c:v>
              </c:pt>
              <c:pt idx="32">
                <c:v>-58.611396398835495</c:v>
              </c:pt>
              <c:pt idx="33">
                <c:v>-10.567145307149126</c:v>
              </c:pt>
              <c:pt idx="34">
                <c:v>181.84505884221318</c:v>
              </c:pt>
              <c:pt idx="35">
                <c:v>-16.368004032514847</c:v>
              </c:pt>
              <c:pt idx="36">
                <c:v>19.07345378030866</c:v>
              </c:pt>
              <c:pt idx="37">
                <c:v>-18.731184669754043</c:v>
              </c:pt>
              <c:pt idx="38">
                <c:v>-31.331508130801012</c:v>
              </c:pt>
              <c:pt idx="39">
                <c:v>207.16703100192797</c:v>
              </c:pt>
              <c:pt idx="40">
                <c:v>-59.67815592152667</c:v>
              </c:pt>
              <c:pt idx="41">
                <c:v>27.509782378851185</c:v>
              </c:pt>
              <c:pt idx="42">
                <c:v>18.20736511707979</c:v>
              </c:pt>
              <c:pt idx="43">
                <c:v>-2.1728637534855224</c:v>
              </c:pt>
              <c:pt idx="44">
                <c:v>240.25086489779164</c:v>
              </c:pt>
              <c:pt idx="45">
                <c:v>45.673233704677976</c:v>
              </c:pt>
              <c:pt idx="46">
                <c:v>206.81682740731074</c:v>
              </c:pt>
              <c:pt idx="47">
                <c:v>-39.75871844090838</c:v>
              </c:pt>
              <c:pt idx="48">
                <c:v>104.91278909210871</c:v>
              </c:pt>
              <c:pt idx="49">
                <c:v>75.88596434149187</c:v>
              </c:pt>
              <c:pt idx="50">
                <c:v>41.980606783633675</c:v>
              </c:pt>
              <c:pt idx="51">
                <c:v>120.60534218586645</c:v>
              </c:pt>
              <c:pt idx="52">
                <c:v>33.82802457018157</c:v>
              </c:pt>
              <c:pt idx="53">
                <c:v>10.012214770644988</c:v>
              </c:pt>
              <c:pt idx="54">
                <c:v>52.00372684772245</c:v>
              </c:pt>
              <c:pt idx="55">
                <c:v>239.311458419678</c:v>
              </c:pt>
              <c:pt idx="56">
                <c:v>70.30473703021867</c:v>
              </c:pt>
              <c:pt idx="57">
                <c:v>80.34378286752515</c:v>
              </c:pt>
              <c:pt idx="58">
                <c:v>-61.34163150081797</c:v>
              </c:pt>
              <c:pt idx="59">
                <c:v>78.73183754022773</c:v>
              </c:pt>
              <c:pt idx="60">
                <c:v>86.19977561317674</c:v>
              </c:pt>
              <c:pt idx="61">
                <c:v>-8.518870292476791</c:v>
              </c:pt>
              <c:pt idx="62">
                <c:v>211.58007596704167</c:v>
              </c:pt>
              <c:pt idx="63">
                <c:v>-50.256997033492084</c:v>
              </c:pt>
              <c:pt idx="64">
                <c:v>7.980525073418875</c:v>
              </c:pt>
              <c:pt idx="65">
                <c:v>38.68722897239978</c:v>
              </c:pt>
              <c:pt idx="66">
                <c:v>73.08285084812437</c:v>
              </c:pt>
              <c:pt idx="67">
                <c:v>148.4427110027646</c:v>
              </c:pt>
              <c:pt idx="68">
                <c:v>200.31474189682712</c:v>
              </c:pt>
              <c:pt idx="69">
                <c:v>82.11852822794421</c:v>
              </c:pt>
              <c:pt idx="70">
                <c:v>206.38490997716215</c:v>
              </c:pt>
              <c:pt idx="71">
                <c:v>66.16118501476402</c:v>
              </c:pt>
              <c:pt idx="72">
                <c:v>44.91503022185789</c:v>
              </c:pt>
              <c:pt idx="73">
                <c:v>-33.427558012904015</c:v>
              </c:pt>
              <c:pt idx="74">
                <c:v>-12.293659068708351</c:v>
              </c:pt>
              <c:pt idx="75">
                <c:v>-8.166813075563404</c:v>
              </c:pt>
              <c:pt idx="76">
                <c:v>48.78295745378979</c:v>
              </c:pt>
              <c:pt idx="77">
                <c:v>129.36512528669036</c:v>
              </c:pt>
              <c:pt idx="78">
                <c:v>89.9469058282649</c:v>
              </c:pt>
              <c:pt idx="79">
                <c:v>-5.476323715295202</c:v>
              </c:pt>
              <c:pt idx="80">
                <c:v>-50.23974249245592</c:v>
              </c:pt>
              <c:pt idx="81">
                <c:v>22.761721394061286</c:v>
              </c:pt>
              <c:pt idx="82">
                <c:v>67.11147818477897</c:v>
              </c:pt>
              <c:pt idx="83">
                <c:v>-43.64317642477677</c:v>
              </c:pt>
              <c:pt idx="84">
                <c:v>-50.579433062906986</c:v>
              </c:pt>
              <c:pt idx="85">
                <c:v>6.88040182235342</c:v>
              </c:pt>
              <c:pt idx="86">
                <c:v>139.39469118329436</c:v>
              </c:pt>
              <c:pt idx="87">
                <c:v>72.88550051361429</c:v>
              </c:pt>
              <c:pt idx="88">
                <c:v>39.82599926751948</c:v>
              </c:pt>
              <c:pt idx="89">
                <c:v>45.173599153388764</c:v>
              </c:pt>
              <c:pt idx="90">
                <c:v>192.55857503688298</c:v>
              </c:pt>
              <c:pt idx="91">
                <c:v>71.88559929034261</c:v>
              </c:pt>
              <c:pt idx="92">
                <c:v>6.440019769181397</c:v>
              </c:pt>
              <c:pt idx="93">
                <c:v>7.427529204164152</c:v>
              </c:pt>
              <c:pt idx="94">
                <c:v>136.25740775860086</c:v>
              </c:pt>
              <c:pt idx="95">
                <c:v>50.25838571153846</c:v>
              </c:pt>
              <c:pt idx="96">
                <c:v>175.2057529265268</c:v>
              </c:pt>
              <c:pt idx="97">
                <c:v>180.3753137570042</c:v>
              </c:pt>
              <c:pt idx="98">
                <c:v>74.80477818973851</c:v>
              </c:pt>
              <c:pt idx="99">
                <c:v>157.87480141372873</c:v>
              </c:pt>
              <c:pt idx="100">
                <c:v>-44.60805104507354</c:v>
              </c:pt>
              <c:pt idx="101">
                <c:v>-11.889113188256204</c:v>
              </c:pt>
              <c:pt idx="102">
                <c:v>160.15091126734205</c:v>
              </c:pt>
              <c:pt idx="103">
                <c:v>-40.070450406635345</c:v>
              </c:pt>
              <c:pt idx="104">
                <c:v>143.4101548560269</c:v>
              </c:pt>
              <c:pt idx="105">
                <c:v>30.48751940182497</c:v>
              </c:pt>
              <c:pt idx="106">
                <c:v>54.3884167848451</c:v>
              </c:pt>
              <c:pt idx="107">
                <c:v>52.614880173103025</c:v>
              </c:pt>
              <c:pt idx="108">
                <c:v>127.08530111137853</c:v>
              </c:pt>
              <c:pt idx="109">
                <c:v>27.436291669278344</c:v>
              </c:pt>
              <c:pt idx="110">
                <c:v>18.72495312095205</c:v>
              </c:pt>
              <c:pt idx="111">
                <c:v>49.12655704128134</c:v>
              </c:pt>
              <c:pt idx="112">
                <c:v>43.946485234268295</c:v>
              </c:pt>
              <c:pt idx="113">
                <c:v>91.5866419045168</c:v>
              </c:pt>
              <c:pt idx="114">
                <c:v>41.6024520805869</c:v>
              </c:pt>
              <c:pt idx="115">
                <c:v>9.232091088041145</c:v>
              </c:pt>
              <c:pt idx="116">
                <c:v>81.8852234892452</c:v>
              </c:pt>
              <c:pt idx="117">
                <c:v>36.722948381175705</c:v>
              </c:pt>
              <c:pt idx="118">
                <c:v>100.23270563985466</c:v>
              </c:pt>
              <c:pt idx="119">
                <c:v>74.50573093093092</c:v>
              </c:pt>
              <c:pt idx="120">
                <c:v>-43.35375993866958</c:v>
              </c:pt>
              <c:pt idx="121">
                <c:v>14.471516996029806</c:v>
              </c:pt>
              <c:pt idx="122">
                <c:v>-57.358388969995275</c:v>
              </c:pt>
              <c:pt idx="123">
                <c:v>-8.698024565174123</c:v>
              </c:pt>
              <c:pt idx="124">
                <c:v>190.54317468435644</c:v>
              </c:pt>
              <c:pt idx="125">
                <c:v>-20.173570213477248</c:v>
              </c:pt>
              <c:pt idx="126">
                <c:v>-75.68480987071187</c:v>
              </c:pt>
              <c:pt idx="127">
                <c:v>205.22294457032237</c:v>
              </c:pt>
              <c:pt idx="128">
                <c:v>-18.38866208039815</c:v>
              </c:pt>
              <c:pt idx="129">
                <c:v>-6.9170210803960614</c:v>
              </c:pt>
              <c:pt idx="130">
                <c:v>63.159160883513564</c:v>
              </c:pt>
              <c:pt idx="131">
                <c:v>35.31978455664523</c:v>
              </c:pt>
              <c:pt idx="132">
                <c:v>176.7207405410266</c:v>
              </c:pt>
              <c:pt idx="133">
                <c:v>-17.971997980797823</c:v>
              </c:pt>
              <c:pt idx="134">
                <c:v>155.64729039289762</c:v>
              </c:pt>
              <c:pt idx="135">
                <c:v>55.232388432710096</c:v>
              </c:pt>
              <c:pt idx="136">
                <c:v>61.47251802120719</c:v>
              </c:pt>
              <c:pt idx="137">
                <c:v>-54.94037533233359</c:v>
              </c:pt>
              <c:pt idx="138">
                <c:v>185.91694178240598</c:v>
              </c:pt>
              <c:pt idx="139">
                <c:v>188.02259578359934</c:v>
              </c:pt>
              <c:pt idx="140">
                <c:v>146.5868995699808</c:v>
              </c:pt>
              <c:pt idx="141">
                <c:v>-19.457558398036156</c:v>
              </c:pt>
              <c:pt idx="142">
                <c:v>30.631406325409053</c:v>
              </c:pt>
              <c:pt idx="143">
                <c:v>185.47330923270306</c:v>
              </c:pt>
              <c:pt idx="144">
                <c:v>63.85590138537085</c:v>
              </c:pt>
              <c:pt idx="145">
                <c:v>85.7333040115823</c:v>
              </c:pt>
              <c:pt idx="146">
                <c:v>154.68126288037575</c:v>
              </c:pt>
              <c:pt idx="147">
                <c:v>127.20077702764915</c:v>
              </c:pt>
              <c:pt idx="148">
                <c:v>145.02303311607565</c:v>
              </c:pt>
              <c:pt idx="149">
                <c:v>200.96367669270288</c:v>
              </c:pt>
              <c:pt idx="150">
                <c:v>32.483076629634766</c:v>
              </c:pt>
              <c:pt idx="151">
                <c:v>4.367400481415018</c:v>
              </c:pt>
              <c:pt idx="152">
                <c:v>177.16909957950074</c:v>
              </c:pt>
              <c:pt idx="153">
                <c:v>110.23041277628207</c:v>
              </c:pt>
              <c:pt idx="154">
                <c:v>59.73853704719638</c:v>
              </c:pt>
              <c:pt idx="155">
                <c:v>121.64179999976045</c:v>
              </c:pt>
              <c:pt idx="156">
                <c:v>32.85409897506261</c:v>
              </c:pt>
              <c:pt idx="157">
                <c:v>189.34975471580066</c:v>
              </c:pt>
              <c:pt idx="158">
                <c:v>175.0219226853116</c:v>
              </c:pt>
              <c:pt idx="159">
                <c:v>-4.20983546843204</c:v>
              </c:pt>
              <c:pt idx="160">
                <c:v>58.49053466995392</c:v>
              </c:pt>
              <c:pt idx="161">
                <c:v>28.87187875346597</c:v>
              </c:pt>
              <c:pt idx="162">
                <c:v>68.99550330129804</c:v>
              </c:pt>
              <c:pt idx="163">
                <c:v>51.745437441220815</c:v>
              </c:pt>
              <c:pt idx="164">
                <c:v>45.24421133188763</c:v>
              </c:pt>
              <c:pt idx="165">
                <c:v>175.44644639362096</c:v>
              </c:pt>
              <c:pt idx="166">
                <c:v>-22.47483323806165</c:v>
              </c:pt>
              <c:pt idx="167">
                <c:v>13.780930147695052</c:v>
              </c:pt>
              <c:pt idx="168">
                <c:v>127.52775899016424</c:v>
              </c:pt>
              <c:pt idx="169">
                <c:v>24.106333872415778</c:v>
              </c:pt>
              <c:pt idx="170">
                <c:v>18.884313959055227</c:v>
              </c:pt>
              <c:pt idx="171">
                <c:v>121.07037138493035</c:v>
              </c:pt>
              <c:pt idx="172">
                <c:v>22.646446679009482</c:v>
              </c:pt>
              <c:pt idx="173">
                <c:v>178.59404893467038</c:v>
              </c:pt>
              <c:pt idx="174">
                <c:v>57.145397953489415</c:v>
              </c:pt>
              <c:pt idx="175">
                <c:v>227.79986641900342</c:v>
              </c:pt>
              <c:pt idx="176">
                <c:v>-12.88293795664697</c:v>
              </c:pt>
              <c:pt idx="177">
                <c:v>76.57849893242108</c:v>
              </c:pt>
              <c:pt idx="178">
                <c:v>-9.647013310155238</c:v>
              </c:pt>
              <c:pt idx="179">
                <c:v>78.54726652154201</c:v>
              </c:pt>
              <c:pt idx="180">
                <c:v>80.82557630725748</c:v>
              </c:pt>
              <c:pt idx="181">
                <c:v>10.384040446648335</c:v>
              </c:pt>
              <c:pt idx="182">
                <c:v>179.4311233769164</c:v>
              </c:pt>
              <c:pt idx="183">
                <c:v>17.63175703499971</c:v>
              </c:pt>
              <c:pt idx="184">
                <c:v>-14.708262638983996</c:v>
              </c:pt>
              <c:pt idx="185">
                <c:v>89.78462370195398</c:v>
              </c:pt>
              <c:pt idx="186">
                <c:v>127.84086479843619</c:v>
              </c:pt>
              <c:pt idx="187">
                <c:v>69.79975254981245</c:v>
              </c:pt>
              <c:pt idx="188">
                <c:v>-40.6071503419153</c:v>
              </c:pt>
              <c:pt idx="189">
                <c:v>-14.170528594347672</c:v>
              </c:pt>
              <c:pt idx="190">
                <c:v>-3.569925638589204</c:v>
              </c:pt>
              <c:pt idx="191">
                <c:v>79.32666813262537</c:v>
              </c:pt>
              <c:pt idx="192">
                <c:v>160.15910572674593</c:v>
              </c:pt>
              <c:pt idx="193">
                <c:v>93.38611834647406</c:v>
              </c:pt>
              <c:pt idx="194">
                <c:v>134.0503275801876</c:v>
              </c:pt>
              <c:pt idx="195">
                <c:v>10.863519438762943</c:v>
              </c:pt>
              <c:pt idx="196">
                <c:v>70.52885735601558</c:v>
              </c:pt>
              <c:pt idx="197">
                <c:v>212.4053365279933</c:v>
              </c:pt>
              <c:pt idx="198">
                <c:v>201.77547974184014</c:v>
              </c:pt>
              <c:pt idx="199">
                <c:v>200.7724313407164</c:v>
              </c:pt>
              <c:pt idx="200">
                <c:v>209.379109627367</c:v>
              </c:pt>
              <c:pt idx="201">
                <c:v>181.70253382765165</c:v>
              </c:pt>
              <c:pt idx="202">
                <c:v>0.11647219532837028</c:v>
              </c:pt>
              <c:pt idx="203">
                <c:v>107.10593314083596</c:v>
              </c:pt>
              <c:pt idx="204">
                <c:v>111.40432820903698</c:v>
              </c:pt>
              <c:pt idx="205">
                <c:v>97.5069150757873</c:v>
              </c:pt>
              <c:pt idx="206">
                <c:v>-72.52760876233658</c:v>
              </c:pt>
              <c:pt idx="207">
                <c:v>165.37492803648286</c:v>
              </c:pt>
              <c:pt idx="208">
                <c:v>13.962142136509378</c:v>
              </c:pt>
              <c:pt idx="209">
                <c:v>174.58588484541662</c:v>
              </c:pt>
              <c:pt idx="210">
                <c:v>169.04456540126358</c:v>
              </c:pt>
              <c:pt idx="211">
                <c:v>-37.587718645394546</c:v>
              </c:pt>
              <c:pt idx="212">
                <c:v>44.57568431981326</c:v>
              </c:pt>
              <c:pt idx="213">
                <c:v>-64.84698101175924</c:v>
              </c:pt>
              <c:pt idx="214">
                <c:v>45.14932892410522</c:v>
              </c:pt>
              <c:pt idx="215">
                <c:v>58.83336698729242</c:v>
              </c:pt>
              <c:pt idx="216">
                <c:v>100.04481500622586</c:v>
              </c:pt>
              <c:pt idx="217">
                <c:v>-14.158678056223394</c:v>
              </c:pt>
              <c:pt idx="218">
                <c:v>117.65071794775072</c:v>
              </c:pt>
              <c:pt idx="219">
                <c:v>115.56006052644202</c:v>
              </c:pt>
              <c:pt idx="220">
                <c:v>-37.90877037542393</c:v>
              </c:pt>
              <c:pt idx="221">
                <c:v>159.8338030960997</c:v>
              </c:pt>
              <c:pt idx="222">
                <c:v>-84.8110404346748</c:v>
              </c:pt>
              <c:pt idx="223">
                <c:v>37.58323918974021</c:v>
              </c:pt>
              <c:pt idx="224">
                <c:v>104.57849828702163</c:v>
              </c:pt>
              <c:pt idx="225">
                <c:v>51.30010453928611</c:v>
              </c:pt>
              <c:pt idx="226">
                <c:v>-78.67331929436463</c:v>
              </c:pt>
              <c:pt idx="227">
                <c:v>77.85899921386405</c:v>
              </c:pt>
              <c:pt idx="228">
                <c:v>182.88693579601093</c:v>
              </c:pt>
              <c:pt idx="229">
                <c:v>77.54472732324724</c:v>
              </c:pt>
              <c:pt idx="230">
                <c:v>3.4344750172321667</c:v>
              </c:pt>
              <c:pt idx="231">
                <c:v>98.00497653674476</c:v>
              </c:pt>
              <c:pt idx="232">
                <c:v>127.03099498818267</c:v>
              </c:pt>
              <c:pt idx="233">
                <c:v>148.22139681620558</c:v>
              </c:pt>
              <c:pt idx="234">
                <c:v>116.2743247694628</c:v>
              </c:pt>
              <c:pt idx="235">
                <c:v>142.02198531500505</c:v>
              </c:pt>
              <c:pt idx="236">
                <c:v>85.53400484287725</c:v>
              </c:pt>
              <c:pt idx="237">
                <c:v>-24.533078758849584</c:v>
              </c:pt>
              <c:pt idx="238">
                <c:v>97.12017250555078</c:v>
              </c:pt>
              <c:pt idx="239">
                <c:v>113.27783821963442</c:v>
              </c:pt>
              <c:pt idx="240">
                <c:v>121.58749735585097</c:v>
              </c:pt>
              <c:pt idx="241">
                <c:v>-46.75611135154388</c:v>
              </c:pt>
              <c:pt idx="242">
                <c:v>57.26784925572206</c:v>
              </c:pt>
              <c:pt idx="243">
                <c:v>190.09404516602982</c:v>
              </c:pt>
              <c:pt idx="244">
                <c:v>-35.5572152135864</c:v>
              </c:pt>
              <c:pt idx="245">
                <c:v>157.5979280208578</c:v>
              </c:pt>
              <c:pt idx="246">
                <c:v>71.90774294771916</c:v>
              </c:pt>
              <c:pt idx="247">
                <c:v>77.4049156376609</c:v>
              </c:pt>
              <c:pt idx="248">
                <c:v>48.66024559190107</c:v>
              </c:pt>
              <c:pt idx="249">
                <c:v>46.655934497171536</c:v>
              </c:pt>
              <c:pt idx="250">
                <c:v>173.7616227017349</c:v>
              </c:pt>
              <c:pt idx="251">
                <c:v>206.72678228162616</c:v>
              </c:pt>
              <c:pt idx="252">
                <c:v>87.30456600817587</c:v>
              </c:pt>
              <c:pt idx="253">
                <c:v>136.7792403012797</c:v>
              </c:pt>
              <c:pt idx="254">
                <c:v>114.14185550306908</c:v>
              </c:pt>
              <c:pt idx="255">
                <c:v>10.152159445325054</c:v>
              </c:pt>
              <c:pt idx="256">
                <c:v>12.727284315855655</c:v>
              </c:pt>
              <c:pt idx="257">
                <c:v>156.12749325473374</c:v>
              </c:pt>
              <c:pt idx="258">
                <c:v>61.22674644833573</c:v>
              </c:pt>
              <c:pt idx="259">
                <c:v>151.03042125589465</c:v>
              </c:pt>
              <c:pt idx="260">
                <c:v>125.35948384960292</c:v>
              </c:pt>
              <c:pt idx="261">
                <c:v>57.04686120904435</c:v>
              </c:pt>
              <c:pt idx="262">
                <c:v>93.13608528421227</c:v>
              </c:pt>
              <c:pt idx="263">
                <c:v>188.35249043388174</c:v>
              </c:pt>
              <c:pt idx="264">
                <c:v>-63.66538056712048</c:v>
              </c:pt>
              <c:pt idx="265">
                <c:v>129.1317457941592</c:v>
              </c:pt>
              <c:pt idx="266">
                <c:v>86.84977248650165</c:v>
              </c:pt>
              <c:pt idx="267">
                <c:v>69.99460125154654</c:v>
              </c:pt>
              <c:pt idx="268">
                <c:v>132.77483244653783</c:v>
              </c:pt>
              <c:pt idx="269">
                <c:v>147.22877135253358</c:v>
              </c:pt>
              <c:pt idx="270">
                <c:v>179.4043181523677</c:v>
              </c:pt>
              <c:pt idx="271">
                <c:v>126.73849070101494</c:v>
              </c:pt>
              <c:pt idx="272">
                <c:v>102.0005895646022</c:v>
              </c:pt>
              <c:pt idx="273">
                <c:v>63.24780038303309</c:v>
              </c:pt>
              <c:pt idx="274">
                <c:v>-27.250167896786493</c:v>
              </c:pt>
              <c:pt idx="275">
                <c:v>0.26310726199596957</c:v>
              </c:pt>
              <c:pt idx="276">
                <c:v>104.54888977671287</c:v>
              </c:pt>
              <c:pt idx="277">
                <c:v>116.8898990635613</c:v>
              </c:pt>
              <c:pt idx="278">
                <c:v>135.03374822865652</c:v>
              </c:pt>
              <c:pt idx="279">
                <c:v>-52.09208074409824</c:v>
              </c:pt>
              <c:pt idx="280">
                <c:v>175.39359226256045</c:v>
              </c:pt>
              <c:pt idx="281">
                <c:v>42.128166010410844</c:v>
              </c:pt>
              <c:pt idx="282">
                <c:v>44.95307721530958</c:v>
              </c:pt>
              <c:pt idx="283">
                <c:v>171.56181281571128</c:v>
              </c:pt>
              <c:pt idx="284">
                <c:v>84.39907343701432</c:v>
              </c:pt>
              <c:pt idx="285">
                <c:v>86.19568884559712</c:v>
              </c:pt>
              <c:pt idx="286">
                <c:v>-37.106212557218086</c:v>
              </c:pt>
              <c:pt idx="287">
                <c:v>4.2195766519679125</c:v>
              </c:pt>
              <c:pt idx="288">
                <c:v>42.86706665334156</c:v>
              </c:pt>
              <c:pt idx="289">
                <c:v>128.4272509420863</c:v>
              </c:pt>
              <c:pt idx="290">
                <c:v>-16.252952590166117</c:v>
              </c:pt>
              <c:pt idx="291">
                <c:v>-27.560957316812747</c:v>
              </c:pt>
              <c:pt idx="292">
                <c:v>152.35924745381416</c:v>
              </c:pt>
              <c:pt idx="293">
                <c:v>-64.30988813549288</c:v>
              </c:pt>
              <c:pt idx="294">
                <c:v>176.25933577606514</c:v>
              </c:pt>
              <c:pt idx="295">
                <c:v>-47.26885015237018</c:v>
              </c:pt>
              <c:pt idx="296">
                <c:v>-47.736048023546374</c:v>
              </c:pt>
              <c:pt idx="297">
                <c:v>194.18230798054438</c:v>
              </c:pt>
              <c:pt idx="298">
                <c:v>193.61725129811597</c:v>
              </c:pt>
              <c:pt idx="299">
                <c:v>76.79333120509905</c:v>
              </c:pt>
              <c:pt idx="300">
                <c:v>136.2058926466158</c:v>
              </c:pt>
              <c:pt idx="301">
                <c:v>141.43314664158433</c:v>
              </c:pt>
              <c:pt idx="302">
                <c:v>7.57222970598167</c:v>
              </c:pt>
              <c:pt idx="303">
                <c:v>194.1397900451063</c:v>
              </c:pt>
              <c:pt idx="304">
                <c:v>62.807873516626174</c:v>
              </c:pt>
              <c:pt idx="305">
                <c:v>126.43681263124856</c:v>
              </c:pt>
              <c:pt idx="306">
                <c:v>149.96981356377228</c:v>
              </c:pt>
              <c:pt idx="307">
                <c:v>73.7822690394114</c:v>
              </c:pt>
              <c:pt idx="308">
                <c:v>-37.036587084238505</c:v>
              </c:pt>
              <c:pt idx="309">
                <c:v>-18.146719694596058</c:v>
              </c:pt>
              <c:pt idx="310">
                <c:v>84.81553291031307</c:v>
              </c:pt>
              <c:pt idx="311">
                <c:v>66.169755389104</c:v>
              </c:pt>
              <c:pt idx="312">
                <c:v>70.07773372237855</c:v>
              </c:pt>
              <c:pt idx="313">
                <c:v>29.837504448397564</c:v>
              </c:pt>
              <c:pt idx="314">
                <c:v>131.41239600852788</c:v>
              </c:pt>
              <c:pt idx="315">
                <c:v>-4.910253087248066</c:v>
              </c:pt>
              <c:pt idx="316">
                <c:v>84.59766742224481</c:v>
              </c:pt>
              <c:pt idx="317">
                <c:v>134.49930449137304</c:v>
              </c:pt>
              <c:pt idx="318">
                <c:v>136.81511442081398</c:v>
              </c:pt>
              <c:pt idx="319">
                <c:v>91.64536107475719</c:v>
              </c:pt>
              <c:pt idx="320">
                <c:v>19.09111450361391</c:v>
              </c:pt>
              <c:pt idx="321">
                <c:v>139.39152804141094</c:v>
              </c:pt>
              <c:pt idx="322">
                <c:v>186.62537401933307</c:v>
              </c:pt>
              <c:pt idx="323">
                <c:v>29.192268509625546</c:v>
              </c:pt>
              <c:pt idx="324">
                <c:v>87.35042122497522</c:v>
              </c:pt>
              <c:pt idx="325">
                <c:v>-1.142213221513721</c:v>
              </c:pt>
              <c:pt idx="326">
                <c:v>73.806469044178</c:v>
              </c:pt>
              <c:pt idx="327">
                <c:v>50.19973935545805</c:v>
              </c:pt>
              <c:pt idx="328">
                <c:v>-17.506597303925304</c:v>
              </c:pt>
              <c:pt idx="329">
                <c:v>105.65756123624399</c:v>
              </c:pt>
              <c:pt idx="330">
                <c:v>-41.15989813154104</c:v>
              </c:pt>
              <c:pt idx="331">
                <c:v>-28.738183122748993</c:v>
              </c:pt>
              <c:pt idx="332">
                <c:v>23.198700512904434</c:v>
              </c:pt>
              <c:pt idx="333">
                <c:v>126.9973857097716</c:v>
              </c:pt>
              <c:pt idx="334">
                <c:v>115.1444439742055</c:v>
              </c:pt>
              <c:pt idx="335">
                <c:v>31.229389175500348</c:v>
              </c:pt>
              <c:pt idx="336">
                <c:v>66.50553928715719</c:v>
              </c:pt>
              <c:pt idx="337">
                <c:v>139.6790289088868</c:v>
              </c:pt>
              <c:pt idx="338">
                <c:v>51.857422237325046</c:v>
              </c:pt>
              <c:pt idx="339">
                <c:v>92.7722788402929</c:v>
              </c:pt>
              <c:pt idx="340">
                <c:v>73.55817141102646</c:v>
              </c:pt>
              <c:pt idx="341">
                <c:v>138.92579026658177</c:v>
              </c:pt>
              <c:pt idx="342">
                <c:v>204.69944455889112</c:v>
              </c:pt>
              <c:pt idx="343">
                <c:v>-4.579584863772524</c:v>
              </c:pt>
              <c:pt idx="344">
                <c:v>1.3929562264505648</c:v>
              </c:pt>
              <c:pt idx="345">
                <c:v>101.82111690369389</c:v>
              </c:pt>
              <c:pt idx="346">
                <c:v>203.15368506174693</c:v>
              </c:pt>
              <c:pt idx="347">
                <c:v>158.14618959759798</c:v>
              </c:pt>
              <c:pt idx="348">
                <c:v>14.689624501996143</c:v>
              </c:pt>
              <c:pt idx="349">
                <c:v>75.84779124876451</c:v>
              </c:pt>
              <c:pt idx="350">
                <c:v>168.57723235143737</c:v>
              </c:pt>
              <c:pt idx="351">
                <c:v>-15.170556372244448</c:v>
              </c:pt>
              <c:pt idx="352">
                <c:v>174.02461136257227</c:v>
              </c:pt>
              <c:pt idx="353">
                <c:v>87.73982223676538</c:v>
              </c:pt>
              <c:pt idx="354">
                <c:v>-18.230827649323103</c:v>
              </c:pt>
              <c:pt idx="355">
                <c:v>114.84719147983189</c:v>
              </c:pt>
              <c:pt idx="356">
                <c:v>164.92891651821458</c:v>
              </c:pt>
              <c:pt idx="357">
                <c:v>-18.752848561909033</c:v>
              </c:pt>
              <c:pt idx="358">
                <c:v>166.51856012249698</c:v>
              </c:pt>
              <c:pt idx="359">
                <c:v>158.669773088098</c:v>
              </c:pt>
              <c:pt idx="360">
                <c:v>17.348648353157223</c:v>
              </c:pt>
              <c:pt idx="361">
                <c:v>104.2792675837733</c:v>
              </c:pt>
              <c:pt idx="362">
                <c:v>136.2262332898531</c:v>
              </c:pt>
              <c:pt idx="363">
                <c:v>182.62829566699818</c:v>
              </c:pt>
              <c:pt idx="364">
                <c:v>54.019928192416934</c:v>
              </c:pt>
              <c:pt idx="365">
                <c:v>98.2759826468089</c:v>
              </c:pt>
              <c:pt idx="366">
                <c:v>105.63469810246326</c:v>
              </c:pt>
              <c:pt idx="367">
                <c:v>131.8436535350982</c:v>
              </c:pt>
              <c:pt idx="368">
                <c:v>69.2897503204976</c:v>
              </c:pt>
              <c:pt idx="369">
                <c:v>127.41395373587372</c:v>
              </c:pt>
              <c:pt idx="370">
                <c:v>150.21074632971101</c:v>
              </c:pt>
              <c:pt idx="371">
                <c:v>-0.8514308991419952</c:v>
              </c:pt>
              <c:pt idx="372">
                <c:v>-48.182156111204094</c:v>
              </c:pt>
              <c:pt idx="373">
                <c:v>2.0763894888332786</c:v>
              </c:pt>
              <c:pt idx="374">
                <c:v>42.03306754092402</c:v>
              </c:pt>
              <c:pt idx="375">
                <c:v>33.92000484383304</c:v>
              </c:pt>
              <c:pt idx="376">
                <c:v>75.39161973096346</c:v>
              </c:pt>
              <c:pt idx="377">
                <c:v>51.51788719203182</c:v>
              </c:pt>
              <c:pt idx="378">
                <c:v>171.60713103858347</c:v>
              </c:pt>
              <c:pt idx="379">
                <c:v>133.0438637392324</c:v>
              </c:pt>
              <c:pt idx="380">
                <c:v>101.29267197521527</c:v>
              </c:pt>
              <c:pt idx="381">
                <c:v>175.92201166825066</c:v>
              </c:pt>
              <c:pt idx="382">
                <c:v>51.41808102554723</c:v>
              </c:pt>
              <c:pt idx="383">
                <c:v>157.14818334537068</c:v>
              </c:pt>
              <c:pt idx="384">
                <c:v>36.95733034756928</c:v>
              </c:pt>
              <c:pt idx="385">
                <c:v>89.6865174214252</c:v>
              </c:pt>
              <c:pt idx="386">
                <c:v>127.21492609168118</c:v>
              </c:pt>
              <c:pt idx="387">
                <c:v>143.94554095159194</c:v>
              </c:pt>
              <c:pt idx="388">
                <c:v>202.63960207672912</c:v>
              </c:pt>
              <c:pt idx="389">
                <c:v>186.07289008199336</c:v>
              </c:pt>
              <c:pt idx="390">
                <c:v>165.31966984674216</c:v>
              </c:pt>
              <c:pt idx="391">
                <c:v>154.05237979086712</c:v>
              </c:pt>
              <c:pt idx="392">
                <c:v>64.4335815161745</c:v>
              </c:pt>
              <c:pt idx="393">
                <c:v>65.44282649502543</c:v>
              </c:pt>
              <c:pt idx="394">
                <c:v>238.50529760862548</c:v>
              </c:pt>
              <c:pt idx="395">
                <c:v>180.89600362211655</c:v>
              </c:pt>
              <c:pt idx="396">
                <c:v>5.763219056398633</c:v>
              </c:pt>
              <c:pt idx="397">
                <c:v>84.29949323656248</c:v>
              </c:pt>
              <c:pt idx="398">
                <c:v>3.5895938344063865</c:v>
              </c:pt>
              <c:pt idx="399">
                <c:v>-3.81721757601467</c:v>
              </c:pt>
              <c:pt idx="400">
                <c:v>170.24675356170803</c:v>
              </c:pt>
              <c:pt idx="401">
                <c:v>-17.675210200444397</c:v>
              </c:pt>
              <c:pt idx="402">
                <c:v>120.80437279193254</c:v>
              </c:pt>
              <c:pt idx="403">
                <c:v>231.33366754501708</c:v>
              </c:pt>
              <c:pt idx="404">
                <c:v>83.9123021847269</c:v>
              </c:pt>
              <c:pt idx="405">
                <c:v>9.673507803541355</c:v>
              </c:pt>
              <c:pt idx="406">
                <c:v>131.70985251988205</c:v>
              </c:pt>
              <c:pt idx="407">
                <c:v>8.45073335942709</c:v>
              </c:pt>
              <c:pt idx="408">
                <c:v>-11.585153323570097</c:v>
              </c:pt>
              <c:pt idx="409">
                <c:v>92.9059081853278</c:v>
              </c:pt>
              <c:pt idx="410">
                <c:v>-31.76009756763642</c:v>
              </c:pt>
              <c:pt idx="411">
                <c:v>8.957976328375828</c:v>
              </c:pt>
              <c:pt idx="412">
                <c:v>-47.09154606902496</c:v>
              </c:pt>
              <c:pt idx="413">
                <c:v>29.44451898923074</c:v>
              </c:pt>
              <c:pt idx="414">
                <c:v>19.135293653616145</c:v>
              </c:pt>
              <c:pt idx="415">
                <c:v>59.14862300178192</c:v>
              </c:pt>
              <c:pt idx="416">
                <c:v>-67.13011130523043</c:v>
              </c:pt>
              <c:pt idx="417">
                <c:v>82.7804837763422</c:v>
              </c:pt>
              <c:pt idx="418">
                <c:v>130.62867749824943</c:v>
              </c:pt>
              <c:pt idx="419">
                <c:v>62.62997088275451</c:v>
              </c:pt>
              <c:pt idx="420">
                <c:v>86.52933139743922</c:v>
              </c:pt>
              <c:pt idx="421">
                <c:v>-5.318632045966005</c:v>
              </c:pt>
              <c:pt idx="422">
                <c:v>67.42386718230719</c:v>
              </c:pt>
              <c:pt idx="423">
                <c:v>201.99138172513588</c:v>
              </c:pt>
              <c:pt idx="424">
                <c:v>-38.698562188451305</c:v>
              </c:pt>
              <c:pt idx="425">
                <c:v>147.93651466618084</c:v>
              </c:pt>
              <c:pt idx="426">
                <c:v>155.7579072744403</c:v>
              </c:pt>
              <c:pt idx="427">
                <c:v>-42.45321791175927</c:v>
              </c:pt>
              <c:pt idx="428">
                <c:v>161.96800447287984</c:v>
              </c:pt>
              <c:pt idx="429">
                <c:v>185.6808114494876</c:v>
              </c:pt>
              <c:pt idx="430">
                <c:v>-17.859932612898277</c:v>
              </c:pt>
              <c:pt idx="431">
                <c:v>149.37358333760352</c:v>
              </c:pt>
              <c:pt idx="432">
                <c:v>108.94584771650727</c:v>
              </c:pt>
              <c:pt idx="433">
                <c:v>80.60415105883716</c:v>
              </c:pt>
              <c:pt idx="434">
                <c:v>-2.7877569534305593</c:v>
              </c:pt>
              <c:pt idx="435">
                <c:v>78.92836659330317</c:v>
              </c:pt>
              <c:pt idx="436">
                <c:v>146.43246570359878</c:v>
              </c:pt>
              <c:pt idx="437">
                <c:v>138.7172547841511</c:v>
              </c:pt>
              <c:pt idx="438">
                <c:v>23.70818395895407</c:v>
              </c:pt>
              <c:pt idx="439">
                <c:v>139.4230446090392</c:v>
              </c:pt>
              <c:pt idx="440">
                <c:v>-37.236922436983306</c:v>
              </c:pt>
              <c:pt idx="441">
                <c:v>31.709340864567707</c:v>
              </c:pt>
              <c:pt idx="442">
                <c:v>172.82154855007326</c:v>
              </c:pt>
              <c:pt idx="443">
                <c:v>27.836337048893704</c:v>
              </c:pt>
              <c:pt idx="444">
                <c:v>-44.572035561864865</c:v>
              </c:pt>
              <c:pt idx="445">
                <c:v>167.53988860366482</c:v>
              </c:pt>
              <c:pt idx="446">
                <c:v>-9.371449552192026</c:v>
              </c:pt>
              <c:pt idx="447">
                <c:v>90.46376085450765</c:v>
              </c:pt>
              <c:pt idx="448">
                <c:v>28.422709864708352</c:v>
              </c:pt>
              <c:pt idx="449">
                <c:v>74.20444894160791</c:v>
              </c:pt>
              <c:pt idx="450">
                <c:v>21.77000431330596</c:v>
              </c:pt>
              <c:pt idx="451">
                <c:v>49.22814084119349</c:v>
              </c:pt>
              <c:pt idx="452">
                <c:v>2.2647845305747865</c:v>
              </c:pt>
              <c:pt idx="453">
                <c:v>190.41107950394718</c:v>
              </c:pt>
              <c:pt idx="454">
                <c:v>108.94698403265042</c:v>
              </c:pt>
              <c:pt idx="455">
                <c:v>-30.488526269581882</c:v>
              </c:pt>
              <c:pt idx="456">
                <c:v>86.08788701658885</c:v>
              </c:pt>
              <c:pt idx="457">
                <c:v>95.83191523716522</c:v>
              </c:pt>
              <c:pt idx="458">
                <c:v>137.16796479651407</c:v>
              </c:pt>
              <c:pt idx="459">
                <c:v>60.3759815055471</c:v>
              </c:pt>
              <c:pt idx="460">
                <c:v>207.07714701053575</c:v>
              </c:pt>
              <c:pt idx="461">
                <c:v>108.02701993646338</c:v>
              </c:pt>
              <c:pt idx="462">
                <c:v>123.53915862721152</c:v>
              </c:pt>
              <c:pt idx="463">
                <c:v>169.2728695111863</c:v>
              </c:pt>
              <c:pt idx="464">
                <c:v>-61.94235255028207</c:v>
              </c:pt>
              <c:pt idx="465">
                <c:v>81.33501977740457</c:v>
              </c:pt>
              <c:pt idx="466">
                <c:v>189.7791724414228</c:v>
              </c:pt>
              <c:pt idx="467">
                <c:v>166.50334886002355</c:v>
              </c:pt>
              <c:pt idx="468">
                <c:v>191.24261389720868</c:v>
              </c:pt>
              <c:pt idx="469">
                <c:v>-29.892704124112527</c:v>
              </c:pt>
              <c:pt idx="470">
                <c:v>57.98486823019866</c:v>
              </c:pt>
              <c:pt idx="471">
                <c:v>27.62658910767048</c:v>
              </c:pt>
              <c:pt idx="472">
                <c:v>126.80136554888888</c:v>
              </c:pt>
              <c:pt idx="473">
                <c:v>-10.099691888468016</c:v>
              </c:pt>
              <c:pt idx="474">
                <c:v>56.9363352624945</c:v>
              </c:pt>
              <c:pt idx="475">
                <c:v>185.87094463258165</c:v>
              </c:pt>
              <c:pt idx="476">
                <c:v>98.743801124958</c:v>
              </c:pt>
              <c:pt idx="477">
                <c:v>34.79822756131437</c:v>
              </c:pt>
              <c:pt idx="478">
                <c:v>119.1664939655355</c:v>
              </c:pt>
              <c:pt idx="479">
                <c:v>0.9909037031757251</c:v>
              </c:pt>
              <c:pt idx="480">
                <c:v>0.0714437960686638</c:v>
              </c:pt>
              <c:pt idx="481">
                <c:v>34.61776009209812</c:v>
              </c:pt>
              <c:pt idx="482">
                <c:v>-41.15745486888949</c:v>
              </c:pt>
              <c:pt idx="483">
                <c:v>-60.624340701793244</c:v>
              </c:pt>
              <c:pt idx="484">
                <c:v>104.24794786346223</c:v>
              </c:pt>
              <c:pt idx="485">
                <c:v>126.59045378145944</c:v>
              </c:pt>
              <c:pt idx="486">
                <c:v>57.5172487116761</c:v>
              </c:pt>
              <c:pt idx="487">
                <c:v>-54.2368432442112</c:v>
              </c:pt>
              <c:pt idx="488">
                <c:v>104.81294547525582</c:v>
              </c:pt>
              <c:pt idx="489">
                <c:v>53.597352060106715</c:v>
              </c:pt>
              <c:pt idx="490">
                <c:v>203.29239453159704</c:v>
              </c:pt>
              <c:pt idx="491">
                <c:v>159.56853462455223</c:v>
              </c:pt>
              <c:pt idx="492">
                <c:v>14.49613489748652</c:v>
              </c:pt>
              <c:pt idx="493">
                <c:v>95.98273449946393</c:v>
              </c:pt>
              <c:pt idx="494">
                <c:v>34.11881694743578</c:v>
              </c:pt>
              <c:pt idx="495">
                <c:v>202.83556721730722</c:v>
              </c:pt>
              <c:pt idx="496">
                <c:v>85.69474284496539</c:v>
              </c:pt>
              <c:pt idx="497">
                <c:v>180.05266578283562</c:v>
              </c:pt>
              <c:pt idx="498">
                <c:v>91.9507652334066</c:v>
              </c:pt>
              <c:pt idx="499">
                <c:v>-26.56564980731322</c:v>
              </c:pt>
              <c:pt idx="500">
                <c:v>105.46784382518044</c:v>
              </c:pt>
              <c:pt idx="501">
                <c:v>116.71996293390806</c:v>
              </c:pt>
              <c:pt idx="502">
                <c:v>69.67004264268098</c:v>
              </c:pt>
              <c:pt idx="503">
                <c:v>72.05796611697754</c:v>
              </c:pt>
              <c:pt idx="504">
                <c:v>-46.515409481550535</c:v>
              </c:pt>
              <c:pt idx="505">
                <c:v>13.764891126606251</c:v>
              </c:pt>
              <c:pt idx="506">
                <c:v>48.14444859164607</c:v>
              </c:pt>
              <c:pt idx="507">
                <c:v>119.55656050017319</c:v>
              </c:pt>
              <c:pt idx="508">
                <c:v>-60.69108216997586</c:v>
              </c:pt>
              <c:pt idx="509">
                <c:v>83.66976955699535</c:v>
              </c:pt>
              <c:pt idx="510">
                <c:v>-22.39837720415437</c:v>
              </c:pt>
              <c:pt idx="511">
                <c:v>-2.551501211229528</c:v>
              </c:pt>
              <c:pt idx="512">
                <c:v>65.51835673936684</c:v>
              </c:pt>
              <c:pt idx="513">
                <c:v>52.0166887344918</c:v>
              </c:pt>
              <c:pt idx="514">
                <c:v>109.03710566843667</c:v>
              </c:pt>
              <c:pt idx="515">
                <c:v>166.5812519887167</c:v>
              </c:pt>
              <c:pt idx="516">
                <c:v>44.29638667104824</c:v>
              </c:pt>
              <c:pt idx="517">
                <c:v>209.30109342847183</c:v>
              </c:pt>
              <c:pt idx="518">
                <c:v>49.532705110982384</c:v>
              </c:pt>
              <c:pt idx="519">
                <c:v>-7.5987965741706915</c:v>
              </c:pt>
              <c:pt idx="520">
                <c:v>-2.3834704454814855</c:v>
              </c:pt>
              <c:pt idx="521">
                <c:v>77.116566212868</c:v>
              </c:pt>
              <c:pt idx="522">
                <c:v>180.53181631136525</c:v>
              </c:pt>
              <c:pt idx="523">
                <c:v>215.58854568581677</c:v>
              </c:pt>
              <c:pt idx="524">
                <c:v>-42.26996371683015</c:v>
              </c:pt>
              <c:pt idx="525">
                <c:v>157.58015200678443</c:v>
              </c:pt>
              <c:pt idx="526">
                <c:v>160.59955083882264</c:v>
              </c:pt>
              <c:pt idx="527">
                <c:v>-5.866061226098594</c:v>
              </c:pt>
              <c:pt idx="528">
                <c:v>21.97791237979356</c:v>
              </c:pt>
              <c:pt idx="529">
                <c:v>152.25066949809076</c:v>
              </c:pt>
              <c:pt idx="530">
                <c:v>-17.365188705378586</c:v>
              </c:pt>
              <c:pt idx="531">
                <c:v>64.99460748094708</c:v>
              </c:pt>
              <c:pt idx="532">
                <c:v>145.54451052400444</c:v>
              </c:pt>
              <c:pt idx="533">
                <c:v>112.11145184899425</c:v>
              </c:pt>
              <c:pt idx="534">
                <c:v>161.9491997297264</c:v>
              </c:pt>
              <c:pt idx="535">
                <c:v>165.83299043441633</c:v>
              </c:pt>
              <c:pt idx="536">
                <c:v>199.5891306446929</c:v>
              </c:pt>
              <c:pt idx="537">
                <c:v>153.02631730058664</c:v>
              </c:pt>
              <c:pt idx="538">
                <c:v>208.67272899419083</c:v>
              </c:pt>
              <c:pt idx="539">
                <c:v>162.2254176020517</c:v>
              </c:pt>
              <c:pt idx="540">
                <c:v>21.166858020882707</c:v>
              </c:pt>
              <c:pt idx="541">
                <c:v>68.62269002546881</c:v>
              </c:pt>
              <c:pt idx="542">
                <c:v>63.44088062289246</c:v>
              </c:pt>
              <c:pt idx="543">
                <c:v>111.10452603045894</c:v>
              </c:pt>
              <c:pt idx="544">
                <c:v>169.39053803790134</c:v>
              </c:pt>
              <c:pt idx="545">
                <c:v>15.294061033681153</c:v>
              </c:pt>
              <c:pt idx="546">
                <c:v>-8.96544562277981</c:v>
              </c:pt>
              <c:pt idx="547">
                <c:v>240.0440582871785</c:v>
              </c:pt>
              <c:pt idx="548">
                <c:v>-22.747401568798054</c:v>
              </c:pt>
              <c:pt idx="549">
                <c:v>8.219414173289913</c:v>
              </c:pt>
              <c:pt idx="550">
                <c:v>54.802031295771286</c:v>
              </c:pt>
              <c:pt idx="551">
                <c:v>99.69520531792386</c:v>
              </c:pt>
              <c:pt idx="552">
                <c:v>7.034262196390074</c:v>
              </c:pt>
              <c:pt idx="553">
                <c:v>157.09595560564247</c:v>
              </c:pt>
              <c:pt idx="554">
                <c:v>180.65620810012564</c:v>
              </c:pt>
              <c:pt idx="555">
                <c:v>107.05327475857374</c:v>
              </c:pt>
              <c:pt idx="556">
                <c:v>86.76082723370517</c:v>
              </c:pt>
              <c:pt idx="557">
                <c:v>-22.83790939010207</c:v>
              </c:pt>
              <c:pt idx="558">
                <c:v>57.51123698703544</c:v>
              </c:pt>
              <c:pt idx="559">
                <c:v>78.32951638392052</c:v>
              </c:pt>
              <c:pt idx="560">
                <c:v>33.127763966253184</c:v>
              </c:pt>
              <c:pt idx="561">
                <c:v>-17.18124668956567</c:v>
              </c:pt>
              <c:pt idx="562">
                <c:v>162.70819825489826</c:v>
              </c:pt>
              <c:pt idx="563">
                <c:v>19.1540447615457</c:v>
              </c:pt>
              <c:pt idx="564">
                <c:v>99.2785040281214</c:v>
              </c:pt>
              <c:pt idx="565">
                <c:v>162.4333530419036</c:v>
              </c:pt>
              <c:pt idx="566">
                <c:v>181.35656609919081</c:v>
              </c:pt>
              <c:pt idx="567">
                <c:v>-23.51346492678894</c:v>
              </c:pt>
              <c:pt idx="568">
                <c:v>67.29193987381666</c:v>
              </c:pt>
              <c:pt idx="569">
                <c:v>113.10656599362578</c:v>
              </c:pt>
              <c:pt idx="570">
                <c:v>49.17921328653971</c:v>
              </c:pt>
              <c:pt idx="571">
                <c:v>67.83642447019213</c:v>
              </c:pt>
              <c:pt idx="572">
                <c:v>181.0305071322946</c:v>
              </c:pt>
              <c:pt idx="573">
                <c:v>100.08147262146443</c:v>
              </c:pt>
              <c:pt idx="574">
                <c:v>-9.188798258822715</c:v>
              </c:pt>
              <c:pt idx="575">
                <c:v>88.78815518064852</c:v>
              </c:pt>
              <c:pt idx="576">
                <c:v>175.8864276571337</c:v>
              </c:pt>
              <c:pt idx="577">
                <c:v>145.59788333229645</c:v>
              </c:pt>
              <c:pt idx="578">
                <c:v>43.54645419172784</c:v>
              </c:pt>
              <c:pt idx="579">
                <c:v>30.10609309665484</c:v>
              </c:pt>
              <c:pt idx="580">
                <c:v>87.07817962316152</c:v>
              </c:pt>
              <c:pt idx="581">
                <c:v>-53.26835173894521</c:v>
              </c:pt>
              <c:pt idx="582">
                <c:v>29.304644822387672</c:v>
              </c:pt>
              <c:pt idx="583">
                <c:v>190.23457375604576</c:v>
              </c:pt>
              <c:pt idx="584">
                <c:v>33.57149957681355</c:v>
              </c:pt>
              <c:pt idx="585">
                <c:v>124.71897018851432</c:v>
              </c:pt>
              <c:pt idx="586">
                <c:v>127.034536512042</c:v>
              </c:pt>
              <c:pt idx="587">
                <c:v>33.47708096858494</c:v>
              </c:pt>
              <c:pt idx="588">
                <c:v>-16.080184539502113</c:v>
              </c:pt>
              <c:pt idx="589">
                <c:v>-44.40259480653813</c:v>
              </c:pt>
              <c:pt idx="590">
                <c:v>185.47184798711672</c:v>
              </c:pt>
              <c:pt idx="591">
                <c:v>98.35401095399335</c:v>
              </c:pt>
              <c:pt idx="592">
                <c:v>191.61694906686225</c:v>
              </c:pt>
              <c:pt idx="593">
                <c:v>6.798715662186943</c:v>
              </c:pt>
              <c:pt idx="594">
                <c:v>84.3026504971377</c:v>
              </c:pt>
              <c:pt idx="595">
                <c:v>155.72618734090614</c:v>
              </c:pt>
              <c:pt idx="596">
                <c:v>-36.36344501588003</c:v>
              </c:pt>
              <c:pt idx="597">
                <c:v>179.01347837011343</c:v>
              </c:pt>
              <c:pt idx="598">
                <c:v>99.76398877690266</c:v>
              </c:pt>
              <c:pt idx="599">
                <c:v>172.89508248662034</c:v>
              </c:pt>
              <c:pt idx="600">
                <c:v>10.012539036262808</c:v>
              </c:pt>
              <c:pt idx="601">
                <c:v>63.00577510830617</c:v>
              </c:pt>
              <c:pt idx="602">
                <c:v>-45.03728692841143</c:v>
              </c:pt>
              <c:pt idx="603">
                <c:v>56.02663950228172</c:v>
              </c:pt>
              <c:pt idx="604">
                <c:v>-19.891368116580722</c:v>
              </c:pt>
              <c:pt idx="605">
                <c:v>-77.64910244998603</c:v>
              </c:pt>
              <c:pt idx="606">
                <c:v>-7.7617252191305255</c:v>
              </c:pt>
              <c:pt idx="607">
                <c:v>170.74589635978487</c:v>
              </c:pt>
              <c:pt idx="608">
                <c:v>-2.116314599108847</c:v>
              </c:pt>
              <c:pt idx="609">
                <c:v>-46.35615657873295</c:v>
              </c:pt>
              <c:pt idx="610">
                <c:v>190.82281245679502</c:v>
              </c:pt>
              <c:pt idx="611">
                <c:v>233.50424449960263</c:v>
              </c:pt>
              <c:pt idx="612">
                <c:v>33.76847710693311</c:v>
              </c:pt>
              <c:pt idx="613">
                <c:v>-39.25456244761695</c:v>
              </c:pt>
              <c:pt idx="614">
                <c:v>175.57544163220422</c:v>
              </c:pt>
              <c:pt idx="615">
                <c:v>226.10171881238114</c:v>
              </c:pt>
              <c:pt idx="616">
                <c:v>155.39718299775853</c:v>
              </c:pt>
              <c:pt idx="617">
                <c:v>237.85973609597576</c:v>
              </c:pt>
              <c:pt idx="618">
                <c:v>145.54991782377158</c:v>
              </c:pt>
              <c:pt idx="619">
                <c:v>-36.22887705466796</c:v>
              </c:pt>
              <c:pt idx="620">
                <c:v>40.117628988172534</c:v>
              </c:pt>
              <c:pt idx="621">
                <c:v>36.79086096746508</c:v>
              </c:pt>
              <c:pt idx="622">
                <c:v>177.77084762513908</c:v>
              </c:pt>
              <c:pt idx="623">
                <c:v>5.4640604655139455</c:v>
              </c:pt>
              <c:pt idx="624">
                <c:v>241.83871146851743</c:v>
              </c:pt>
              <c:pt idx="625">
                <c:v>70.91282573177006</c:v>
              </c:pt>
              <c:pt idx="626">
                <c:v>89.69135439788391</c:v>
              </c:pt>
              <c:pt idx="627">
                <c:v>42.72312967986349</c:v>
              </c:pt>
              <c:pt idx="628">
                <c:v>34.54207644691451</c:v>
              </c:pt>
              <c:pt idx="629">
                <c:v>128.1760295416334</c:v>
              </c:pt>
              <c:pt idx="630">
                <c:v>35.21694809502404</c:v>
              </c:pt>
              <c:pt idx="631">
                <c:v>-43.05610805525876</c:v>
              </c:pt>
              <c:pt idx="632">
                <c:v>240.55246953761932</c:v>
              </c:pt>
              <c:pt idx="633">
                <c:v>76.40884484019554</c:v>
              </c:pt>
              <c:pt idx="634">
                <c:v>32.21530285668044</c:v>
              </c:pt>
              <c:pt idx="635">
                <c:v>13.549113033719607</c:v>
              </c:pt>
              <c:pt idx="636">
                <c:v>-72.3944969437616</c:v>
              </c:pt>
              <c:pt idx="637">
                <c:v>142.12766067162903</c:v>
              </c:pt>
              <c:pt idx="638">
                <c:v>177.64242127339946</c:v>
              </c:pt>
              <c:pt idx="639">
                <c:v>62.50887258365756</c:v>
              </c:pt>
              <c:pt idx="640">
                <c:v>10.161263955353753</c:v>
              </c:pt>
              <c:pt idx="641">
                <c:v>49.046647845331286</c:v>
              </c:pt>
              <c:pt idx="642">
                <c:v>208.94176638120067</c:v>
              </c:pt>
              <c:pt idx="643">
                <c:v>48.01575716535677</c:v>
              </c:pt>
              <c:pt idx="644">
                <c:v>93.53389972784613</c:v>
              </c:pt>
              <c:pt idx="645">
                <c:v>229.93395430880219</c:v>
              </c:pt>
              <c:pt idx="646">
                <c:v>139.50033415071255</c:v>
              </c:pt>
              <c:pt idx="647">
                <c:v>52.7221498794442</c:v>
              </c:pt>
              <c:pt idx="648">
                <c:v>115.33211466015211</c:v>
              </c:pt>
              <c:pt idx="649">
                <c:v>86.64677297236062</c:v>
              </c:pt>
              <c:pt idx="650">
                <c:v>124.38401902124144</c:v>
              </c:pt>
              <c:pt idx="651">
                <c:v>92.89830793745452</c:v>
              </c:pt>
              <c:pt idx="652">
                <c:v>97.80021297110423</c:v>
              </c:pt>
              <c:pt idx="653">
                <c:v>7.848669871700515</c:v>
              </c:pt>
              <c:pt idx="654">
                <c:v>7.0144146365020035</c:v>
              </c:pt>
              <c:pt idx="655">
                <c:v>50.20608194918021</c:v>
              </c:pt>
              <c:pt idx="656">
                <c:v>94.12038140977813</c:v>
              </c:pt>
              <c:pt idx="657">
                <c:v>32.54255421220883</c:v>
              </c:pt>
              <c:pt idx="658">
                <c:v>133.81495350976752</c:v>
              </c:pt>
              <c:pt idx="659">
                <c:v>-7.827462969183195</c:v>
              </c:pt>
              <c:pt idx="660">
                <c:v>136.16350222501666</c:v>
              </c:pt>
              <c:pt idx="661">
                <c:v>29.20793308448345</c:v>
              </c:pt>
              <c:pt idx="662">
                <c:v>34.862463012114375</c:v>
              </c:pt>
              <c:pt idx="663">
                <c:v>38.607714967070216</c:v>
              </c:pt>
              <c:pt idx="664">
                <c:v>26.53255977361374</c:v>
              </c:pt>
              <c:pt idx="665">
                <c:v>5.453787554482403</c:v>
              </c:pt>
              <c:pt idx="666">
                <c:v>-5.748480018746044</c:v>
              </c:pt>
              <c:pt idx="667">
                <c:v>238.84500405239294</c:v>
              </c:pt>
              <c:pt idx="668">
                <c:v>142.375970642504</c:v>
              </c:pt>
              <c:pt idx="669">
                <c:v>64.01866128166806</c:v>
              </c:pt>
              <c:pt idx="670">
                <c:v>141.23843633994096</c:v>
              </c:pt>
              <c:pt idx="671">
                <c:v>99.555170202591</c:v>
              </c:pt>
              <c:pt idx="672">
                <c:v>179.83599031022678</c:v>
              </c:pt>
              <c:pt idx="673">
                <c:v>204.03283813501736</c:v>
              </c:pt>
              <c:pt idx="674">
                <c:v>11.085622110653901</c:v>
              </c:pt>
              <c:pt idx="675">
                <c:v>103.88256381437878</c:v>
              </c:pt>
              <c:pt idx="676">
                <c:v>159.40622132933285</c:v>
              </c:pt>
              <c:pt idx="677">
                <c:v>150.0523725520863</c:v>
              </c:pt>
              <c:pt idx="678">
                <c:v>43.80274530977493</c:v>
              </c:pt>
              <c:pt idx="679">
                <c:v>131.93837874488355</c:v>
              </c:pt>
              <c:pt idx="680">
                <c:v>39.95325033674682</c:v>
              </c:pt>
              <c:pt idx="681">
                <c:v>81.25230060786026</c:v>
              </c:pt>
              <c:pt idx="682">
                <c:v>73.60777104598078</c:v>
              </c:pt>
              <c:pt idx="683">
                <c:v>83.8861610024749</c:v>
              </c:pt>
              <c:pt idx="684">
                <c:v>-29.780452354210766</c:v>
              </c:pt>
              <c:pt idx="685">
                <c:v>149.082708725018</c:v>
              </c:pt>
              <c:pt idx="686">
                <c:v>23.237876647545704</c:v>
              </c:pt>
              <c:pt idx="687">
                <c:v>-35.523188407666</c:v>
              </c:pt>
              <c:pt idx="688">
                <c:v>2.3883613516116426</c:v>
              </c:pt>
              <c:pt idx="689">
                <c:v>75.08700780805682</c:v>
              </c:pt>
              <c:pt idx="690">
                <c:v>-29.996455189114442</c:v>
              </c:pt>
              <c:pt idx="691">
                <c:v>33.94533151016786</c:v>
              </c:pt>
              <c:pt idx="692">
                <c:v>173.73669211369068</c:v>
              </c:pt>
              <c:pt idx="693">
                <c:v>26.680305076502208</c:v>
              </c:pt>
              <c:pt idx="694">
                <c:v>180.05292531735265</c:v>
              </c:pt>
              <c:pt idx="695">
                <c:v>26.35144229279049</c:v>
              </c:pt>
              <c:pt idx="696">
                <c:v>17.4545979990083</c:v>
              </c:pt>
              <c:pt idx="697">
                <c:v>164.3672242544269</c:v>
              </c:pt>
              <c:pt idx="698">
                <c:v>11.039475894962884</c:v>
              </c:pt>
              <c:pt idx="699">
                <c:v>11.123114352265198</c:v>
              </c:pt>
              <c:pt idx="700">
                <c:v>-34.12772061135789</c:v>
              </c:pt>
              <c:pt idx="701">
                <c:v>52.20611265371295</c:v>
              </c:pt>
              <c:pt idx="702">
                <c:v>-20.95453838149912</c:v>
              </c:pt>
              <c:pt idx="703">
                <c:v>151.36586448737373</c:v>
              </c:pt>
              <c:pt idx="704">
                <c:v>-57.45924850966276</c:v>
              </c:pt>
              <c:pt idx="705">
                <c:v>25.14666100777985</c:v>
              </c:pt>
              <c:pt idx="706">
                <c:v>178.23171498954798</c:v>
              </c:pt>
              <c:pt idx="707">
                <c:v>6.326843846546815</c:v>
              </c:pt>
              <c:pt idx="708">
                <c:v>55.92752495242586</c:v>
              </c:pt>
              <c:pt idx="709">
                <c:v>209.66764175116555</c:v>
              </c:pt>
              <c:pt idx="710">
                <c:v>-25.40206688953566</c:v>
              </c:pt>
              <c:pt idx="711">
                <c:v>41.36568223612371</c:v>
              </c:pt>
              <c:pt idx="712">
                <c:v>0.39840898628609267</c:v>
              </c:pt>
              <c:pt idx="713">
                <c:v>36.63558794620313</c:v>
              </c:pt>
              <c:pt idx="714">
                <c:v>32.327840605159864</c:v>
              </c:pt>
              <c:pt idx="715">
                <c:v>23.420322640390395</c:v>
              </c:pt>
              <c:pt idx="716">
                <c:v>96.66381427352451</c:v>
              </c:pt>
              <c:pt idx="717">
                <c:v>96.48883516075531</c:v>
              </c:pt>
              <c:pt idx="718">
                <c:v>83.79437631117149</c:v>
              </c:pt>
              <c:pt idx="719">
                <c:v>167.96932443931684</c:v>
              </c:pt>
              <c:pt idx="720">
                <c:v>26.753863598877714</c:v>
              </c:pt>
              <c:pt idx="721">
                <c:v>39.27090267391738</c:v>
              </c:pt>
              <c:pt idx="722">
                <c:v>177.95851891419403</c:v>
              </c:pt>
              <c:pt idx="723">
                <c:v>87.17166374782728</c:v>
              </c:pt>
              <c:pt idx="724">
                <c:v>44.07515969066639</c:v>
              </c:pt>
              <c:pt idx="725">
                <c:v>169.9428498174801</c:v>
              </c:pt>
              <c:pt idx="726">
                <c:v>51.16428740625176</c:v>
              </c:pt>
              <c:pt idx="727">
                <c:v>-5.956060729360914</c:v>
              </c:pt>
              <c:pt idx="728">
                <c:v>18.430393942914954</c:v>
              </c:pt>
              <c:pt idx="729">
                <c:v>125.13025719692868</c:v>
              </c:pt>
              <c:pt idx="730">
                <c:v>-27.434686479569095</c:v>
              </c:pt>
              <c:pt idx="731">
                <c:v>90.34630626935606</c:v>
              </c:pt>
              <c:pt idx="732">
                <c:v>11.949242039991368</c:v>
              </c:pt>
              <c:pt idx="733">
                <c:v>24.897725781524972</c:v>
              </c:pt>
              <c:pt idx="734">
                <c:v>-1.3996522628454429</c:v>
              </c:pt>
              <c:pt idx="735">
                <c:v>117.97700209054881</c:v>
              </c:pt>
              <c:pt idx="736">
                <c:v>85.76455688558484</c:v>
              </c:pt>
              <c:pt idx="737">
                <c:v>84.92416341657506</c:v>
              </c:pt>
              <c:pt idx="738">
                <c:v>-32.484402718432946</c:v>
              </c:pt>
              <c:pt idx="739">
                <c:v>207.82160906883283</c:v>
              </c:pt>
              <c:pt idx="740">
                <c:v>-40.754167934649956</c:v>
              </c:pt>
              <c:pt idx="741">
                <c:v>14.893718655102063</c:v>
              </c:pt>
              <c:pt idx="742">
                <c:v>1.1102524742901991</c:v>
              </c:pt>
              <c:pt idx="743">
                <c:v>118.17053308321093</c:v>
              </c:pt>
              <c:pt idx="744">
                <c:v>53.78284775373934</c:v>
              </c:pt>
              <c:pt idx="745">
                <c:v>71.56895991114506</c:v>
              </c:pt>
              <c:pt idx="746">
                <c:v>-5.357688222936112</c:v>
              </c:pt>
              <c:pt idx="747">
                <c:v>67.93869006312948</c:v>
              </c:pt>
              <c:pt idx="748">
                <c:v>6.1344888994018945</c:v>
              </c:pt>
              <c:pt idx="749">
                <c:v>-4.998069493181106</c:v>
              </c:pt>
              <c:pt idx="750">
                <c:v>-63.06440919292973</c:v>
              </c:pt>
              <c:pt idx="751">
                <c:v>101.13078791431403</c:v>
              </c:pt>
              <c:pt idx="752">
                <c:v>-10.142773623363802</c:v>
              </c:pt>
              <c:pt idx="753">
                <c:v>80.19962555929942</c:v>
              </c:pt>
              <c:pt idx="754">
                <c:v>177.23545734475766</c:v>
              </c:pt>
              <c:pt idx="755">
                <c:v>38.39664007258841</c:v>
              </c:pt>
              <c:pt idx="756">
                <c:v>50.58590773503897</c:v>
              </c:pt>
              <c:pt idx="757">
                <c:v>175.6504414207497</c:v>
              </c:pt>
              <c:pt idx="758">
                <c:v>50.268613051100395</c:v>
              </c:pt>
              <c:pt idx="759">
                <c:v>67.95922835788792</c:v>
              </c:pt>
              <c:pt idx="760">
                <c:v>73.21535737516707</c:v>
              </c:pt>
              <c:pt idx="761">
                <c:v>-46.522409732833324</c:v>
              </c:pt>
              <c:pt idx="762">
                <c:v>51.36378262616631</c:v>
              </c:pt>
              <c:pt idx="763">
                <c:v>-19.155485927775857</c:v>
              </c:pt>
              <c:pt idx="764">
                <c:v>-33.56101621719964</c:v>
              </c:pt>
              <c:pt idx="765">
                <c:v>97.55643398352049</c:v>
              </c:pt>
              <c:pt idx="766">
                <c:v>-42.29032763904591</c:v>
              </c:pt>
              <c:pt idx="767">
                <c:v>-23.85553698062013</c:v>
              </c:pt>
              <c:pt idx="768">
                <c:v>79.49089599160979</c:v>
              </c:pt>
              <c:pt idx="769">
                <c:v>101.09882230862546</c:v>
              </c:pt>
              <c:pt idx="770">
                <c:v>183.9197883666679</c:v>
              </c:pt>
              <c:pt idx="771">
                <c:v>139.12015436849458</c:v>
              </c:pt>
              <c:pt idx="772">
                <c:v>91.42706428087001</c:v>
              </c:pt>
              <c:pt idx="773">
                <c:v>219.60242070345168</c:v>
              </c:pt>
              <c:pt idx="774">
                <c:v>-31.524777854669324</c:v>
              </c:pt>
              <c:pt idx="775">
                <c:v>43.15140180621987</c:v>
              </c:pt>
              <c:pt idx="776">
                <c:v>34.681953308838374</c:v>
              </c:pt>
              <c:pt idx="777">
                <c:v>76.02955311467429</c:v>
              </c:pt>
              <c:pt idx="778">
                <c:v>122.3265425998738</c:v>
              </c:pt>
              <c:pt idx="779">
                <c:v>-2.7920230937617987</c:v>
              </c:pt>
              <c:pt idx="780">
                <c:v>-30.01064559676506</c:v>
              </c:pt>
              <c:pt idx="781">
                <c:v>139.38464535300903</c:v>
              </c:pt>
              <c:pt idx="782">
                <c:v>90.91153404116523</c:v>
              </c:pt>
              <c:pt idx="783">
                <c:v>-8.162078208826436</c:v>
              </c:pt>
              <c:pt idx="784">
                <c:v>62.39276517227441</c:v>
              </c:pt>
              <c:pt idx="785">
                <c:v>-65.67952956710019</c:v>
              </c:pt>
              <c:pt idx="786">
                <c:v>3.343801788367095</c:v>
              </c:pt>
              <c:pt idx="787">
                <c:v>46.26853570305225</c:v>
              </c:pt>
              <c:pt idx="788">
                <c:v>238.50838847356127</c:v>
              </c:pt>
              <c:pt idx="789">
                <c:v>5.3738381385653895</c:v>
              </c:pt>
              <c:pt idx="790">
                <c:v>173.69915613338122</c:v>
              </c:pt>
              <c:pt idx="791">
                <c:v>161.35153191525873</c:v>
              </c:pt>
              <c:pt idx="792">
                <c:v>200.6051836628201</c:v>
              </c:pt>
              <c:pt idx="793">
                <c:v>175.87120652224758</c:v>
              </c:pt>
              <c:pt idx="794">
                <c:v>182.19659591023748</c:v>
              </c:pt>
              <c:pt idx="795">
                <c:v>-23.518884187748483</c:v>
              </c:pt>
              <c:pt idx="796">
                <c:v>115.10320409609673</c:v>
              </c:pt>
              <c:pt idx="797">
                <c:v>167.22010547538014</c:v>
              </c:pt>
              <c:pt idx="798">
                <c:v>78.22174471601697</c:v>
              </c:pt>
              <c:pt idx="799">
                <c:v>117.69623976119496</c:v>
              </c:pt>
              <c:pt idx="800">
                <c:v>217.24898747778516</c:v>
              </c:pt>
              <c:pt idx="801">
                <c:v>131.55599568510672</c:v>
              </c:pt>
              <c:pt idx="802">
                <c:v>178.88755075554803</c:v>
              </c:pt>
              <c:pt idx="803">
                <c:v>90.52636397484251</c:v>
              </c:pt>
              <c:pt idx="804">
                <c:v>116.97767176848116</c:v>
              </c:pt>
              <c:pt idx="805">
                <c:v>122.56107482148285</c:v>
              </c:pt>
              <c:pt idx="806">
                <c:v>22.563334641486087</c:v>
              </c:pt>
              <c:pt idx="807">
                <c:v>29.6027909692898</c:v>
              </c:pt>
              <c:pt idx="808">
                <c:v>153.95819130444397</c:v>
              </c:pt>
              <c:pt idx="809">
                <c:v>212.37925484932128</c:v>
              </c:pt>
              <c:pt idx="810">
                <c:v>46.17902395203893</c:v>
              </c:pt>
              <c:pt idx="811">
                <c:v>103.37726008293947</c:v>
              </c:pt>
              <c:pt idx="812">
                <c:v>19.627937151665222</c:v>
              </c:pt>
              <c:pt idx="813">
                <c:v>2.0370739623991696</c:v>
              </c:pt>
              <c:pt idx="814">
                <c:v>19.290423062508793</c:v>
              </c:pt>
              <c:pt idx="815">
                <c:v>76.14980736351484</c:v>
              </c:pt>
              <c:pt idx="816">
                <c:v>148.77783802334704</c:v>
              </c:pt>
              <c:pt idx="817">
                <c:v>140.51452150614853</c:v>
              </c:pt>
              <c:pt idx="818">
                <c:v>216.61053301149363</c:v>
              </c:pt>
              <c:pt idx="819">
                <c:v>188.76674533153056</c:v>
              </c:pt>
              <c:pt idx="820">
                <c:v>170.899584990342</c:v>
              </c:pt>
              <c:pt idx="821">
                <c:v>134.84254380723132</c:v>
              </c:pt>
              <c:pt idx="822">
                <c:v>-24.83601595045738</c:v>
              </c:pt>
              <c:pt idx="823">
                <c:v>-29.27552707343189</c:v>
              </c:pt>
              <c:pt idx="824">
                <c:v>13.165240043542887</c:v>
              </c:pt>
              <c:pt idx="825">
                <c:v>78.77229921577991</c:v>
              </c:pt>
              <c:pt idx="826">
                <c:v>107.08887878056257</c:v>
              </c:pt>
              <c:pt idx="827">
                <c:v>156.6229453311854</c:v>
              </c:pt>
              <c:pt idx="828">
                <c:v>93.660081760433</c:v>
              </c:pt>
              <c:pt idx="829">
                <c:v>63.38881022614929</c:v>
              </c:pt>
              <c:pt idx="830">
                <c:v>-37.34466794796393</c:v>
              </c:pt>
              <c:pt idx="831">
                <c:v>130.38857887493106</c:v>
              </c:pt>
              <c:pt idx="832">
                <c:v>105.81438971670141</c:v>
              </c:pt>
              <c:pt idx="833">
                <c:v>157.1468456968626</c:v>
              </c:pt>
              <c:pt idx="834">
                <c:v>10.79363894318243</c:v>
              </c:pt>
              <c:pt idx="835">
                <c:v>167.7798462709153</c:v>
              </c:pt>
              <c:pt idx="836">
                <c:v>162.23596392738713</c:v>
              </c:pt>
              <c:pt idx="837">
                <c:v>69.32658319298287</c:v>
              </c:pt>
              <c:pt idx="838">
                <c:v>116.2074442751725</c:v>
              </c:pt>
              <c:pt idx="839">
                <c:v>-43.84262766008065</c:v>
              </c:pt>
              <c:pt idx="840">
                <c:v>-19.997051824341455</c:v>
              </c:pt>
              <c:pt idx="841">
                <c:v>26.718170312582927</c:v>
              </c:pt>
              <c:pt idx="842">
                <c:v>-12.164397952587194</c:v>
              </c:pt>
              <c:pt idx="843">
                <c:v>-0.950076874158448</c:v>
              </c:pt>
              <c:pt idx="844">
                <c:v>26.077791819743975</c:v>
              </c:pt>
              <c:pt idx="845">
                <c:v>37.6843583379697</c:v>
              </c:pt>
              <c:pt idx="846">
                <c:v>97.23905797306855</c:v>
              </c:pt>
              <c:pt idx="847">
                <c:v>120.26861732506032</c:v>
              </c:pt>
              <c:pt idx="848">
                <c:v>83.4770822396372</c:v>
              </c:pt>
              <c:pt idx="849">
                <c:v>31.729000106784937</c:v>
              </c:pt>
              <c:pt idx="850">
                <c:v>99.79648552876986</c:v>
              </c:pt>
              <c:pt idx="851">
                <c:v>-58.34611861358263</c:v>
              </c:pt>
              <c:pt idx="852">
                <c:v>218.97336857254666</c:v>
              </c:pt>
              <c:pt idx="853">
                <c:v>140.54547350765762</c:v>
              </c:pt>
              <c:pt idx="854">
                <c:v>-8.59669852935096</c:v>
              </c:pt>
              <c:pt idx="855">
                <c:v>24.68850930525443</c:v>
              </c:pt>
              <c:pt idx="856">
                <c:v>73.61127464777923</c:v>
              </c:pt>
              <c:pt idx="857">
                <c:v>158.1594820591942</c:v>
              </c:pt>
              <c:pt idx="858">
                <c:v>-26.56550547414419</c:v>
              </c:pt>
              <c:pt idx="859">
                <c:v>104.79714047172567</c:v>
              </c:pt>
              <c:pt idx="860">
                <c:v>88.65789609178306</c:v>
              </c:pt>
              <c:pt idx="861">
                <c:v>36.2346618129083</c:v>
              </c:pt>
              <c:pt idx="862">
                <c:v>141.09236457277643</c:v>
              </c:pt>
              <c:pt idx="863">
                <c:v>216.6751968790834</c:v>
              </c:pt>
              <c:pt idx="864">
                <c:v>19.968745349042578</c:v>
              </c:pt>
              <c:pt idx="865">
                <c:v>16.84816208914893</c:v>
              </c:pt>
              <c:pt idx="866">
                <c:v>13.321354461734288</c:v>
              </c:pt>
              <c:pt idx="867">
                <c:v>23.079505115826766</c:v>
              </c:pt>
              <c:pt idx="868">
                <c:v>187.58986736590333</c:v>
              </c:pt>
              <c:pt idx="869">
                <c:v>30.45778932777095</c:v>
              </c:pt>
              <c:pt idx="870">
                <c:v>29.908192224370794</c:v>
              </c:pt>
              <c:pt idx="871">
                <c:v>152.8668874741332</c:v>
              </c:pt>
              <c:pt idx="872">
                <c:v>183.20613694912788</c:v>
              </c:pt>
              <c:pt idx="873">
                <c:v>187.45728170040925</c:v>
              </c:pt>
              <c:pt idx="874">
                <c:v>20.215286022648982</c:v>
              </c:pt>
              <c:pt idx="875">
                <c:v>130.5277004588198</c:v>
              </c:pt>
              <c:pt idx="876">
                <c:v>68.81786698174832</c:v>
              </c:pt>
              <c:pt idx="877">
                <c:v>-40.88699389607126</c:v>
              </c:pt>
              <c:pt idx="878">
                <c:v>11.555476390267252</c:v>
              </c:pt>
              <c:pt idx="879">
                <c:v>-12.039115591946654</c:v>
              </c:pt>
              <c:pt idx="880">
                <c:v>-4.5219315082167455</c:v>
              </c:pt>
              <c:pt idx="881">
                <c:v>-19.28755496353118</c:v>
              </c:pt>
              <c:pt idx="882">
                <c:v>35.942927431160776</c:v>
              </c:pt>
              <c:pt idx="883">
                <c:v>112.57992653279629</c:v>
              </c:pt>
              <c:pt idx="884">
                <c:v>177.57390716646296</c:v>
              </c:pt>
              <c:pt idx="885">
                <c:v>-20.727432281251723</c:v>
              </c:pt>
              <c:pt idx="886">
                <c:v>42.00295326835462</c:v>
              </c:pt>
              <c:pt idx="887">
                <c:v>204.06547906212364</c:v>
              </c:pt>
              <c:pt idx="888">
                <c:v>14.39750345756412</c:v>
              </c:pt>
              <c:pt idx="889">
                <c:v>-38.61898421611359</c:v>
              </c:pt>
              <c:pt idx="890">
                <c:v>-3.1856526211513696</c:v>
              </c:pt>
              <c:pt idx="891">
                <c:v>68.41346929676013</c:v>
              </c:pt>
              <c:pt idx="892">
                <c:v>-8.05574697371187</c:v>
              </c:pt>
              <c:pt idx="893">
                <c:v>172.67692481945218</c:v>
              </c:pt>
              <c:pt idx="894">
                <c:v>101.76380615969701</c:v>
              </c:pt>
              <c:pt idx="895">
                <c:v>110.99407466824448</c:v>
              </c:pt>
              <c:pt idx="896">
                <c:v>6.94188597574739</c:v>
              </c:pt>
              <c:pt idx="897">
                <c:v>12.219927046309351</c:v>
              </c:pt>
              <c:pt idx="898">
                <c:v>136.58004537132172</c:v>
              </c:pt>
              <c:pt idx="899">
                <c:v>2.4580174073876577</c:v>
              </c:pt>
              <c:pt idx="900">
                <c:v>48.23507864276849</c:v>
              </c:pt>
              <c:pt idx="901">
                <c:v>210.0472729143041</c:v>
              </c:pt>
              <c:pt idx="902">
                <c:v>150.67552631683924</c:v>
              </c:pt>
              <c:pt idx="903">
                <c:v>-7.342711848651632</c:v>
              </c:pt>
              <c:pt idx="904">
                <c:v>39.09439976802877</c:v>
              </c:pt>
              <c:pt idx="905">
                <c:v>11.146217742206176</c:v>
              </c:pt>
              <c:pt idx="906">
                <c:v>218.74152932748197</c:v>
              </c:pt>
              <c:pt idx="907">
                <c:v>-21.263060196205572</c:v>
              </c:pt>
              <c:pt idx="908">
                <c:v>114.68685466266056</c:v>
              </c:pt>
              <c:pt idx="909">
                <c:v>-32.62163370194844</c:v>
              </c:pt>
              <c:pt idx="910">
                <c:v>136.23241390729163</c:v>
              </c:pt>
              <c:pt idx="911">
                <c:v>1.8869851554655952</c:v>
              </c:pt>
              <c:pt idx="912">
                <c:v>206.11113033183872</c:v>
              </c:pt>
              <c:pt idx="913">
                <c:v>189.72861261270282</c:v>
              </c:pt>
              <c:pt idx="914">
                <c:v>158.50848846826113</c:v>
              </c:pt>
              <c:pt idx="915">
                <c:v>-5.243838500308421</c:v>
              </c:pt>
              <c:pt idx="916">
                <c:v>78.48036118398178</c:v>
              </c:pt>
              <c:pt idx="917">
                <c:v>40.034808082411274</c:v>
              </c:pt>
              <c:pt idx="918">
                <c:v>-38.771753308857086</c:v>
              </c:pt>
              <c:pt idx="919">
                <c:v>76.30396342351762</c:v>
              </c:pt>
              <c:pt idx="920">
                <c:v>35.275319516712926</c:v>
              </c:pt>
              <c:pt idx="921">
                <c:v>42.33882294548164</c:v>
              </c:pt>
              <c:pt idx="922">
                <c:v>8.059892549701452</c:v>
              </c:pt>
              <c:pt idx="923">
                <c:v>86.30569991353612</c:v>
              </c:pt>
              <c:pt idx="924">
                <c:v>48.50055562132187</c:v>
              </c:pt>
              <c:pt idx="925">
                <c:v>63.49029289675566</c:v>
              </c:pt>
              <c:pt idx="926">
                <c:v>181.44878655203078</c:v>
              </c:pt>
              <c:pt idx="927">
                <c:v>163.44321746820196</c:v>
              </c:pt>
              <c:pt idx="928">
                <c:v>125.12592829605863</c:v>
              </c:pt>
              <c:pt idx="929">
                <c:v>-48.73780765180693</c:v>
              </c:pt>
              <c:pt idx="930">
                <c:v>167.5103718444445</c:v>
              </c:pt>
              <c:pt idx="931">
                <c:v>82.30307104840665</c:v>
              </c:pt>
              <c:pt idx="932">
                <c:v>82.96648009188131</c:v>
              </c:pt>
              <c:pt idx="933">
                <c:v>81.48853920169277</c:v>
              </c:pt>
              <c:pt idx="934">
                <c:v>29.28377484764446</c:v>
              </c:pt>
              <c:pt idx="935">
                <c:v>151.59547113009938</c:v>
              </c:pt>
              <c:pt idx="936">
                <c:v>-65.84866335494971</c:v>
              </c:pt>
              <c:pt idx="937">
                <c:v>105.52756117213158</c:v>
              </c:pt>
              <c:pt idx="938">
                <c:v>61.96960580274576</c:v>
              </c:pt>
              <c:pt idx="939">
                <c:v>-20.91372231840002</c:v>
              </c:pt>
              <c:pt idx="940">
                <c:v>82.93355408012309</c:v>
              </c:pt>
              <c:pt idx="941">
                <c:v>168.99454614275527</c:v>
              </c:pt>
              <c:pt idx="942">
                <c:v>71.97587481107881</c:v>
              </c:pt>
              <c:pt idx="943">
                <c:v>152.07323403544927</c:v>
              </c:pt>
              <c:pt idx="944">
                <c:v>-77.80584467336772</c:v>
              </c:pt>
              <c:pt idx="945">
                <c:v>89.55825701692928</c:v>
              </c:pt>
              <c:pt idx="946">
                <c:v>18.030845276073492</c:v>
              </c:pt>
              <c:pt idx="947">
                <c:v>74.4038848891092</c:v>
              </c:pt>
              <c:pt idx="948">
                <c:v>-3.9087289597180543</c:v>
              </c:pt>
              <c:pt idx="949">
                <c:v>146.49360938420995</c:v>
              </c:pt>
              <c:pt idx="950">
                <c:v>212.698337700086</c:v>
              </c:pt>
              <c:pt idx="951">
                <c:v>79.05853840925266</c:v>
              </c:pt>
              <c:pt idx="952">
                <c:v>34.19098643652799</c:v>
              </c:pt>
              <c:pt idx="953">
                <c:v>14.627028233273009</c:v>
              </c:pt>
              <c:pt idx="954">
                <c:v>83.60890199067069</c:v>
              </c:pt>
              <c:pt idx="955">
                <c:v>-11.296820651699164</c:v>
              </c:pt>
              <c:pt idx="956">
                <c:v>119.3171604964852</c:v>
              </c:pt>
              <c:pt idx="957">
                <c:v>208.340090588198</c:v>
              </c:pt>
              <c:pt idx="958">
                <c:v>173.83361377229676</c:v>
              </c:pt>
              <c:pt idx="959">
                <c:v>-54.07791590210631</c:v>
              </c:pt>
              <c:pt idx="960">
                <c:v>31.60179473398715</c:v>
              </c:pt>
              <c:pt idx="961">
                <c:v>12.006519555935533</c:v>
              </c:pt>
              <c:pt idx="962">
                <c:v>117.99453819399527</c:v>
              </c:pt>
              <c:pt idx="963">
                <c:v>12.558890907796702</c:v>
              </c:pt>
              <c:pt idx="964">
                <c:v>96.70320905177238</c:v>
              </c:pt>
              <c:pt idx="965">
                <c:v>45.02728400380801</c:v>
              </c:pt>
              <c:pt idx="966">
                <c:v>73.86438121555992</c:v>
              </c:pt>
              <c:pt idx="967">
                <c:v>145.68264321006995</c:v>
              </c:pt>
              <c:pt idx="968">
                <c:v>13.05005488336792</c:v>
              </c:pt>
              <c:pt idx="969">
                <c:v>66.45972984591263</c:v>
              </c:pt>
              <c:pt idx="970">
                <c:v>63.94611063896531</c:v>
              </c:pt>
              <c:pt idx="971">
                <c:v>87.01989113326405</c:v>
              </c:pt>
              <c:pt idx="972">
                <c:v>4.406582506670901</c:v>
              </c:pt>
              <c:pt idx="973">
                <c:v>25.513073068472405</c:v>
              </c:pt>
              <c:pt idx="974">
                <c:v>91.93649157372238</c:v>
              </c:pt>
              <c:pt idx="975">
                <c:v>14.53322301994416</c:v>
              </c:pt>
              <c:pt idx="976">
                <c:v>63.50143625226093</c:v>
              </c:pt>
              <c:pt idx="977">
                <c:v>225.41615733160165</c:v>
              </c:pt>
              <c:pt idx="978">
                <c:v>181.93034768344853</c:v>
              </c:pt>
              <c:pt idx="979">
                <c:v>109.33853842275377</c:v>
              </c:pt>
              <c:pt idx="980">
                <c:v>201.07833943998116</c:v>
              </c:pt>
              <c:pt idx="981">
                <c:v>121.91292668769199</c:v>
              </c:pt>
              <c:pt idx="982">
                <c:v>14.27490788282573</c:v>
              </c:pt>
              <c:pt idx="983">
                <c:v>42.73135235493476</c:v>
              </c:pt>
              <c:pt idx="984">
                <c:v>-46.86140897418099</c:v>
              </c:pt>
              <c:pt idx="985">
                <c:v>45.39668303928692</c:v>
              </c:pt>
              <c:pt idx="986">
                <c:v>198.37408372261402</c:v>
              </c:pt>
              <c:pt idx="987">
                <c:v>43.92369750498544</c:v>
              </c:pt>
              <c:pt idx="988">
                <c:v>235.1526066403671</c:v>
              </c:pt>
              <c:pt idx="989">
                <c:v>171.59231264080609</c:v>
              </c:pt>
              <c:pt idx="990">
                <c:v>144.7007336571628</c:v>
              </c:pt>
              <c:pt idx="991">
                <c:v>44.83679763372703</c:v>
              </c:pt>
              <c:pt idx="992">
                <c:v>-19.200430355759693</c:v>
              </c:pt>
              <c:pt idx="993">
                <c:v>65.45839329193254</c:v>
              </c:pt>
              <c:pt idx="994">
                <c:v>135.11733644737518</c:v>
              </c:pt>
              <c:pt idx="995">
                <c:v>29.915530334322884</c:v>
              </c:pt>
              <c:pt idx="996">
                <c:v>15.359088736035083</c:v>
              </c:pt>
              <c:pt idx="997">
                <c:v>157.5961403246319</c:v>
              </c:pt>
              <c:pt idx="998">
                <c:v>79.77355865532549</c:v>
              </c:pt>
              <c:pt idx="999">
                <c:v>207.25215390440945</c:v>
              </c:pt>
              <c:pt idx="1000">
                <c:v>57.86036027774186</c:v>
              </c:pt>
              <c:pt idx="1001">
                <c:v>116.01687770175106</c:v>
              </c:pt>
              <c:pt idx="1002">
                <c:v>20.559659448094173</c:v>
              </c:pt>
              <c:pt idx="1003">
                <c:v>86.83687484194289</c:v>
              </c:pt>
              <c:pt idx="1004">
                <c:v>7.496579504726384</c:v>
              </c:pt>
              <c:pt idx="1005">
                <c:v>178.28095411699516</c:v>
              </c:pt>
              <c:pt idx="1006">
                <c:v>68.2639535323975</c:v>
              </c:pt>
              <c:pt idx="1007">
                <c:v>209.43414687957045</c:v>
              </c:pt>
              <c:pt idx="1008">
                <c:v>171.26295675548224</c:v>
              </c:pt>
              <c:pt idx="1009">
                <c:v>201.50764768978647</c:v>
              </c:pt>
              <c:pt idx="1010">
                <c:v>86.04836937472224</c:v>
              </c:pt>
              <c:pt idx="1011">
                <c:v>-30.350404179193887</c:v>
              </c:pt>
              <c:pt idx="1012">
                <c:v>135.66989570331327</c:v>
              </c:pt>
              <c:pt idx="1013">
                <c:v>26.332002661580404</c:v>
              </c:pt>
              <c:pt idx="1014">
                <c:v>51.6924142545852</c:v>
              </c:pt>
              <c:pt idx="1015">
                <c:v>31.352874211090295</c:v>
              </c:pt>
              <c:pt idx="1016">
                <c:v>175.4556205012541</c:v>
              </c:pt>
              <c:pt idx="1017">
                <c:v>112.10743357730375</c:v>
              </c:pt>
              <c:pt idx="1018">
                <c:v>66.97758876055369</c:v>
              </c:pt>
              <c:pt idx="1019">
                <c:v>205.20188044685838</c:v>
              </c:pt>
              <c:pt idx="1020">
                <c:v>25.643802870245185</c:v>
              </c:pt>
              <c:pt idx="1021">
                <c:v>20.9722929477089</c:v>
              </c:pt>
              <c:pt idx="1022">
                <c:v>43.29217157609348</c:v>
              </c:pt>
              <c:pt idx="1023">
                <c:v>144.45236620578697</c:v>
              </c:pt>
              <c:pt idx="1024">
                <c:v>92.09785583578261</c:v>
              </c:pt>
              <c:pt idx="1025">
                <c:v>-3.5016826230738474</c:v>
              </c:pt>
              <c:pt idx="1026">
                <c:v>150.42555190326095</c:v>
              </c:pt>
              <c:pt idx="1027">
                <c:v>-24.051640163232477</c:v>
              </c:pt>
              <c:pt idx="1028">
                <c:v>-4.299155580903069</c:v>
              </c:pt>
              <c:pt idx="1029">
                <c:v>-17.062720825193452</c:v>
              </c:pt>
              <c:pt idx="1030">
                <c:v>14.233738101207123</c:v>
              </c:pt>
              <c:pt idx="1031">
                <c:v>13.997677967268856</c:v>
              </c:pt>
              <c:pt idx="1032">
                <c:v>-18.546083994671932</c:v>
              </c:pt>
              <c:pt idx="1033">
                <c:v>187.8877480530958</c:v>
              </c:pt>
              <c:pt idx="1034">
                <c:v>-1.8502004707004716</c:v>
              </c:pt>
              <c:pt idx="1035">
                <c:v>32.30753691274164</c:v>
              </c:pt>
              <c:pt idx="1036">
                <c:v>-28.80248363729352</c:v>
              </c:pt>
              <c:pt idx="1037">
                <c:v>122.53323129637155</c:v>
              </c:pt>
              <c:pt idx="1038">
                <c:v>60.051770113446494</c:v>
              </c:pt>
              <c:pt idx="1039">
                <c:v>-43.61910024386921</c:v>
              </c:pt>
              <c:pt idx="1040">
                <c:v>20.985066358150334</c:v>
              </c:pt>
              <c:pt idx="1041">
                <c:v>-32.85016884258104</c:v>
              </c:pt>
              <c:pt idx="1042">
                <c:v>118.64566372679384</c:v>
              </c:pt>
              <c:pt idx="1043">
                <c:v>76.32879908706082</c:v>
              </c:pt>
              <c:pt idx="1044">
                <c:v>56.38084477819537</c:v>
              </c:pt>
              <c:pt idx="1045">
                <c:v>165.12362088795015</c:v>
              </c:pt>
              <c:pt idx="1046">
                <c:v>-32.36359469811694</c:v>
              </c:pt>
              <c:pt idx="1047">
                <c:v>200.08685733210226</c:v>
              </c:pt>
              <c:pt idx="1048">
                <c:v>97.83772695618879</c:v>
              </c:pt>
              <c:pt idx="1049">
                <c:v>-18.233336941077894</c:v>
              </c:pt>
              <c:pt idx="1050">
                <c:v>6.003794681539404</c:v>
              </c:pt>
              <c:pt idx="1051">
                <c:v>92.70952503906142</c:v>
              </c:pt>
              <c:pt idx="1052">
                <c:v>109.6095599631894</c:v>
              </c:pt>
              <c:pt idx="1053">
                <c:v>45.28769746344904</c:v>
              </c:pt>
              <c:pt idx="1054">
                <c:v>25.348234250878203</c:v>
              </c:pt>
              <c:pt idx="1055">
                <c:v>16.45164522975049</c:v>
              </c:pt>
              <c:pt idx="1056">
                <c:v>54.17283315809591</c:v>
              </c:pt>
              <c:pt idx="1057">
                <c:v>170.40238931067904</c:v>
              </c:pt>
              <c:pt idx="1058">
                <c:v>-76.48677817852533</c:v>
              </c:pt>
              <c:pt idx="1059">
                <c:v>102.30734278829502</c:v>
              </c:pt>
              <c:pt idx="1060">
                <c:v>107.14691393077183</c:v>
              </c:pt>
              <c:pt idx="1061">
                <c:v>99.22023015126376</c:v>
              </c:pt>
              <c:pt idx="1062">
                <c:v>70.99041803498068</c:v>
              </c:pt>
              <c:pt idx="1063">
                <c:v>-5.79615826655219</c:v>
              </c:pt>
              <c:pt idx="1064">
                <c:v>71.58248732123467</c:v>
              </c:pt>
              <c:pt idx="1065">
                <c:v>136.24517435025513</c:v>
              </c:pt>
              <c:pt idx="1066">
                <c:v>96.4560280106071</c:v>
              </c:pt>
              <c:pt idx="1067">
                <c:v>41.34071351420901</c:v>
              </c:pt>
              <c:pt idx="1068">
                <c:v>43.01509185659765</c:v>
              </c:pt>
              <c:pt idx="1069">
                <c:v>-19.165453088168476</c:v>
              </c:pt>
              <c:pt idx="1070">
                <c:v>1.7253537778021553</c:v>
              </c:pt>
              <c:pt idx="1071">
                <c:v>53.07713620524399</c:v>
              </c:pt>
              <c:pt idx="1072">
                <c:v>-18.24152058258902</c:v>
              </c:pt>
              <c:pt idx="1073">
                <c:v>-54.357919210666964</c:v>
              </c:pt>
              <c:pt idx="1074">
                <c:v>78.18678404434047</c:v>
              </c:pt>
              <c:pt idx="1075">
                <c:v>-5.824145540781501</c:v>
              </c:pt>
              <c:pt idx="1076">
                <c:v>189.1061906474341</c:v>
              </c:pt>
              <c:pt idx="1077">
                <c:v>46.521371796421185</c:v>
              </c:pt>
              <c:pt idx="1078">
                <c:v>-65.39458782043505</c:v>
              </c:pt>
              <c:pt idx="1079">
                <c:v>106.06481369124064</c:v>
              </c:pt>
              <c:pt idx="1080">
                <c:v>177.4686235908133</c:v>
              </c:pt>
              <c:pt idx="1081">
                <c:v>77.80162644012692</c:v>
              </c:pt>
              <c:pt idx="1082">
                <c:v>126.8949330323096</c:v>
              </c:pt>
              <c:pt idx="1083">
                <c:v>-44.71357390645163</c:v>
              </c:pt>
              <c:pt idx="1084">
                <c:v>109.70125281217099</c:v>
              </c:pt>
              <c:pt idx="1085">
                <c:v>33.88588052404177</c:v>
              </c:pt>
              <c:pt idx="1086">
                <c:v>93.27662472272962</c:v>
              </c:pt>
              <c:pt idx="1087">
                <c:v>180.05046744321828</c:v>
              </c:pt>
              <c:pt idx="1088">
                <c:v>26.921028973921718</c:v>
              </c:pt>
              <c:pt idx="1089">
                <c:v>87.44361944975228</c:v>
              </c:pt>
              <c:pt idx="1090">
                <c:v>-70.97512533580819</c:v>
              </c:pt>
              <c:pt idx="1091">
                <c:v>66.28995437063266</c:v>
              </c:pt>
              <c:pt idx="1092">
                <c:v>158.73304740970428</c:v>
              </c:pt>
              <c:pt idx="1093">
                <c:v>71.35477345173992</c:v>
              </c:pt>
              <c:pt idx="1094">
                <c:v>11.554118798233844</c:v>
              </c:pt>
              <c:pt idx="1095">
                <c:v>86.93126065596304</c:v>
              </c:pt>
              <c:pt idx="1096">
                <c:v>-51.91976852077126</c:v>
              </c:pt>
              <c:pt idx="1097">
                <c:v>189.69769253430673</c:v>
              </c:pt>
              <c:pt idx="1098">
                <c:v>67.77246599703085</c:v>
              </c:pt>
              <c:pt idx="1099">
                <c:v>73.41085434420734</c:v>
              </c:pt>
              <c:pt idx="1100">
                <c:v>8.714964752982027</c:v>
              </c:pt>
              <c:pt idx="1101">
                <c:v>-20.32824740828997</c:v>
              </c:pt>
              <c:pt idx="1102">
                <c:v>-54.13869765798721</c:v>
              </c:pt>
              <c:pt idx="1103">
                <c:v>187.22900663958126</c:v>
              </c:pt>
              <c:pt idx="1104">
                <c:v>83.315157267869</c:v>
              </c:pt>
              <c:pt idx="1105">
                <c:v>38.969492230081045</c:v>
              </c:pt>
              <c:pt idx="1106">
                <c:v>43.18756353219496</c:v>
              </c:pt>
              <c:pt idx="1107">
                <c:v>124.76495997169768</c:v>
              </c:pt>
              <c:pt idx="1108">
                <c:v>7.75439471151109</c:v>
              </c:pt>
              <c:pt idx="1109">
                <c:v>161.33760337006674</c:v>
              </c:pt>
              <c:pt idx="1110">
                <c:v>7.835349953620359</c:v>
              </c:pt>
              <c:pt idx="1111">
                <c:v>-21.460799591923433</c:v>
              </c:pt>
              <c:pt idx="1112">
                <c:v>240.01263436925242</c:v>
              </c:pt>
              <c:pt idx="1113">
                <c:v>5.825600997167086</c:v>
              </c:pt>
              <c:pt idx="1114">
                <c:v>54.30246263345901</c:v>
              </c:pt>
              <c:pt idx="1115">
                <c:v>201.98627561505234</c:v>
              </c:pt>
              <c:pt idx="1116">
                <c:v>42.5042112858737</c:v>
              </c:pt>
              <c:pt idx="1117">
                <c:v>58.60327525889723</c:v>
              </c:pt>
              <c:pt idx="1118">
                <c:v>130.56340808979957</c:v>
              </c:pt>
              <c:pt idx="1119">
                <c:v>-8.472477884243744</c:v>
              </c:pt>
              <c:pt idx="1120">
                <c:v>-19.8205025778489</c:v>
              </c:pt>
              <c:pt idx="1121">
                <c:v>-46.85177150672088</c:v>
              </c:pt>
              <c:pt idx="1122">
                <c:v>33.81584083947368</c:v>
              </c:pt>
              <c:pt idx="1123">
                <c:v>99.2383059057374</c:v>
              </c:pt>
              <c:pt idx="1124">
                <c:v>178.77826800843923</c:v>
              </c:pt>
              <c:pt idx="1125">
                <c:v>191.2030693838539</c:v>
              </c:pt>
              <c:pt idx="1126">
                <c:v>-30.732083655470305</c:v>
              </c:pt>
              <c:pt idx="1127">
                <c:v>12.723184076043587</c:v>
              </c:pt>
              <c:pt idx="1128">
                <c:v>132.63330139862393</c:v>
              </c:pt>
              <c:pt idx="1129">
                <c:v>77.2756751558743</c:v>
              </c:pt>
              <c:pt idx="1130">
                <c:v>51.56184498077282</c:v>
              </c:pt>
              <c:pt idx="1131">
                <c:v>148.83028623015795</c:v>
              </c:pt>
              <c:pt idx="1132">
                <c:v>-28.088489864706986</c:v>
              </c:pt>
              <c:pt idx="1133">
                <c:v>66.3835326418837</c:v>
              </c:pt>
              <c:pt idx="1134">
                <c:v>76.5745946475179</c:v>
              </c:pt>
              <c:pt idx="1135">
                <c:v>156.2802795414136</c:v>
              </c:pt>
              <c:pt idx="1136">
                <c:v>157.95726062444453</c:v>
              </c:pt>
              <c:pt idx="1137">
                <c:v>85.37752408571419</c:v>
              </c:pt>
              <c:pt idx="1138">
                <c:v>94.34935904743332</c:v>
              </c:pt>
              <c:pt idx="1139">
                <c:v>45.42670682972585</c:v>
              </c:pt>
              <c:pt idx="1140">
                <c:v>42.734930150098755</c:v>
              </c:pt>
              <c:pt idx="1141">
                <c:v>23.063005540146094</c:v>
              </c:pt>
              <c:pt idx="1142">
                <c:v>-33.91743276661407</c:v>
              </c:pt>
              <c:pt idx="1143">
                <c:v>37.55595191149591</c:v>
              </c:pt>
              <c:pt idx="1144">
                <c:v>2.4196466288234717</c:v>
              </c:pt>
              <c:pt idx="1145">
                <c:v>-6.6408005212823795</c:v>
              </c:pt>
              <c:pt idx="1146">
                <c:v>-3.273252304811905</c:v>
              </c:pt>
              <c:pt idx="1147">
                <c:v>46.87121795699552</c:v>
              </c:pt>
              <c:pt idx="1148">
                <c:v>-17.082423612248363</c:v>
              </c:pt>
              <c:pt idx="1149">
                <c:v>18.310854044922763</c:v>
              </c:pt>
              <c:pt idx="1150">
                <c:v>198.83516261470083</c:v>
              </c:pt>
              <c:pt idx="1151">
                <c:v>8.811173981065224</c:v>
              </c:pt>
              <c:pt idx="1152">
                <c:v>66.42764150931484</c:v>
              </c:pt>
              <c:pt idx="1153">
                <c:v>177.77572886623574</c:v>
              </c:pt>
              <c:pt idx="1154">
                <c:v>-34.30932645865738</c:v>
              </c:pt>
              <c:pt idx="1155">
                <c:v>-25.85134988540601</c:v>
              </c:pt>
              <c:pt idx="1156">
                <c:v>138.29860376783762</c:v>
              </c:pt>
              <c:pt idx="1157">
                <c:v>55.858666609687994</c:v>
              </c:pt>
              <c:pt idx="1158">
                <c:v>9.632359308993472</c:v>
              </c:pt>
              <c:pt idx="1159">
                <c:v>113.28167845401914</c:v>
              </c:pt>
              <c:pt idx="1160">
                <c:v>29.604997314265137</c:v>
              </c:pt>
              <c:pt idx="1161">
                <c:v>155.10911268263422</c:v>
              </c:pt>
              <c:pt idx="1162">
                <c:v>41.97536596638216</c:v>
              </c:pt>
              <c:pt idx="1163">
                <c:v>107.5979584436497</c:v>
              </c:pt>
              <c:pt idx="1164">
                <c:v>104.46912937499256</c:v>
              </c:pt>
              <c:pt idx="1165">
                <c:v>59.68000155779924</c:v>
              </c:pt>
              <c:pt idx="1166">
                <c:v>184.9055521066019</c:v>
              </c:pt>
              <c:pt idx="1167">
                <c:v>159.29035183413635</c:v>
              </c:pt>
              <c:pt idx="1168">
                <c:v>237.18984746501036</c:v>
              </c:pt>
              <c:pt idx="1169">
                <c:v>7.806480495787639</c:v>
              </c:pt>
              <c:pt idx="1170">
                <c:v>-26.106685536758604</c:v>
              </c:pt>
              <c:pt idx="1171">
                <c:v>190.89047397923562</c:v>
              </c:pt>
              <c:pt idx="1172">
                <c:v>73.51024681161317</c:v>
              </c:pt>
              <c:pt idx="1173">
                <c:v>219.30911527489698</c:v>
              </c:pt>
              <c:pt idx="1174">
                <c:v>168.68497795136665</c:v>
              </c:pt>
              <c:pt idx="1175">
                <c:v>226.1707927331838</c:v>
              </c:pt>
              <c:pt idx="1176">
                <c:v>-50.443571738192006</c:v>
              </c:pt>
              <c:pt idx="1177">
                <c:v>32.54510240424952</c:v>
              </c:pt>
              <c:pt idx="1178">
                <c:v>70.83452625951158</c:v>
              </c:pt>
              <c:pt idx="1179">
                <c:v>200.72022012588803</c:v>
              </c:pt>
              <c:pt idx="1180">
                <c:v>195.6499429148626</c:v>
              </c:pt>
              <c:pt idx="1181">
                <c:v>178.0026435903618</c:v>
              </c:pt>
              <c:pt idx="1182">
                <c:v>120.7046205010842</c:v>
              </c:pt>
              <c:pt idx="1183">
                <c:v>36.3107738685065</c:v>
              </c:pt>
              <c:pt idx="1184">
                <c:v>18.49096051483606</c:v>
              </c:pt>
              <c:pt idx="1185">
                <c:v>83.75038218105747</c:v>
              </c:pt>
              <c:pt idx="1186">
                <c:v>45.70025726833449</c:v>
              </c:pt>
              <c:pt idx="1187">
                <c:v>2.896078615068234</c:v>
              </c:pt>
              <c:pt idx="1188">
                <c:v>-3.5221484972890735</c:v>
              </c:pt>
              <c:pt idx="1189">
                <c:v>-76.68045868487462</c:v>
              </c:pt>
              <c:pt idx="1190">
                <c:v>19.300751926995176</c:v>
              </c:pt>
              <c:pt idx="1191">
                <c:v>68.8208536605349</c:v>
              </c:pt>
              <c:pt idx="1192">
                <c:v>47.75022709601332</c:v>
              </c:pt>
              <c:pt idx="1193">
                <c:v>-4.604103331941211</c:v>
              </c:pt>
              <c:pt idx="1194">
                <c:v>-14.44525306493071</c:v>
              </c:pt>
              <c:pt idx="1195">
                <c:v>115.35049607077234</c:v>
              </c:pt>
              <c:pt idx="1196">
                <c:v>44.19300220159556</c:v>
              </c:pt>
              <c:pt idx="1197">
                <c:v>5.479744081429914</c:v>
              </c:pt>
              <c:pt idx="1198">
                <c:v>110.35954188503905</c:v>
              </c:pt>
              <c:pt idx="1199">
                <c:v>168.09217255721927</c:v>
              </c:pt>
              <c:pt idx="1200">
                <c:v>-55.56167963366322</c:v>
              </c:pt>
              <c:pt idx="1201">
                <c:v>183.4252046762615</c:v>
              </c:pt>
              <c:pt idx="1202">
                <c:v>17.512834600301936</c:v>
              </c:pt>
              <c:pt idx="1203">
                <c:v>15.297696716854105</c:v>
              </c:pt>
              <c:pt idx="1204">
                <c:v>-35.613395616043164</c:v>
              </c:pt>
              <c:pt idx="1205">
                <c:v>53.60137886095175</c:v>
              </c:pt>
              <c:pt idx="1206">
                <c:v>-10.438768675445623</c:v>
              </c:pt>
              <c:pt idx="1207">
                <c:v>-41.04155666092245</c:v>
              </c:pt>
              <c:pt idx="1208">
                <c:v>125.57228259882955</c:v>
              </c:pt>
              <c:pt idx="1209">
                <c:v>207.29587643987378</c:v>
              </c:pt>
              <c:pt idx="1210">
                <c:v>149.10206128645657</c:v>
              </c:pt>
              <c:pt idx="1211">
                <c:v>191.02157962272355</c:v>
              </c:pt>
              <c:pt idx="1212">
                <c:v>175.22892613935466</c:v>
              </c:pt>
              <c:pt idx="1213">
                <c:v>74.14777901190483</c:v>
              </c:pt>
              <c:pt idx="1214">
                <c:v>-40.804831482527206</c:v>
              </c:pt>
              <c:pt idx="1215">
                <c:v>97.9671481628406</c:v>
              </c:pt>
              <c:pt idx="1216">
                <c:v>211.84278548528494</c:v>
              </c:pt>
              <c:pt idx="1217">
                <c:v>-27.764880317290377</c:v>
              </c:pt>
              <c:pt idx="1218">
                <c:v>131.43282727267064</c:v>
              </c:pt>
              <c:pt idx="1219">
                <c:v>-19.921479647672086</c:v>
              </c:pt>
              <c:pt idx="1220">
                <c:v>186.7696210652774</c:v>
              </c:pt>
              <c:pt idx="1221">
                <c:v>86.6745043040684</c:v>
              </c:pt>
              <c:pt idx="1222">
                <c:v>-12.63944970505672</c:v>
              </c:pt>
              <c:pt idx="1223">
                <c:v>-4.607819074250038</c:v>
              </c:pt>
              <c:pt idx="1224">
                <c:v>77.49553341229827</c:v>
              </c:pt>
              <c:pt idx="1225">
                <c:v>15.770770266648341</c:v>
              </c:pt>
              <c:pt idx="1226">
                <c:v>70.5789153903334</c:v>
              </c:pt>
              <c:pt idx="1227">
                <c:v>118.22097362148499</c:v>
              </c:pt>
              <c:pt idx="1228">
                <c:v>82.3357732640004</c:v>
              </c:pt>
              <c:pt idx="1229">
                <c:v>204.90815331022557</c:v>
              </c:pt>
              <c:pt idx="1230">
                <c:v>134.96124441322783</c:v>
              </c:pt>
              <c:pt idx="1231">
                <c:v>5.862020316195725</c:v>
              </c:pt>
              <c:pt idx="1232">
                <c:v>165.69583533993006</c:v>
              </c:pt>
              <c:pt idx="1233">
                <c:v>188.35136142297821</c:v>
              </c:pt>
              <c:pt idx="1234">
                <c:v>67.34995504901008</c:v>
              </c:pt>
              <c:pt idx="1235">
                <c:v>17.918631284349246</c:v>
              </c:pt>
              <c:pt idx="1236">
                <c:v>61.12059067488867</c:v>
              </c:pt>
              <c:pt idx="1237">
                <c:v>205.9353350509246</c:v>
              </c:pt>
              <c:pt idx="1238">
                <c:v>63.317008691456216</c:v>
              </c:pt>
              <c:pt idx="1239">
                <c:v>80.34105610476794</c:v>
              </c:pt>
              <c:pt idx="1240">
                <c:v>19.79560394263197</c:v>
              </c:pt>
              <c:pt idx="1241">
                <c:v>121.67232074220428</c:v>
              </c:pt>
              <c:pt idx="1242">
                <c:v>152.9639011399674</c:v>
              </c:pt>
              <c:pt idx="1243">
                <c:v>143.9621686643199</c:v>
              </c:pt>
              <c:pt idx="1244">
                <c:v>119.66002596864269</c:v>
              </c:pt>
              <c:pt idx="1245">
                <c:v>39.79568309179817</c:v>
              </c:pt>
              <c:pt idx="1246">
                <c:v>206.18921001888663</c:v>
              </c:pt>
              <c:pt idx="1247">
                <c:v>157.7358691769339</c:v>
              </c:pt>
              <c:pt idx="1248">
                <c:v>73.32932094619412</c:v>
              </c:pt>
              <c:pt idx="1249">
                <c:v>19.588168900060616</c:v>
              </c:pt>
              <c:pt idx="1250">
                <c:v>10.357236207677538</c:v>
              </c:pt>
              <c:pt idx="1251">
                <c:v>99.25400251113277</c:v>
              </c:pt>
              <c:pt idx="1252">
                <c:v>90.37486457272234</c:v>
              </c:pt>
              <c:pt idx="1253">
                <c:v>93.39554884169965</c:v>
              </c:pt>
              <c:pt idx="1254">
                <c:v>84.41625571611793</c:v>
              </c:pt>
              <c:pt idx="1255">
                <c:v>134.0091502420338</c:v>
              </c:pt>
              <c:pt idx="1256">
                <c:v>164.19179921315902</c:v>
              </c:pt>
              <c:pt idx="1257">
                <c:v>175.10970669662925</c:v>
              </c:pt>
              <c:pt idx="1258">
                <c:v>31.653668885710072</c:v>
              </c:pt>
              <c:pt idx="1259">
                <c:v>7.7951930787997625</c:v>
              </c:pt>
              <c:pt idx="1260">
                <c:v>210.29077478236113</c:v>
              </c:pt>
              <c:pt idx="1261">
                <c:v>40.555830669963605</c:v>
              </c:pt>
              <c:pt idx="1262">
                <c:v>-1.8696432554488567</c:v>
              </c:pt>
              <c:pt idx="1263">
                <c:v>-64.52743043617505</c:v>
              </c:pt>
              <c:pt idx="1264">
                <c:v>74.43561102095106</c:v>
              </c:pt>
              <c:pt idx="1265">
                <c:v>72.59259094665006</c:v>
              </c:pt>
              <c:pt idx="1266">
                <c:v>224.44440129078572</c:v>
              </c:pt>
              <c:pt idx="1267">
                <c:v>-7.194763023238124</c:v>
              </c:pt>
              <c:pt idx="1268">
                <c:v>222.95581712629513</c:v>
              </c:pt>
              <c:pt idx="1269">
                <c:v>78.48918820300742</c:v>
              </c:pt>
              <c:pt idx="1270">
                <c:v>5.0133385749048145</c:v>
              </c:pt>
              <c:pt idx="1271">
                <c:v>128.46062617943392</c:v>
              </c:pt>
              <c:pt idx="1272">
                <c:v>-29.4512752428614</c:v>
              </c:pt>
              <c:pt idx="1273">
                <c:v>213.15745829515336</c:v>
              </c:pt>
              <c:pt idx="1274">
                <c:v>192.32206446169772</c:v>
              </c:pt>
              <c:pt idx="1275">
                <c:v>-63.34539700418061</c:v>
              </c:pt>
              <c:pt idx="1276">
                <c:v>-16.073752209534405</c:v>
              </c:pt>
              <c:pt idx="1277">
                <c:v>-28.33614602768442</c:v>
              </c:pt>
              <c:pt idx="1278">
                <c:v>101.9353485187215</c:v>
              </c:pt>
              <c:pt idx="1279">
                <c:v>228.19382247484467</c:v>
              </c:pt>
              <c:pt idx="1280">
                <c:v>92.93402034946749</c:v>
              </c:pt>
              <c:pt idx="1281">
                <c:v>27.34869919748303</c:v>
              </c:pt>
              <c:pt idx="1282">
                <c:v>132.69791204860888</c:v>
              </c:pt>
              <c:pt idx="1283">
                <c:v>44.27404861315503</c:v>
              </c:pt>
              <c:pt idx="1284">
                <c:v>191.39661513706326</c:v>
              </c:pt>
              <c:pt idx="1285">
                <c:v>132.26129324039994</c:v>
              </c:pt>
              <c:pt idx="1286">
                <c:v>135.55463070235265</c:v>
              </c:pt>
              <c:pt idx="1287">
                <c:v>-7.421313025399904</c:v>
              </c:pt>
              <c:pt idx="1288">
                <c:v>128.14502004986076</c:v>
              </c:pt>
              <c:pt idx="1289">
                <c:v>75.5952750139044</c:v>
              </c:pt>
              <c:pt idx="1290">
                <c:v>-44.96183126160324</c:v>
              </c:pt>
              <c:pt idx="1291">
                <c:v>136.2575423428786</c:v>
              </c:pt>
              <c:pt idx="1292">
                <c:v>50.262018176259865</c:v>
              </c:pt>
              <c:pt idx="1293">
                <c:v>52.79176926462372</c:v>
              </c:pt>
              <c:pt idx="1294">
                <c:v>200.87457604376974</c:v>
              </c:pt>
              <c:pt idx="1295">
                <c:v>27.096310920240445</c:v>
              </c:pt>
              <c:pt idx="1296">
                <c:v>79.23475771947085</c:v>
              </c:pt>
              <c:pt idx="1297">
                <c:v>14.326498156740847</c:v>
              </c:pt>
              <c:pt idx="1298">
                <c:v>-11.562890674187457</c:v>
              </c:pt>
              <c:pt idx="1299">
                <c:v>103.12168311383488</c:v>
              </c:pt>
              <c:pt idx="1300">
                <c:v>105.41033369170306</c:v>
              </c:pt>
              <c:pt idx="1301">
                <c:v>-12.241624570897415</c:v>
              </c:pt>
              <c:pt idx="1302">
                <c:v>122.17088211527569</c:v>
              </c:pt>
              <c:pt idx="1303">
                <c:v>91.36553683499164</c:v>
              </c:pt>
              <c:pt idx="1304">
                <c:v>-12.287955260376563</c:v>
              </c:pt>
              <c:pt idx="1305">
                <c:v>59.88472670837246</c:v>
              </c:pt>
              <c:pt idx="1306">
                <c:v>-40.339463172269504</c:v>
              </c:pt>
              <c:pt idx="1307">
                <c:v>121.97559581002508</c:v>
              </c:pt>
              <c:pt idx="1308">
                <c:v>-4.420929487511607</c:v>
              </c:pt>
              <c:pt idx="1309">
                <c:v>52.888292428418985</c:v>
              </c:pt>
              <c:pt idx="1310">
                <c:v>95.26077962457234</c:v>
              </c:pt>
              <c:pt idx="1311">
                <c:v>206.2362092465547</c:v>
              </c:pt>
              <c:pt idx="1312">
                <c:v>118.407912174708</c:v>
              </c:pt>
              <c:pt idx="1313">
                <c:v>-66.08254041582335</c:v>
              </c:pt>
              <c:pt idx="1314">
                <c:v>-58.312522281477</c:v>
              </c:pt>
              <c:pt idx="1315">
                <c:v>84.81618023296843</c:v>
              </c:pt>
              <c:pt idx="1316">
                <c:v>-18.03360213915633</c:v>
              </c:pt>
              <c:pt idx="1317">
                <c:v>35.28499276501644</c:v>
              </c:pt>
              <c:pt idx="1318">
                <c:v>163.24941624936844</c:v>
              </c:pt>
              <c:pt idx="1319">
                <c:v>180.77204818551292</c:v>
              </c:pt>
              <c:pt idx="1320">
                <c:v>111.60571545140921</c:v>
              </c:pt>
              <c:pt idx="1321">
                <c:v>-11.375151790264574</c:v>
              </c:pt>
              <c:pt idx="1322">
                <c:v>74.55156607920493</c:v>
              </c:pt>
              <c:pt idx="1323">
                <c:v>88.82271999422244</c:v>
              </c:pt>
              <c:pt idx="1324">
                <c:v>9.314046605163789</c:v>
              </c:pt>
              <c:pt idx="1325">
                <c:v>24.288799861958754</c:v>
              </c:pt>
              <c:pt idx="1326">
                <c:v>50.628811497554146</c:v>
              </c:pt>
              <c:pt idx="1327">
                <c:v>-64.67965753097918</c:v>
              </c:pt>
              <c:pt idx="1328">
                <c:v>44.94108494411491</c:v>
              </c:pt>
              <c:pt idx="1329">
                <c:v>195.16167297248072</c:v>
              </c:pt>
              <c:pt idx="1330">
                <c:v>1.4908506741016225</c:v>
              </c:pt>
              <c:pt idx="1331">
                <c:v>91.89074169271156</c:v>
              </c:pt>
              <c:pt idx="1332">
                <c:v>57.841659468235726</c:v>
              </c:pt>
              <c:pt idx="1333">
                <c:v>-21.41250222957369</c:v>
              </c:pt>
              <c:pt idx="1334">
                <c:v>190.00359104522033</c:v>
              </c:pt>
              <c:pt idx="1335">
                <c:v>202.96681021906255</c:v>
              </c:pt>
              <c:pt idx="1336">
                <c:v>182.52112099716763</c:v>
              </c:pt>
              <c:pt idx="1337">
                <c:v>134.76540465250304</c:v>
              </c:pt>
              <c:pt idx="1338">
                <c:v>233.86008107043895</c:v>
              </c:pt>
              <c:pt idx="1339">
                <c:v>95.30881294235033</c:v>
              </c:pt>
              <c:pt idx="1340">
                <c:v>224.68244629991108</c:v>
              </c:pt>
              <c:pt idx="1341">
                <c:v>74.48549155385126</c:v>
              </c:pt>
              <c:pt idx="1342">
                <c:v>159.00196843612406</c:v>
              </c:pt>
              <c:pt idx="1343">
                <c:v>42.32761917014186</c:v>
              </c:pt>
              <c:pt idx="1344">
                <c:v>177.3271019100228</c:v>
              </c:pt>
              <c:pt idx="1345">
                <c:v>36.18554901286021</c:v>
              </c:pt>
              <c:pt idx="1346">
                <c:v>184.5709183036939</c:v>
              </c:pt>
              <c:pt idx="1347">
                <c:v>238.62064413512962</c:v>
              </c:pt>
              <c:pt idx="1348">
                <c:v>40.7279477646292</c:v>
              </c:pt>
              <c:pt idx="1349">
                <c:v>145.1479980220879</c:v>
              </c:pt>
              <c:pt idx="1350">
                <c:v>181.0419212910159</c:v>
              </c:pt>
              <c:pt idx="1351">
                <c:v>-21.6413190391158</c:v>
              </c:pt>
              <c:pt idx="1352">
                <c:v>-10.566060933340928</c:v>
              </c:pt>
              <c:pt idx="1353">
                <c:v>12.864860561777576</c:v>
              </c:pt>
              <c:pt idx="1354">
                <c:v>-6.640806107951434</c:v>
              </c:pt>
              <c:pt idx="1355">
                <c:v>127.47342654216521</c:v>
              </c:pt>
              <c:pt idx="1356">
                <c:v>54.91380586076571</c:v>
              </c:pt>
              <c:pt idx="1357">
                <c:v>80.90227347355743</c:v>
              </c:pt>
              <c:pt idx="1358">
                <c:v>110.55836833329394</c:v>
              </c:pt>
              <c:pt idx="1359">
                <c:v>-8.8261451023481</c:v>
              </c:pt>
              <c:pt idx="1360">
                <c:v>47.853716637797156</c:v>
              </c:pt>
              <c:pt idx="1361">
                <c:v>95.21351723409784</c:v>
              </c:pt>
              <c:pt idx="1362">
                <c:v>69.1147512749319</c:v>
              </c:pt>
              <c:pt idx="1363">
                <c:v>199.63591912708577</c:v>
              </c:pt>
              <c:pt idx="1364">
                <c:v>-30.137098146952937</c:v>
              </c:pt>
              <c:pt idx="1365">
                <c:v>139.05629963586557</c:v>
              </c:pt>
              <c:pt idx="1366">
                <c:v>122.58741092325927</c:v>
              </c:pt>
              <c:pt idx="1367">
                <c:v>191.24812816318405</c:v>
              </c:pt>
              <c:pt idx="1368">
                <c:v>123.122768631064</c:v>
              </c:pt>
              <c:pt idx="1369">
                <c:v>20.049947941557924</c:v>
              </c:pt>
              <c:pt idx="1370">
                <c:v>186.52918078743605</c:v>
              </c:pt>
              <c:pt idx="1371">
                <c:v>185.46764454982295</c:v>
              </c:pt>
              <c:pt idx="1372">
                <c:v>20.550070247597176</c:v>
              </c:pt>
              <c:pt idx="1373">
                <c:v>123.7984396304264</c:v>
              </c:pt>
              <c:pt idx="1374">
                <c:v>61.283246544672316</c:v>
              </c:pt>
              <c:pt idx="1375">
                <c:v>-25.25980457115105</c:v>
              </c:pt>
              <c:pt idx="1376">
                <c:v>76.31118639745651</c:v>
              </c:pt>
              <c:pt idx="1377">
                <c:v>-26.12765229233989</c:v>
              </c:pt>
              <c:pt idx="1378">
                <c:v>11.495096299618268</c:v>
              </c:pt>
              <c:pt idx="1379">
                <c:v>93.16332128696689</c:v>
              </c:pt>
              <c:pt idx="1380">
                <c:v>-39.997493467388836</c:v>
              </c:pt>
              <c:pt idx="1381">
                <c:v>124.66665730400489</c:v>
              </c:pt>
              <c:pt idx="1382">
                <c:v>121.07006894277659</c:v>
              </c:pt>
              <c:pt idx="1383">
                <c:v>158.07461668529987</c:v>
              </c:pt>
              <c:pt idx="1384">
                <c:v>-51.702365029479225</c:v>
              </c:pt>
              <c:pt idx="1385">
                <c:v>123.119720513153</c:v>
              </c:pt>
              <c:pt idx="1386">
                <c:v>113.18114405912121</c:v>
              </c:pt>
              <c:pt idx="1387">
                <c:v>14.216942089676657</c:v>
              </c:pt>
              <c:pt idx="1388">
                <c:v>41.90908424797082</c:v>
              </c:pt>
              <c:pt idx="1389">
                <c:v>160.61513642993086</c:v>
              </c:pt>
              <c:pt idx="1390">
                <c:v>167.15358388298097</c:v>
              </c:pt>
              <c:pt idx="1391">
                <c:v>40.927030185129226</c:v>
              </c:pt>
              <c:pt idx="1392">
                <c:v>51.573225469492456</c:v>
              </c:pt>
              <c:pt idx="1393">
                <c:v>211.28525665626117</c:v>
              </c:pt>
              <c:pt idx="1394">
                <c:v>-29.187079985086484</c:v>
              </c:pt>
              <c:pt idx="1395">
                <c:v>-36.81790642686323</c:v>
              </c:pt>
              <c:pt idx="1396">
                <c:v>107.49159361970885</c:v>
              </c:pt>
              <c:pt idx="1397">
                <c:v>200.0831872840236</c:v>
              </c:pt>
              <c:pt idx="1398">
                <c:v>51.10982001381521</c:v>
              </c:pt>
              <c:pt idx="1399">
                <c:v>154.89270279484367</c:v>
              </c:pt>
              <c:pt idx="1400">
                <c:v>-5.668728294971238</c:v>
              </c:pt>
              <c:pt idx="1401">
                <c:v>140.21325021593557</c:v>
              </c:pt>
              <c:pt idx="1402">
                <c:v>194.58187372872547</c:v>
              </c:pt>
              <c:pt idx="1403">
                <c:v>95.62432634282351</c:v>
              </c:pt>
              <c:pt idx="1404">
                <c:v>57.011891839607344</c:v>
              </c:pt>
              <c:pt idx="1405">
                <c:v>32.985390804351375</c:v>
              </c:pt>
              <c:pt idx="1406">
                <c:v>107.38722911118126</c:v>
              </c:pt>
              <c:pt idx="1407">
                <c:v>145.3323408320682</c:v>
              </c:pt>
              <c:pt idx="1408">
                <c:v>14.945699234332459</c:v>
              </c:pt>
              <c:pt idx="1409">
                <c:v>84.2936658789498</c:v>
              </c:pt>
              <c:pt idx="1410">
                <c:v>187.551022817972</c:v>
              </c:pt>
              <c:pt idx="1411">
                <c:v>-28.032529815439034</c:v>
              </c:pt>
              <c:pt idx="1412">
                <c:v>179.53602925868046</c:v>
              </c:pt>
              <c:pt idx="1413">
                <c:v>103.61902461367109</c:v>
              </c:pt>
              <c:pt idx="1414">
                <c:v>1.2140191159815146</c:v>
              </c:pt>
              <c:pt idx="1415">
                <c:v>179.90276847201972</c:v>
              </c:pt>
              <c:pt idx="1416">
                <c:v>241.37814837369478</c:v>
              </c:pt>
              <c:pt idx="1417">
                <c:v>49.35015947303927</c:v>
              </c:pt>
              <c:pt idx="1418">
                <c:v>31.315798368714262</c:v>
              </c:pt>
              <c:pt idx="1419">
                <c:v>-8.389668136843191</c:v>
              </c:pt>
              <c:pt idx="1420">
                <c:v>168.02646481966207</c:v>
              </c:pt>
              <c:pt idx="1421">
                <c:v>-54.90283339475825</c:v>
              </c:pt>
              <c:pt idx="1422">
                <c:v>121.36602547460943</c:v>
              </c:pt>
              <c:pt idx="1423">
                <c:v>-65.11454851811561</c:v>
              </c:pt>
              <c:pt idx="1424">
                <c:v>14.972080167392278</c:v>
              </c:pt>
              <c:pt idx="1425">
                <c:v>127.1636235558488</c:v>
              </c:pt>
              <c:pt idx="1426">
                <c:v>29.50040655650899</c:v>
              </c:pt>
              <c:pt idx="1427">
                <c:v>50.424596382033045</c:v>
              </c:pt>
              <c:pt idx="1428">
                <c:v>42.24204272812246</c:v>
              </c:pt>
              <c:pt idx="1429">
                <c:v>-2.009923001106465</c:v>
              </c:pt>
              <c:pt idx="1430">
                <c:v>24.037533427896154</c:v>
              </c:pt>
              <c:pt idx="1431">
                <c:v>65.18129888270272</c:v>
              </c:pt>
              <c:pt idx="1432">
                <c:v>97.22186021960553</c:v>
              </c:pt>
              <c:pt idx="1433">
                <c:v>56.01835315147158</c:v>
              </c:pt>
              <c:pt idx="1434">
                <c:v>104.66213621671498</c:v>
              </c:pt>
              <c:pt idx="1435">
                <c:v>12.205394902737616</c:v>
              </c:pt>
              <c:pt idx="1436">
                <c:v>-9.61978167718246</c:v>
              </c:pt>
              <c:pt idx="1437">
                <c:v>36.874413808535095</c:v>
              </c:pt>
              <c:pt idx="1438">
                <c:v>50.89303725312144</c:v>
              </c:pt>
              <c:pt idx="1439">
                <c:v>106.83680357810005</c:v>
              </c:pt>
              <c:pt idx="1440">
                <c:v>-41.63303791574886</c:v>
              </c:pt>
              <c:pt idx="1441">
                <c:v>23.028569612642617</c:v>
              </c:pt>
              <c:pt idx="1442">
                <c:v>-26.002541054467045</c:v>
              </c:pt>
              <c:pt idx="1443">
                <c:v>81.39851008729262</c:v>
              </c:pt>
              <c:pt idx="1444">
                <c:v>151.99047878179283</c:v>
              </c:pt>
              <c:pt idx="1445">
                <c:v>78.15032735952995</c:v>
              </c:pt>
              <c:pt idx="1446">
                <c:v>85.55205926754373</c:v>
              </c:pt>
              <c:pt idx="1447">
                <c:v>204.2813928669125</c:v>
              </c:pt>
              <c:pt idx="1448">
                <c:v>-23.5185587927717</c:v>
              </c:pt>
              <c:pt idx="1449">
                <c:v>195.00625960673688</c:v>
              </c:pt>
              <c:pt idx="1450">
                <c:v>-27.225697631879896</c:v>
              </c:pt>
              <c:pt idx="1451">
                <c:v>33.318040408021346</c:v>
              </c:pt>
              <c:pt idx="1452">
                <c:v>49.01806831075853</c:v>
              </c:pt>
              <c:pt idx="1453">
                <c:v>191.88672484033307</c:v>
              </c:pt>
              <c:pt idx="1454">
                <c:v>108.01562766677284</c:v>
              </c:pt>
              <c:pt idx="1455">
                <c:v>180.80592456024465</c:v>
              </c:pt>
              <c:pt idx="1456">
                <c:v>170.7807963181438</c:v>
              </c:pt>
              <c:pt idx="1457">
                <c:v>124.09919386537581</c:v>
              </c:pt>
              <c:pt idx="1458">
                <c:v>-50.88761086434374</c:v>
              </c:pt>
              <c:pt idx="1459">
                <c:v>81.59789333560076</c:v>
              </c:pt>
              <c:pt idx="1460">
                <c:v>31.551460133643538</c:v>
              </c:pt>
              <c:pt idx="1461">
                <c:v>122.33385965516233</c:v>
              </c:pt>
              <c:pt idx="1462">
                <c:v>76.7021875117512</c:v>
              </c:pt>
              <c:pt idx="1463">
                <c:v>-9.673756607443579</c:v>
              </c:pt>
              <c:pt idx="1464">
                <c:v>97.0463574762436</c:v>
              </c:pt>
              <c:pt idx="1465">
                <c:v>188.63446483202677</c:v>
              </c:pt>
              <c:pt idx="1466">
                <c:v>134.45746735834024</c:v>
              </c:pt>
              <c:pt idx="1467">
                <c:v>-30.50443169289875</c:v>
              </c:pt>
              <c:pt idx="1468">
                <c:v>-13.734496349674174</c:v>
              </c:pt>
              <c:pt idx="1469">
                <c:v>47.94549467971406</c:v>
              </c:pt>
              <c:pt idx="1470">
                <c:v>177.14590601488482</c:v>
              </c:pt>
              <c:pt idx="1471">
                <c:v>196.4233646655074</c:v>
              </c:pt>
              <c:pt idx="1472">
                <c:v>68.38377538386224</c:v>
              </c:pt>
              <c:pt idx="1473">
                <c:v>165.16078075176435</c:v>
              </c:pt>
              <c:pt idx="1474">
                <c:v>148.62097581480282</c:v>
              </c:pt>
              <c:pt idx="1475">
                <c:v>139.9794348105816</c:v>
              </c:pt>
              <c:pt idx="1476">
                <c:v>24.396095195252663</c:v>
              </c:pt>
              <c:pt idx="1477">
                <c:v>96.59758611829506</c:v>
              </c:pt>
              <c:pt idx="1478">
                <c:v>42.58917067921661</c:v>
              </c:pt>
              <c:pt idx="1479">
                <c:v>-10.711373310455613</c:v>
              </c:pt>
              <c:pt idx="1480">
                <c:v>97.26310760406808</c:v>
              </c:pt>
              <c:pt idx="1481">
                <c:v>53.658732558847895</c:v>
              </c:pt>
              <c:pt idx="1482">
                <c:v>191.40131812567182</c:v>
              </c:pt>
              <c:pt idx="1483">
                <c:v>71.66890527395739</c:v>
              </c:pt>
              <c:pt idx="1484">
                <c:v>84.58370018698476</c:v>
              </c:pt>
              <c:pt idx="1485">
                <c:v>233.06020324365588</c:v>
              </c:pt>
              <c:pt idx="1486">
                <c:v>-19.721911514676293</c:v>
              </c:pt>
              <c:pt idx="1487">
                <c:v>143.16095628480286</c:v>
              </c:pt>
              <c:pt idx="1488">
                <c:v>90.98015882614146</c:v>
              </c:pt>
              <c:pt idx="1489">
                <c:v>1.9381753089885834</c:v>
              </c:pt>
              <c:pt idx="1490">
                <c:v>139.3428266300936</c:v>
              </c:pt>
              <c:pt idx="1491">
                <c:v>90.85244791749133</c:v>
              </c:pt>
              <c:pt idx="1492">
                <c:v>73.97226499802863</c:v>
              </c:pt>
              <c:pt idx="1493">
                <c:v>233.22797454980704</c:v>
              </c:pt>
              <c:pt idx="1494">
                <c:v>10.836469649133349</c:v>
              </c:pt>
              <c:pt idx="1495">
                <c:v>25.393199589620874</c:v>
              </c:pt>
              <c:pt idx="1496">
                <c:v>66.0180418891149</c:v>
              </c:pt>
              <c:pt idx="1497">
                <c:v>30.520307412808293</c:v>
              </c:pt>
              <c:pt idx="1498">
                <c:v>208.7775150546585</c:v>
              </c:pt>
              <c:pt idx="1499">
                <c:v>95.81610647801547</c:v>
              </c:pt>
              <c:pt idx="1500">
                <c:v>115.43408593480125</c:v>
              </c:pt>
              <c:pt idx="1501">
                <c:v>0.5675660556603717</c:v>
              </c:pt>
              <c:pt idx="1502">
                <c:v>188.85429453757226</c:v>
              </c:pt>
              <c:pt idx="1503">
                <c:v>178.99902619174009</c:v>
              </c:pt>
              <c:pt idx="1504">
                <c:v>31.85434034055786</c:v>
              </c:pt>
              <c:pt idx="1505">
                <c:v>41.9473365318047</c:v>
              </c:pt>
              <c:pt idx="1506">
                <c:v>-19.504394565781723</c:v>
              </c:pt>
              <c:pt idx="1507">
                <c:v>78.1441834315725</c:v>
              </c:pt>
              <c:pt idx="1508">
                <c:v>225.577738717808</c:v>
              </c:pt>
              <c:pt idx="1509">
                <c:v>152.84688542099371</c:v>
              </c:pt>
              <c:pt idx="1510">
                <c:v>77.37754845665137</c:v>
              </c:pt>
              <c:pt idx="1511">
                <c:v>12.415475109827874</c:v>
              </c:pt>
              <c:pt idx="1512">
                <c:v>33.66561359282042</c:v>
              </c:pt>
              <c:pt idx="1513">
                <c:v>92.47385018675917</c:v>
              </c:pt>
              <c:pt idx="1514">
                <c:v>15.129281470551817</c:v>
              </c:pt>
              <c:pt idx="1515">
                <c:v>-15.851759943030189</c:v>
              </c:pt>
              <c:pt idx="1516">
                <c:v>150.85990978586136</c:v>
              </c:pt>
              <c:pt idx="1517">
                <c:v>81.79672913238895</c:v>
              </c:pt>
              <c:pt idx="1518">
                <c:v>49.60218590806143</c:v>
              </c:pt>
              <c:pt idx="1519">
                <c:v>174.54904442592547</c:v>
              </c:pt>
              <c:pt idx="1520">
                <c:v>55.612078659814934</c:v>
              </c:pt>
              <c:pt idx="1521">
                <c:v>52.87032326437018</c:v>
              </c:pt>
              <c:pt idx="1522">
                <c:v>52.33068488192255</c:v>
              </c:pt>
              <c:pt idx="1523">
                <c:v>52.78080005838764</c:v>
              </c:pt>
              <c:pt idx="1524">
                <c:v>187.2440502066201</c:v>
              </c:pt>
              <c:pt idx="1525">
                <c:v>15.011974147484317</c:v>
              </c:pt>
              <c:pt idx="1526">
                <c:v>157.25799738277962</c:v>
              </c:pt>
              <c:pt idx="1527">
                <c:v>-58.959250610066164</c:v>
              </c:pt>
              <c:pt idx="1528">
                <c:v>-6.6863722512240855</c:v>
              </c:pt>
              <c:pt idx="1529">
                <c:v>58.19555911197885</c:v>
              </c:pt>
              <c:pt idx="1530">
                <c:v>157.09340558540788</c:v>
              </c:pt>
              <c:pt idx="1531">
                <c:v>50.29870019553433</c:v>
              </c:pt>
              <c:pt idx="1532">
                <c:v>109.34234781833695</c:v>
              </c:pt>
              <c:pt idx="1533">
                <c:v>169.98255187289064</c:v>
              </c:pt>
              <c:pt idx="1534">
                <c:v>-1.0893840227282325</c:v>
              </c:pt>
              <c:pt idx="1535">
                <c:v>95.72253225641384</c:v>
              </c:pt>
              <c:pt idx="1536">
                <c:v>-28.89006077694502</c:v>
              </c:pt>
              <c:pt idx="1537">
                <c:v>-13.056516661066865</c:v>
              </c:pt>
              <c:pt idx="1538">
                <c:v>53.3297912713832</c:v>
              </c:pt>
              <c:pt idx="1539">
                <c:v>90.24606559886098</c:v>
              </c:pt>
              <c:pt idx="1540">
                <c:v>164.02594893969092</c:v>
              </c:pt>
              <c:pt idx="1541">
                <c:v>81.40958586331699</c:v>
              </c:pt>
              <c:pt idx="1542">
                <c:v>68.99933026362812</c:v>
              </c:pt>
              <c:pt idx="1543">
                <c:v>-5.564308398019946</c:v>
              </c:pt>
              <c:pt idx="1544">
                <c:v>148.49274863177692</c:v>
              </c:pt>
              <c:pt idx="1545">
                <c:v>136.26918553653857</c:v>
              </c:pt>
              <c:pt idx="1546">
                <c:v>1.7606069696546598</c:v>
              </c:pt>
              <c:pt idx="1547">
                <c:v>154.85717186176564</c:v>
              </c:pt>
              <c:pt idx="1548">
                <c:v>141.04334721453858</c:v>
              </c:pt>
              <c:pt idx="1549">
                <c:v>126.09535462366144</c:v>
              </c:pt>
              <c:pt idx="1550">
                <c:v>-15.018000138266657</c:v>
              </c:pt>
              <c:pt idx="1551">
                <c:v>82.41179224107196</c:v>
              </c:pt>
              <c:pt idx="1552">
                <c:v>178.32064850694144</c:v>
              </c:pt>
              <c:pt idx="1553">
                <c:v>170.57373655973208</c:v>
              </c:pt>
              <c:pt idx="1554">
                <c:v>219.74800285376412</c:v>
              </c:pt>
              <c:pt idx="1555">
                <c:v>170.7295398141253</c:v>
              </c:pt>
              <c:pt idx="1556">
                <c:v>144.00303640013436</c:v>
              </c:pt>
              <c:pt idx="1557">
                <c:v>84.74826864167588</c:v>
              </c:pt>
              <c:pt idx="1558">
                <c:v>157.42023432037905</c:v>
              </c:pt>
              <c:pt idx="1559">
                <c:v>178.722934179334</c:v>
              </c:pt>
              <c:pt idx="1560">
                <c:v>118.45278588214808</c:v>
              </c:pt>
              <c:pt idx="1561">
                <c:v>72.1079434730163</c:v>
              </c:pt>
              <c:pt idx="1562">
                <c:v>69.67477345607381</c:v>
              </c:pt>
              <c:pt idx="1563">
                <c:v>-16.30282242855327</c:v>
              </c:pt>
              <c:pt idx="1564">
                <c:v>215.7126797425538</c:v>
              </c:pt>
              <c:pt idx="1565">
                <c:v>182.73328232725618</c:v>
              </c:pt>
              <c:pt idx="1566">
                <c:v>234.54549486067518</c:v>
              </c:pt>
              <c:pt idx="1567">
                <c:v>208.54195288141577</c:v>
              </c:pt>
              <c:pt idx="1568">
                <c:v>176.02570092190143</c:v>
              </c:pt>
              <c:pt idx="1569">
                <c:v>96.27932249294767</c:v>
              </c:pt>
              <c:pt idx="1570">
                <c:v>32.002916775252984</c:v>
              </c:pt>
              <c:pt idx="1571">
                <c:v>76.3119208356863</c:v>
              </c:pt>
              <c:pt idx="1572">
                <c:v>-53.057676660538476</c:v>
              </c:pt>
              <c:pt idx="1573">
                <c:v>39.72086479654679</c:v>
              </c:pt>
              <c:pt idx="1574">
                <c:v>65.07932392418857</c:v>
              </c:pt>
              <c:pt idx="1575">
                <c:v>183.11150347559115</c:v>
              </c:pt>
              <c:pt idx="1576">
                <c:v>116.3617322684912</c:v>
              </c:pt>
              <c:pt idx="1577">
                <c:v>19.655431994307328</c:v>
              </c:pt>
              <c:pt idx="1578">
                <c:v>126.28041284760285</c:v>
              </c:pt>
              <c:pt idx="1579">
                <c:v>77.01049932107708</c:v>
              </c:pt>
              <c:pt idx="1580">
                <c:v>217.690003420554</c:v>
              </c:pt>
              <c:pt idx="1581">
                <c:v>33.55195408512487</c:v>
              </c:pt>
              <c:pt idx="1582">
                <c:v>-7.467735651777772</c:v>
              </c:pt>
              <c:pt idx="1583">
                <c:v>180.21891518514025</c:v>
              </c:pt>
              <c:pt idx="1584">
                <c:v>12.300718043082895</c:v>
              </c:pt>
              <c:pt idx="1585">
                <c:v>17.302586190891418</c:v>
              </c:pt>
              <c:pt idx="1586">
                <c:v>82.68888431363766</c:v>
              </c:pt>
              <c:pt idx="1587">
                <c:v>209.7328075852363</c:v>
              </c:pt>
              <c:pt idx="1588">
                <c:v>161.68767661246386</c:v>
              </c:pt>
              <c:pt idx="1589">
                <c:v>118.02165217227177</c:v>
              </c:pt>
              <c:pt idx="1590">
                <c:v>23.00859590322713</c:v>
              </c:pt>
              <c:pt idx="1591">
                <c:v>144.12184794813584</c:v>
              </c:pt>
              <c:pt idx="1592">
                <c:v>167.20549997191793</c:v>
              </c:pt>
              <c:pt idx="1593">
                <c:v>70.22520942118322</c:v>
              </c:pt>
              <c:pt idx="1594">
                <c:v>0.5011558227163633</c:v>
              </c:pt>
              <c:pt idx="1595">
                <c:v>170.7457395491997</c:v>
              </c:pt>
              <c:pt idx="1596">
                <c:v>136.7265929871566</c:v>
              </c:pt>
              <c:pt idx="1597">
                <c:v>192.04503005074815</c:v>
              </c:pt>
              <c:pt idx="1598">
                <c:v>3.0284329940188357</c:v>
              </c:pt>
              <c:pt idx="1599">
                <c:v>165.2663567222006</c:v>
              </c:pt>
              <c:pt idx="1600">
                <c:v>-10.568151643059508</c:v>
              </c:pt>
              <c:pt idx="1601">
                <c:v>170.25434945046368</c:v>
              </c:pt>
              <c:pt idx="1602">
                <c:v>125.27753688539978</c:v>
              </c:pt>
              <c:pt idx="1603">
                <c:v>189.20002576148295</c:v>
              </c:pt>
              <c:pt idx="1604">
                <c:v>36.99895124179487</c:v>
              </c:pt>
              <c:pt idx="1605">
                <c:v>71.7642593413474</c:v>
              </c:pt>
              <c:pt idx="1606">
                <c:v>-25.564507047190972</c:v>
              </c:pt>
              <c:pt idx="1607">
                <c:v>72.00754606015212</c:v>
              </c:pt>
              <c:pt idx="1608">
                <c:v>113.17452975461765</c:v>
              </c:pt>
              <c:pt idx="1609">
                <c:v>24.499075363721165</c:v>
              </c:pt>
              <c:pt idx="1610">
                <c:v>113.24475921445</c:v>
              </c:pt>
              <c:pt idx="1611">
                <c:v>-16.0066799481001</c:v>
              </c:pt>
              <c:pt idx="1612">
                <c:v>157.91453953807692</c:v>
              </c:pt>
              <c:pt idx="1613">
                <c:v>4.014502275284883</c:v>
              </c:pt>
              <c:pt idx="1614">
                <c:v>-0.011805085257684311</c:v>
              </c:pt>
              <c:pt idx="1615">
                <c:v>-4.326533297472388</c:v>
              </c:pt>
              <c:pt idx="1616">
                <c:v>143.70952184034292</c:v>
              </c:pt>
              <c:pt idx="1617">
                <c:v>71.82676169449815</c:v>
              </c:pt>
              <c:pt idx="1618">
                <c:v>64.51745797357285</c:v>
              </c:pt>
              <c:pt idx="1619">
                <c:v>15.648517860899204</c:v>
              </c:pt>
              <c:pt idx="1620">
                <c:v>198.25486779703814</c:v>
              </c:pt>
              <c:pt idx="1621">
                <c:v>46.0627657130843</c:v>
              </c:pt>
              <c:pt idx="1622">
                <c:v>153.90136203799415</c:v>
              </c:pt>
              <c:pt idx="1623">
                <c:v>11.622038829979907</c:v>
              </c:pt>
              <c:pt idx="1624">
                <c:v>73.60294104319831</c:v>
              </c:pt>
              <c:pt idx="1625">
                <c:v>105.29438991555358</c:v>
              </c:pt>
              <c:pt idx="1626">
                <c:v>155.52205210005968</c:v>
              </c:pt>
              <c:pt idx="1627">
                <c:v>37.273274770291124</c:v>
              </c:pt>
              <c:pt idx="1628">
                <c:v>45.63391469438873</c:v>
              </c:pt>
              <c:pt idx="1629">
                <c:v>-48.992007292125194</c:v>
              </c:pt>
              <c:pt idx="1630">
                <c:v>147.03241353414415</c:v>
              </c:pt>
              <c:pt idx="1631">
                <c:v>207.20603051124093</c:v>
              </c:pt>
              <c:pt idx="1632">
                <c:v>163.77038585974793</c:v>
              </c:pt>
              <c:pt idx="1633">
                <c:v>228.54158141981094</c:v>
              </c:pt>
              <c:pt idx="1634">
                <c:v>203.0910927483624</c:v>
              </c:pt>
              <c:pt idx="1635">
                <c:v>54.3231335209095</c:v>
              </c:pt>
              <c:pt idx="1636">
                <c:v>-51.709706894535714</c:v>
              </c:pt>
              <c:pt idx="1637">
                <c:v>2.7906787832811943</c:v>
              </c:pt>
              <c:pt idx="1638">
                <c:v>155.619666857634</c:v>
              </c:pt>
              <c:pt idx="1639">
                <c:v>-0.2594418284380424</c:v>
              </c:pt>
              <c:pt idx="1640">
                <c:v>41.10248626870846</c:v>
              </c:pt>
              <c:pt idx="1641">
                <c:v>-31.396683547835195</c:v>
              </c:pt>
              <c:pt idx="1642">
                <c:v>60.61617071290854</c:v>
              </c:pt>
              <c:pt idx="1643">
                <c:v>200.556917584947</c:v>
              </c:pt>
              <c:pt idx="1644">
                <c:v>46.02499986769915</c:v>
              </c:pt>
              <c:pt idx="1645">
                <c:v>-57.63055179988598</c:v>
              </c:pt>
              <c:pt idx="1646">
                <c:v>65.23422819299391</c:v>
              </c:pt>
              <c:pt idx="1647">
                <c:v>78.6785136448679</c:v>
              </c:pt>
              <c:pt idx="1648">
                <c:v>176.94737687295986</c:v>
              </c:pt>
              <c:pt idx="1649">
                <c:v>88.75029440111658</c:v>
              </c:pt>
              <c:pt idx="1650">
                <c:v>-66.89685369445525</c:v>
              </c:pt>
              <c:pt idx="1651">
                <c:v>9.424693202721372</c:v>
              </c:pt>
              <c:pt idx="1652">
                <c:v>101.59282764391446</c:v>
              </c:pt>
              <c:pt idx="1653">
                <c:v>30.446384957114173</c:v>
              </c:pt>
              <c:pt idx="1654">
                <c:v>88.42039076291607</c:v>
              </c:pt>
              <c:pt idx="1655">
                <c:v>158.2927970086572</c:v>
              </c:pt>
              <c:pt idx="1656">
                <c:v>4.310311476347117</c:v>
              </c:pt>
              <c:pt idx="1657">
                <c:v>75.42853880474621</c:v>
              </c:pt>
              <c:pt idx="1658">
                <c:v>-26.08538737785568</c:v>
              </c:pt>
              <c:pt idx="1659">
                <c:v>117.81849985064703</c:v>
              </c:pt>
              <c:pt idx="1660">
                <c:v>184.48015578267356</c:v>
              </c:pt>
              <c:pt idx="1661">
                <c:v>169.04492508988875</c:v>
              </c:pt>
              <c:pt idx="1662">
                <c:v>126.67064110556555</c:v>
              </c:pt>
              <c:pt idx="1663">
                <c:v>65.40687954227957</c:v>
              </c:pt>
              <c:pt idx="1664">
                <c:v>144.11431099516489</c:v>
              </c:pt>
              <c:pt idx="1665">
                <c:v>71.58285045022231</c:v>
              </c:pt>
              <c:pt idx="1666">
                <c:v>153.5745251434731</c:v>
              </c:pt>
              <c:pt idx="1667">
                <c:v>12.625502400750946</c:v>
              </c:pt>
              <c:pt idx="1668">
                <c:v>123.24968392959893</c:v>
              </c:pt>
              <c:pt idx="1669">
                <c:v>-21.82050932075444</c:v>
              </c:pt>
              <c:pt idx="1670">
                <c:v>3.6249974862582874</c:v>
              </c:pt>
              <c:pt idx="1671">
                <c:v>191.6620794211549</c:v>
              </c:pt>
              <c:pt idx="1672">
                <c:v>48.92254683855136</c:v>
              </c:pt>
              <c:pt idx="1673">
                <c:v>130.81550817747026</c:v>
              </c:pt>
              <c:pt idx="1674">
                <c:v>196.6352241239822</c:v>
              </c:pt>
              <c:pt idx="1675">
                <c:v>196.52927626582948</c:v>
              </c:pt>
              <c:pt idx="1676">
                <c:v>-15.942805488257548</c:v>
              </c:pt>
              <c:pt idx="1677">
                <c:v>149.6556743127112</c:v>
              </c:pt>
              <c:pt idx="1678">
                <c:v>127.94410793405996</c:v>
              </c:pt>
              <c:pt idx="1679">
                <c:v>18.444069580006477</c:v>
              </c:pt>
              <c:pt idx="1680">
                <c:v>-10.866183919213562</c:v>
              </c:pt>
              <c:pt idx="1681">
                <c:v>-7.29119567409294</c:v>
              </c:pt>
              <c:pt idx="1682">
                <c:v>144.25247255787397</c:v>
              </c:pt>
              <c:pt idx="1683">
                <c:v>96.59483093295809</c:v>
              </c:pt>
              <c:pt idx="1684">
                <c:v>-64.09423485005007</c:v>
              </c:pt>
              <c:pt idx="1685">
                <c:v>69.59006803884105</c:v>
              </c:pt>
              <c:pt idx="1686">
                <c:v>104.74666429876117</c:v>
              </c:pt>
              <c:pt idx="1687">
                <c:v>186.40770094915177</c:v>
              </c:pt>
              <c:pt idx="1688">
                <c:v>96.50017668173808</c:v>
              </c:pt>
              <c:pt idx="1689">
                <c:v>9.83392145989967</c:v>
              </c:pt>
              <c:pt idx="1690">
                <c:v>130.46450542552356</c:v>
              </c:pt>
              <c:pt idx="1691">
                <c:v>98.12627492907936</c:v>
              </c:pt>
              <c:pt idx="1692">
                <c:v>84.57044794730052</c:v>
              </c:pt>
              <c:pt idx="1693">
                <c:v>33.40273862604555</c:v>
              </c:pt>
              <c:pt idx="1694">
                <c:v>99.52017556318009</c:v>
              </c:pt>
              <c:pt idx="1695">
                <c:v>131.1180297472659</c:v>
              </c:pt>
              <c:pt idx="1696">
                <c:v>13.559921526934986</c:v>
              </c:pt>
              <c:pt idx="1697">
                <c:v>15.861343490422662</c:v>
              </c:pt>
              <c:pt idx="1698">
                <c:v>35.82928579501706</c:v>
              </c:pt>
              <c:pt idx="1699">
                <c:v>20.93354129442706</c:v>
              </c:pt>
              <c:pt idx="1700">
                <c:v>205.16391960180212</c:v>
              </c:pt>
              <c:pt idx="1701">
                <c:v>175.65795685270177</c:v>
              </c:pt>
              <c:pt idx="1702">
                <c:v>175.9173541383023</c:v>
              </c:pt>
              <c:pt idx="1703">
                <c:v>29.76765909537354</c:v>
              </c:pt>
              <c:pt idx="1704">
                <c:v>154.11839042554567</c:v>
              </c:pt>
              <c:pt idx="1705">
                <c:v>28.17317089718275</c:v>
              </c:pt>
              <c:pt idx="1706">
                <c:v>209.16323984234188</c:v>
              </c:pt>
              <c:pt idx="1707">
                <c:v>34.04440830575738</c:v>
              </c:pt>
              <c:pt idx="1708">
                <c:v>83.77916154839032</c:v>
              </c:pt>
              <c:pt idx="1709">
                <c:v>108.38928765329786</c:v>
              </c:pt>
              <c:pt idx="1710">
                <c:v>44.50590335834994</c:v>
              </c:pt>
              <c:pt idx="1711">
                <c:v>81.01228905398763</c:v>
              </c:pt>
              <c:pt idx="1712">
                <c:v>135.45021375591384</c:v>
              </c:pt>
              <c:pt idx="1713">
                <c:v>204.74217287603037</c:v>
              </c:pt>
              <c:pt idx="1714">
                <c:v>106.2646005891445</c:v>
              </c:pt>
              <c:pt idx="1715">
                <c:v>187.1704937678748</c:v>
              </c:pt>
              <c:pt idx="1716">
                <c:v>16.750881670472403</c:v>
              </c:pt>
              <c:pt idx="1717">
                <c:v>196.8569411156257</c:v>
              </c:pt>
              <c:pt idx="1718">
                <c:v>62.003875841385266</c:v>
              </c:pt>
              <c:pt idx="1719">
                <c:v>173.35388173355824</c:v>
              </c:pt>
              <c:pt idx="1720">
                <c:v>185.45494033783012</c:v>
              </c:pt>
              <c:pt idx="1721">
                <c:v>-1.7746798832313289</c:v>
              </c:pt>
              <c:pt idx="1722">
                <c:v>-19.76343305048185</c:v>
              </c:pt>
              <c:pt idx="1723">
                <c:v>39.79029538909151</c:v>
              </c:pt>
              <c:pt idx="1724">
                <c:v>156.58395814802094</c:v>
              </c:pt>
              <c:pt idx="1725">
                <c:v>93.95999665813108</c:v>
              </c:pt>
              <c:pt idx="1726">
                <c:v>50.91102678508024</c:v>
              </c:pt>
              <c:pt idx="1727">
                <c:v>22.675058611998423</c:v>
              </c:pt>
              <c:pt idx="1728">
                <c:v>38.95175499322689</c:v>
              </c:pt>
              <c:pt idx="1729">
                <c:v>-20.919164513016113</c:v>
              </c:pt>
              <c:pt idx="1730">
                <c:v>18.430077354277245</c:v>
              </c:pt>
              <c:pt idx="1731">
                <c:v>75.81856787149948</c:v>
              </c:pt>
              <c:pt idx="1732">
                <c:v>99.05558456477564</c:v>
              </c:pt>
              <c:pt idx="1733">
                <c:v>42.02834780891103</c:v>
              </c:pt>
              <c:pt idx="1734">
                <c:v>189.03220898765838</c:v>
              </c:pt>
              <c:pt idx="1735">
                <c:v>-7.387345348643471</c:v>
              </c:pt>
              <c:pt idx="1736">
                <c:v>52.99610324486661</c:v>
              </c:pt>
              <c:pt idx="1737">
                <c:v>135.42617383057177</c:v>
              </c:pt>
              <c:pt idx="1738">
                <c:v>4.123447656123524</c:v>
              </c:pt>
              <c:pt idx="1739">
                <c:v>-1.776315789828935</c:v>
              </c:pt>
            </c:numLit>
          </c:yVal>
        </c:ser>
        <c:ser>
          <c:idx val="3"/>
          <c:order val="3"/>
          <c:tx>
            <c:v>BS1 Validation</c:v>
          </c:tx>
          <c:spPr>
            <a:solidFill xmlns:a="http://schemas.openxmlformats.org/drawingml/2006/main">
              <a:srgbClr val="18BFA2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18BFA2"/>
              </a:solidFill>
            </c:spPr>
          </c:marker>
          <c:dPt>
            <c:idx val="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2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3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4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5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6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7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8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9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0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8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19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0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1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2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3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4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5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6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27"/>
            <c:spPr>
              <a:solidFill xmlns:a="http://schemas.openxmlformats.org/drawingml/2006/main">
                <a:srgbClr val="18BFA2"/>
              </a:solidFill>
              <a:ln xmlns:a="http://schemas.openxmlformats.org/drawingml/2006/main" w="0">
                <a:noFill/>
                <a:prstDash val="solid"/>
              </a:ln>
            </c:spPr>
          </c:dPt>
          <c:xVal>
            <c:numLit>
              <c:formatCode>General</c:formatCode>
              <c:ptCount val="128"/>
              <c:pt idx="0">
                <c:v>119.96722174447994</c:v>
              </c:pt>
              <c:pt idx="1">
                <c:v>110.698413320972</c:v>
              </c:pt>
              <c:pt idx="2">
                <c:v>145.76797033495848</c:v>
              </c:pt>
              <c:pt idx="3">
                <c:v>142.86592605179743</c:v>
              </c:pt>
              <c:pt idx="4">
                <c:v>153.68431669756546</c:v>
              </c:pt>
              <c:pt idx="5">
                <c:v>128.82458710181572</c:v>
              </c:pt>
              <c:pt idx="6">
                <c:v>125.98807613743475</c:v>
              </c:pt>
              <c:pt idx="7">
                <c:v>139.2163602252234</c:v>
              </c:pt>
              <c:pt idx="8">
                <c:v>127.49815746615374</c:v>
              </c:pt>
              <c:pt idx="9">
                <c:v>144.8996737210444</c:v>
              </c:pt>
              <c:pt idx="10">
                <c:v>101.33873038539537</c:v>
              </c:pt>
              <c:pt idx="11">
                <c:v>128.0703887076509</c:v>
              </c:pt>
              <c:pt idx="12">
                <c:v>115.41778223917224</c:v>
              </c:pt>
              <c:pt idx="13">
                <c:v>132.62746869620744</c:v>
              </c:pt>
              <c:pt idx="14">
                <c:v>144.33747966604875</c:v>
              </c:pt>
              <c:pt idx="15">
                <c:v>136.9158966947703</c:v>
              </c:pt>
              <c:pt idx="16">
                <c:v>112.81480296307981</c:v>
              </c:pt>
              <c:pt idx="17">
                <c:v>143.39489620430885</c:v>
              </c:pt>
              <c:pt idx="18">
                <c:v>130.11824702244854</c:v>
              </c:pt>
              <c:pt idx="19">
                <c:v>145.20753075722712</c:v>
              </c:pt>
              <c:pt idx="20">
                <c:v>135.61612041492978</c:v>
              </c:pt>
              <c:pt idx="21">
                <c:v>129.91130194494494</c:v>
              </c:pt>
              <c:pt idx="22">
                <c:v>121.76145295071613</c:v>
              </c:pt>
              <c:pt idx="23">
                <c:v>156.02821338718599</c:v>
              </c:pt>
              <c:pt idx="24">
                <c:v>137.38007293663975</c:v>
              </c:pt>
              <c:pt idx="25">
                <c:v>103.16789177442679</c:v>
              </c:pt>
              <c:pt idx="26">
                <c:v>151.07227495352933</c:v>
              </c:pt>
              <c:pt idx="27">
                <c:v>123.92153117185207</c:v>
              </c:pt>
              <c:pt idx="28">
                <c:v>139.7335752934805</c:v>
              </c:pt>
              <c:pt idx="29">
                <c:v>117.87827655203927</c:v>
              </c:pt>
              <c:pt idx="30">
                <c:v>108.70688561165052</c:v>
              </c:pt>
              <c:pt idx="31">
                <c:v>138.25364362531718</c:v>
              </c:pt>
              <c:pt idx="32">
                <c:v>128.38398478745867</c:v>
              </c:pt>
              <c:pt idx="33">
                <c:v>117.29760125184366</c:v>
              </c:pt>
              <c:pt idx="34">
                <c:v>108.98056091511981</c:v>
              </c:pt>
              <c:pt idx="35">
                <c:v>103.31650207426217</c:v>
              </c:pt>
              <c:pt idx="36">
                <c:v>133.1253170917023</c:v>
              </c:pt>
              <c:pt idx="37">
                <c:v>136.90846395444643</c:v>
              </c:pt>
              <c:pt idx="38">
                <c:v>108.41805784224049</c:v>
              </c:pt>
              <c:pt idx="39">
                <c:v>138.42920725962196</c:v>
              </c:pt>
              <c:pt idx="40">
                <c:v>137.1351861664288</c:v>
              </c:pt>
              <c:pt idx="41">
                <c:v>111.74396476115291</c:v>
              </c:pt>
              <c:pt idx="42">
                <c:v>111.3672406417987</c:v>
              </c:pt>
              <c:pt idx="43">
                <c:v>108.08156363177785</c:v>
              </c:pt>
              <c:pt idx="44">
                <c:v>123.32240640114681</c:v>
              </c:pt>
              <c:pt idx="45">
                <c:v>116.98304538005013</c:v>
              </c:pt>
              <c:pt idx="46">
                <c:v>145.76946459329938</c:v>
              </c:pt>
              <c:pt idx="47">
                <c:v>117.99921867483484</c:v>
              </c:pt>
              <c:pt idx="48">
                <c:v>144.75515591874853</c:v>
              </c:pt>
              <c:pt idx="49">
                <c:v>118.40040168677363</c:v>
              </c:pt>
              <c:pt idx="50">
                <c:v>126.60926198189323</c:v>
              </c:pt>
              <c:pt idx="51">
                <c:v>120.09179672542521</c:v>
              </c:pt>
              <c:pt idx="52">
                <c:v>117.18814333866914</c:v>
              </c:pt>
              <c:pt idx="53">
                <c:v>157.07200456562379</c:v>
              </c:pt>
              <c:pt idx="54">
                <c:v>100.79748412847631</c:v>
              </c:pt>
              <c:pt idx="55">
                <c:v>150.84933380666104</c:v>
              </c:pt>
              <c:pt idx="56">
                <c:v>112.63314902754242</c:v>
              </c:pt>
              <c:pt idx="57">
                <c:v>115.0210388211959</c:v>
              </c:pt>
              <c:pt idx="58">
                <c:v>114.16200236091376</c:v>
              </c:pt>
              <c:pt idx="59">
                <c:v>124.70987140941817</c:v>
              </c:pt>
              <c:pt idx="60">
                <c:v>147.66825915595734</c:v>
              </c:pt>
              <c:pt idx="61">
                <c:v>108.29956264757432</c:v>
              </c:pt>
              <c:pt idx="62">
                <c:v>156.65078838868175</c:v>
              </c:pt>
              <c:pt idx="63">
                <c:v>140.58171963697163</c:v>
              </c:pt>
              <c:pt idx="64">
                <c:v>119.63989795397708</c:v>
              </c:pt>
              <c:pt idx="65">
                <c:v>135.97991699822592</c:v>
              </c:pt>
              <c:pt idx="66">
                <c:v>116.76589502229085</c:v>
              </c:pt>
              <c:pt idx="67">
                <c:v>140.76474152163655</c:v>
              </c:pt>
              <c:pt idx="68">
                <c:v>149.20143243705036</c:v>
              </c:pt>
              <c:pt idx="69">
                <c:v>126.01352926543132</c:v>
              </c:pt>
              <c:pt idx="70">
                <c:v>138.94670845955721</c:v>
              </c:pt>
              <c:pt idx="71">
                <c:v>159.47930573334583</c:v>
              </c:pt>
              <c:pt idx="72">
                <c:v>143.40473956955145</c:v>
              </c:pt>
              <c:pt idx="73">
                <c:v>136.475243724666</c:v>
              </c:pt>
              <c:pt idx="74">
                <c:v>127.00700315495949</c:v>
              </c:pt>
              <c:pt idx="75">
                <c:v>108.93778682276572</c:v>
              </c:pt>
              <c:pt idx="76">
                <c:v>133.79985958300077</c:v>
              </c:pt>
              <c:pt idx="77">
                <c:v>141.55638004250608</c:v>
              </c:pt>
              <c:pt idx="78">
                <c:v>137.90418730366497</c:v>
              </c:pt>
              <c:pt idx="79">
                <c:v>146.27529499396135</c:v>
              </c:pt>
              <c:pt idx="80">
                <c:v>112.08081753934606</c:v>
              </c:pt>
              <c:pt idx="81">
                <c:v>116.84583125899877</c:v>
              </c:pt>
              <c:pt idx="82">
                <c:v>121.32138077457189</c:v>
              </c:pt>
              <c:pt idx="83">
                <c:v>126.66081051479856</c:v>
              </c:pt>
              <c:pt idx="84">
                <c:v>123.50483516466323</c:v>
              </c:pt>
              <c:pt idx="85">
                <c:v>151.8240131411576</c:v>
              </c:pt>
              <c:pt idx="86">
                <c:v>154.5436971407022</c:v>
              </c:pt>
              <c:pt idx="87">
                <c:v>141.94202772351724</c:v>
              </c:pt>
              <c:pt idx="88">
                <c:v>151.85934035736642</c:v>
              </c:pt>
              <c:pt idx="89">
                <c:v>122.66966606268201</c:v>
              </c:pt>
              <c:pt idx="90">
                <c:v>135.43419991059778</c:v>
              </c:pt>
              <c:pt idx="91">
                <c:v>107.52247195312778</c:v>
              </c:pt>
              <c:pt idx="92">
                <c:v>113.99674226017203</c:v>
              </c:pt>
              <c:pt idx="93">
                <c:v>121.46873437071373</c:v>
              </c:pt>
              <c:pt idx="94">
                <c:v>143.01743149150218</c:v>
              </c:pt>
              <c:pt idx="95">
                <c:v>110.97513497484174</c:v>
              </c:pt>
              <c:pt idx="96">
                <c:v>122.01952389663823</c:v>
              </c:pt>
              <c:pt idx="97">
                <c:v>106.75977461496852</c:v>
              </c:pt>
              <c:pt idx="98">
                <c:v>99.43360884869675</c:v>
              </c:pt>
              <c:pt idx="99">
                <c:v>155.9734082621634</c:v>
              </c:pt>
              <c:pt idx="100">
                <c:v>146.6664518518824</c:v>
              </c:pt>
              <c:pt idx="101">
                <c:v>107.69264431847913</c:v>
              </c:pt>
              <c:pt idx="102">
                <c:v>141.6077704022203</c:v>
              </c:pt>
              <c:pt idx="103">
                <c:v>115.02476919374698</c:v>
              </c:pt>
              <c:pt idx="104">
                <c:v>147.51051019281664</c:v>
              </c:pt>
              <c:pt idx="105">
                <c:v>138.77484404563774</c:v>
              </c:pt>
              <c:pt idx="106">
                <c:v>139.89298598326027</c:v>
              </c:pt>
              <c:pt idx="107">
                <c:v>112.92806636877859</c:v>
              </c:pt>
              <c:pt idx="108">
                <c:v>146.5954007301244</c:v>
              </c:pt>
              <c:pt idx="109">
                <c:v>130.7391420762046</c:v>
              </c:pt>
              <c:pt idx="110">
                <c:v>122.40447436531791</c:v>
              </c:pt>
              <c:pt idx="111">
                <c:v>130.25611478460087</c:v>
              </c:pt>
              <c:pt idx="112">
                <c:v>146.01629097328419</c:v>
              </c:pt>
              <c:pt idx="113">
                <c:v>98.34301945610017</c:v>
              </c:pt>
              <c:pt idx="114">
                <c:v>108.18912351314317</c:v>
              </c:pt>
              <c:pt idx="115">
                <c:v>122.21623493753309</c:v>
              </c:pt>
              <c:pt idx="116">
                <c:v>134.2217295578805</c:v>
              </c:pt>
              <c:pt idx="117">
                <c:v>132.79671039327195</c:v>
              </c:pt>
              <c:pt idx="118">
                <c:v>109.41160262279753</c:v>
              </c:pt>
              <c:pt idx="119">
                <c:v>109.74962954132772</c:v>
              </c:pt>
              <c:pt idx="120">
                <c:v>118.92883678863288</c:v>
              </c:pt>
              <c:pt idx="121">
                <c:v>141.81986626587707</c:v>
              </c:pt>
              <c:pt idx="122">
                <c:v>108.99779874760611</c:v>
              </c:pt>
              <c:pt idx="123">
                <c:v>114.04846065070699</c:v>
              </c:pt>
              <c:pt idx="124">
                <c:v>126.85279934153463</c:v>
              </c:pt>
              <c:pt idx="125">
                <c:v>109.21953868637546</c:v>
              </c:pt>
              <c:pt idx="126">
                <c:v>111.14979443521572</c:v>
              </c:pt>
              <c:pt idx="127">
                <c:v>124.15895584354278</c:v>
              </c:pt>
            </c:numLit>
          </c:xVal>
          <c:yVal>
            <c:numLit>
              <c:formatCode>General</c:formatCode>
              <c:ptCount val="128"/>
              <c:pt idx="0">
                <c:v>215.36148852396855</c:v>
              </c:pt>
              <c:pt idx="1">
                <c:v>223.03330558024066</c:v>
              </c:pt>
              <c:pt idx="2">
                <c:v>102.24352416696658</c:v>
              </c:pt>
              <c:pt idx="3">
                <c:v>140.77980152769058</c:v>
              </c:pt>
              <c:pt idx="4">
                <c:v>102.534061649534</c:v>
              </c:pt>
              <c:pt idx="5">
                <c:v>139.53260751497265</c:v>
              </c:pt>
              <c:pt idx="6">
                <c:v>147.21760786587723</c:v>
              </c:pt>
              <c:pt idx="7">
                <c:v>139.90394751415732</c:v>
              </c:pt>
              <c:pt idx="8">
                <c:v>147.16564933640993</c:v>
              </c:pt>
              <c:pt idx="9">
                <c:v>99.71587544574427</c:v>
              </c:pt>
              <c:pt idx="10">
                <c:v>231.7629188447003</c:v>
              </c:pt>
              <c:pt idx="11">
                <c:v>139.89397897147603</c:v>
              </c:pt>
              <c:pt idx="12">
                <c:v>103.73387748608098</c:v>
              </c:pt>
              <c:pt idx="13">
                <c:v>146.78453786034993</c:v>
              </c:pt>
              <c:pt idx="14">
                <c:v>103.80086681638488</c:v>
              </c:pt>
              <c:pt idx="15">
                <c:v>151.11858766067664</c:v>
              </c:pt>
              <c:pt idx="16">
                <c:v>222.33723284030742</c:v>
              </c:pt>
              <c:pt idx="17">
                <c:v>119.79551766435331</c:v>
              </c:pt>
              <c:pt idx="18">
                <c:v>89.05405275005171</c:v>
              </c:pt>
              <c:pt idx="19">
                <c:v>103.41855789317873</c:v>
              </c:pt>
              <c:pt idx="20">
                <c:v>106.18283590988058</c:v>
              </c:pt>
              <c:pt idx="21">
                <c:v>142.73640859093828</c:v>
              </c:pt>
              <c:pt idx="22">
                <c:v>88.50724622600362</c:v>
              </c:pt>
              <c:pt idx="23">
                <c:v>92.3472484824739</c:v>
              </c:pt>
              <c:pt idx="24">
                <c:v>111.45085409964369</c:v>
              </c:pt>
              <c:pt idx="25">
                <c:v>236.70800957444612</c:v>
              </c:pt>
              <c:pt idx="26">
                <c:v>94.11223842829926</c:v>
              </c:pt>
              <c:pt idx="27">
                <c:v>85.8555626267325</c:v>
              </c:pt>
              <c:pt idx="28">
                <c:v>114.42580643595142</c:v>
              </c:pt>
              <c:pt idx="29">
                <c:v>116.28674939410988</c:v>
              </c:pt>
              <c:pt idx="30">
                <c:v>217.12738763898258</c:v>
              </c:pt>
              <c:pt idx="31">
                <c:v>147.25433195916213</c:v>
              </c:pt>
              <c:pt idx="32">
                <c:v>147.1200746276912</c:v>
              </c:pt>
              <c:pt idx="33">
                <c:v>103.6794562573598</c:v>
              </c:pt>
              <c:pt idx="34">
                <c:v>220.785973731957</c:v>
              </c:pt>
              <c:pt idx="35">
                <c:v>235.5391366507028</c:v>
              </c:pt>
              <c:pt idx="36">
                <c:v>144.88906149443108</c:v>
              </c:pt>
              <c:pt idx="37">
                <c:v>141.71714973024297</c:v>
              </c:pt>
              <c:pt idx="38">
                <c:v>220.89433584516166</c:v>
              </c:pt>
              <c:pt idx="39">
                <c:v>116.2521789459669</c:v>
              </c:pt>
              <c:pt idx="40">
                <c:v>144.4159609896938</c:v>
              </c:pt>
              <c:pt idx="41">
                <c:v>217.601871862878</c:v>
              </c:pt>
              <c:pt idx="42">
                <c:v>229.29104046200058</c:v>
              </c:pt>
              <c:pt idx="43">
                <c:v>217.67984280631356</c:v>
              </c:pt>
              <c:pt idx="44">
                <c:v>223.86715896159419</c:v>
              </c:pt>
              <c:pt idx="45">
                <c:v>222.06198208921182</c:v>
              </c:pt>
              <c:pt idx="46">
                <c:v>102.2910316991483</c:v>
              </c:pt>
              <c:pt idx="47">
                <c:v>111.512326774744</c:v>
              </c:pt>
              <c:pt idx="48">
                <c:v>114.42396927093043</c:v>
              </c:pt>
              <c:pt idx="49">
                <c:v>121.7400265961697</c:v>
              </c:pt>
              <c:pt idx="50">
                <c:v>97.96074182899</c:v>
              </c:pt>
              <c:pt idx="51">
                <c:v>120.63121051059379</c:v>
              </c:pt>
              <c:pt idx="52">
                <c:v>224.9929487475354</c:v>
              </c:pt>
              <c:pt idx="53">
                <c:v>93.83124752920014</c:v>
              </c:pt>
              <c:pt idx="54">
                <c:v>230.27983399348966</c:v>
              </c:pt>
              <c:pt idx="55">
                <c:v>88.7223092488282</c:v>
              </c:pt>
              <c:pt idx="56">
                <c:v>108.39177134949861</c:v>
              </c:pt>
              <c:pt idx="57">
                <c:v>214.4915715607952</c:v>
              </c:pt>
              <c:pt idx="58">
                <c:v>235.27036133280367</c:v>
              </c:pt>
              <c:pt idx="59">
                <c:v>87.55966420236982</c:v>
              </c:pt>
              <c:pt idx="60">
                <c:v>95.28684034868911</c:v>
              </c:pt>
              <c:pt idx="61">
                <c:v>219.57085044783554</c:v>
              </c:pt>
              <c:pt idx="62">
                <c:v>88.67728467553309</c:v>
              </c:pt>
              <c:pt idx="63">
                <c:v>119.02800763120693</c:v>
              </c:pt>
              <c:pt idx="64">
                <c:v>118.9421527252304</c:v>
              </c:pt>
              <c:pt idx="65">
                <c:v>107.20214580938008</c:v>
              </c:pt>
              <c:pt idx="66">
                <c:v>100.88046585096899</c:v>
              </c:pt>
              <c:pt idx="67">
                <c:v>139.85464048168853</c:v>
              </c:pt>
              <c:pt idx="68">
                <c:v>90.37177253252764</c:v>
              </c:pt>
              <c:pt idx="69">
                <c:v>144.3685825292921</c:v>
              </c:pt>
              <c:pt idx="70">
                <c:v>151.10133456800241</c:v>
              </c:pt>
              <c:pt idx="71">
                <c:v>93.84354066089627</c:v>
              </c:pt>
              <c:pt idx="72">
                <c:v>98.28769925154806</c:v>
              </c:pt>
              <c:pt idx="73">
                <c:v>99.31771882713606</c:v>
              </c:pt>
              <c:pt idx="74">
                <c:v>114.99998306115191</c:v>
              </c:pt>
              <c:pt idx="75">
                <c:v>227.6034072843426</c:v>
              </c:pt>
              <c:pt idx="76">
                <c:v>151.95627417918834</c:v>
              </c:pt>
              <c:pt idx="77">
                <c:v>111.02945733151606</c:v>
              </c:pt>
              <c:pt idx="78">
                <c:v>137.80416217823773</c:v>
              </c:pt>
              <c:pt idx="79">
                <c:v>142.47025867861538</c:v>
              </c:pt>
              <c:pt idx="80">
                <c:v>94.56667358117926</c:v>
              </c:pt>
              <c:pt idx="81">
                <c:v>216.34042519881766</c:v>
              </c:pt>
              <c:pt idx="82">
                <c:v>112.22870494595887</c:v>
              </c:pt>
              <c:pt idx="83">
                <c:v>105.22619107739249</c:v>
              </c:pt>
              <c:pt idx="84">
                <c:v>88.99586209461206</c:v>
              </c:pt>
              <c:pt idx="85">
                <c:v>102.2851538019857</c:v>
              </c:pt>
              <c:pt idx="86">
                <c:v>94.97788054886749</c:v>
              </c:pt>
              <c:pt idx="87">
                <c:v>99.86768744495156</c:v>
              </c:pt>
              <c:pt idx="88">
                <c:v>103.98427010976802</c:v>
              </c:pt>
              <c:pt idx="89">
                <c:v>92.78156927387738</c:v>
              </c:pt>
              <c:pt idx="90">
                <c:v>143.92353663057207</c:v>
              </c:pt>
              <c:pt idx="91">
                <c:v>213.3213698218793</c:v>
              </c:pt>
              <c:pt idx="92">
                <c:v>103.37437235149116</c:v>
              </c:pt>
              <c:pt idx="93">
                <c:v>109.56735008846374</c:v>
              </c:pt>
              <c:pt idx="94">
                <c:v>114.88653606451606</c:v>
              </c:pt>
              <c:pt idx="95">
                <c:v>223.981728683666</c:v>
              </c:pt>
              <c:pt idx="96">
                <c:v>97.47794715647703</c:v>
              </c:pt>
              <c:pt idx="97">
                <c:v>235.46568524655243</c:v>
              </c:pt>
              <c:pt idx="98">
                <c:v>230.42048722276962</c:v>
              </c:pt>
              <c:pt idx="99">
                <c:v>97.1236492251079</c:v>
              </c:pt>
              <c:pt idx="100">
                <c:v>111.44453198134998</c:v>
              </c:pt>
              <c:pt idx="101">
                <c:v>210.71168286089133</c:v>
              </c:pt>
              <c:pt idx="102">
                <c:v>151.255318027364</c:v>
              </c:pt>
              <c:pt idx="103">
                <c:v>109.67492803171123</c:v>
              </c:pt>
              <c:pt idx="104">
                <c:v>98.50204959843518</c:v>
              </c:pt>
              <c:pt idx="105">
                <c:v>100.85786008582247</c:v>
              </c:pt>
              <c:pt idx="106">
                <c:v>146.48874227130875</c:v>
              </c:pt>
              <c:pt idx="107">
                <c:v>233.91530271251682</c:v>
              </c:pt>
              <c:pt idx="108">
                <c:v>107.94249039152018</c:v>
              </c:pt>
              <c:pt idx="109">
                <c:v>147.82434637259874</c:v>
              </c:pt>
              <c:pt idx="110">
                <c:v>87.35782550524803</c:v>
              </c:pt>
              <c:pt idx="111">
                <c:v>145.54503887756465</c:v>
              </c:pt>
              <c:pt idx="112">
                <c:v>151.01882898469148</c:v>
              </c:pt>
              <c:pt idx="113">
                <c:v>235.52966142328083</c:v>
              </c:pt>
              <c:pt idx="114">
                <c:v>225.9609226217953</c:v>
              </c:pt>
              <c:pt idx="115">
                <c:v>95.26514471803773</c:v>
              </c:pt>
              <c:pt idx="116">
                <c:v>104.42994818438729</c:v>
              </c:pt>
              <c:pt idx="117">
                <c:v>108.26791219086834</c:v>
              </c:pt>
              <c:pt idx="118">
                <c:v>224.7973019436179</c:v>
              </c:pt>
              <c:pt idx="119">
                <c:v>103.15233331625137</c:v>
              </c:pt>
              <c:pt idx="120">
                <c:v>214.36758433296237</c:v>
              </c:pt>
              <c:pt idx="121">
                <c:v>150.47870222113562</c:v>
              </c:pt>
              <c:pt idx="122">
                <c:v>217.84716435595448</c:v>
              </c:pt>
              <c:pt idx="123">
                <c:v>216.83558274799987</c:v>
              </c:pt>
              <c:pt idx="124">
                <c:v>138.38884996624762</c:v>
              </c:pt>
              <c:pt idx="125">
                <c:v>215.89286940162563</c:v>
              </c:pt>
              <c:pt idx="126">
                <c:v>223.26468472543755</c:v>
              </c:pt>
              <c:pt idx="127">
                <c:v>115.98152696924384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25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X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250"/>
          <c:min val="-28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CE3EB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750" b="1">
                    <a:solidFill>
                      <a:srgbClr val="667085"/>
                    </a:solidFill>
                  </a:rPr>
                  <a:t>Y (m)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667085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D1DC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</a:defRPr>
            </a:pPr>
          </a:p>
        </c:txPr>
        <c:crossAx val="48672768"/>
        <c:majorUnit val="100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C8D1DC"/>
          </a:solidFill>
          <a:prstDash val="solid"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9525">
      <a:solidFill>
        <a:srgbClr val="C8D1DC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A52BE-B7EC-4229-9463-C4E6A3AD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048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Physical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39027A-E2B8-4D91-8A0C-87387331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8382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无线数字孪生信道生成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A3D2B-6A2F-439C-91C0-7E59AEC95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 · Phase93 最终端到端版本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AA5BB-D5A7-4209-9545-38EA417D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108966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08DBB-E557-40AE-B6A2-CBCC78E6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33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5C3F1"/>
                </a:solidFill>
                <a:latin typeface="Microsoft YaHei"/>
                <a:ea typeface="Microsoft YaHei"/>
                <a:cs typeface="Microsoft YaHei"/>
              </a:rPr>
              <a:t>核心命题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2A29E-67B8-4316-896A-555BE76F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71950"/>
            <a:ext cx="962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继承 Round1 的“谱预测 → 复信道重建”主线，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针对 Round2 矩形测试岛改造成分岛验证、锚点校准与选择性修正。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9BC9E-22B0-45D6-A1BD-4765274BC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项目解释与答辩汇报 · 2026</a:t>
            </a:r>
          </a:p>
        </p:txBody>
      </p:sp>
    </p:spTree>
    <p:extLst>
      <p:ext uri="{BB962C8B-B14F-4D97-AF65-F5344CB8AC3E}">
        <p14:creationId xmlns:p14="http://schemas.microsoft.com/office/powerpoint/2010/main" val="305778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94080-DEB8-4398-90CB-75F8C89F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/ PHASE93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159670-3028-42D3-BFD9-903AB1E0B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先给结论：这不是 v39 的复制，而是同一主线下的场景化升级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1B6D96-302B-4C44-B33E-33F137F4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E9E9A-6D12-4FC1-BF07-0A1CEC9DE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4F4AD-A954-447A-A15C-B61348EF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82331-18CE-480E-ADBA-B9C0AFD6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867C7A-E351-4750-A1A2-E6742AB2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1 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FFE2E7-B134-42F3-A60B-00B51FE7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继承的主干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6D11C-DBB0-4866-AA87-398822CF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评分对齐表征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局部空间预测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角域/时延域交替投影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0F0EA-7921-4BAE-8772-53934412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33337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CC365-FE26-4443-97F9-6FC8ABB3B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363BF1-C3E0-49FB-A647-8CDBCC40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981200"/>
            <a:ext cx="2876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3 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ACF69-D35F-42D3-9ED0-C88BA7B5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3365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Round2 新难点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D56537-7D05-462E-B9D6-AE8DD3CC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14650"/>
            <a:ext cx="2876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测试点集中在多个矩形岛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262 个全零异常点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随机验证严重乐观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B64145-5414-4EA0-B313-5231A23E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400050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1BC150-230B-4E25-90AE-F96B1F9F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752600"/>
            <a:ext cx="66675" cy="2076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FE2D9D-6C2E-4380-B221-5013678D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354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89 / 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230BFA-A4E5-4248-BDD5-E4711944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336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的最终策略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08F680-666D-4D5C-8265-85BD5346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914650"/>
            <a:ext cx="3543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个几何组分别建模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P9/P10/Phase40 冻结方向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仅修正 g5/g6 的 89 个点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73AF0-19C3-46FC-9714-53E6FF29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007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B3EF0B-967A-4930-ADAC-C250AFFA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816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一句话结论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1FAC54-920C-4751-A2E6-DF48227D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626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5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解决“怎样从谱恢复复信道”；Round2 进一步解决“官方矩形岛里，哪些点、用哪套局部规律、修正多少”。</a:t>
            </a:r>
          </a:p>
        </p:txBody>
      </p:sp>
    </p:spTree>
    <p:extLst>
      <p:ext uri="{BB962C8B-B14F-4D97-AF65-F5344CB8AC3E}">
        <p14:creationId xmlns:p14="http://schemas.microsoft.com/office/powerpoint/2010/main" val="3179796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61A04A-3D8E-42C8-9CAE-82A93D4B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→ ROUND2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9273E-B95B-4895-8213-44D5E040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相似的是物理谱框架，真正变化的是验证几何与局部决策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289D6-D08A-4E83-B72C-6A6A2C20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DAA47A-FF84-4BCB-981C-DAAB1187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1ED56-8A77-444A-A47B-F8C367F2D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Round1 v39 / v50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73A910-CA52-4057-835F-920CC06C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Round2 Phase93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A4E1CC-9D33-41EA-8B31-FB1290CA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479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9EE94-9536-4E9D-886D-B751F8C6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717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339017-8504-4263-8825-477D25FA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343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固定五折，每折 200 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26000-0074-4AB7-968E-326A3FE6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431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 折矩形挖空 + 官方人口加权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367A1D-7D75-4DCD-837F-5DB624A4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765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71985F-073D-42D6-BFCF-FABC64DD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003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75655-E23C-421F-A1BE-8A71E411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718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 个克里金专家 + 分组门控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C149D5-DCA1-4126-9BFC-5D27E4AD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718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 + PAS/PDP 独立邻域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68272-D157-47AA-9DEA-3662C2EB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2DCC2A-934B-4189-A7A5-B6EFB0EC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290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0F6465-6B21-4B20-B28F-48937CD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600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209 维走廊/环形/天际线描述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39725D-0225-4814-A769-B4C305DE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004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LOS/local/rich 特征进入岛内距离与校准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AA0BD8-60E0-4B09-89F9-B58A3B100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3385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068283-5600-4037-AC78-32F33C22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576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4F3DFF-E744-4325-B113-2741892A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291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物理相位初值 + 交替投影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FBA789-84B4-4D41-A3D8-75B95C18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2910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保留交替投影，幅度采用保守规范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FEF54F-3F39-40C1-82C8-296357AF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62500"/>
            <a:ext cx="111633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00C4CB-5BF0-4ED9-8C5B-65309969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863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最终校准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3A9ADE-324B-488F-BD27-D8A15686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none/PAS/PDP/PAS+PDP 四动作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8156D0-0D65-42CE-BCE5-5FBCE6AD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57750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 + anti-P10 + g5/g6 选择性修正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5D48B-6973-4D15-8E08-2363A7FD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317673-C184-40B8-9951-E3355A55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97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答辩重点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B2C5E7-EE30-4872-A496-C5D3FAEC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007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不要把 Phase93 讲成 57 个脚本；要讲成“同一谱重建底座上，Round2 新增四层场景适配”。</a:t>
            </a:r>
          </a:p>
        </p:txBody>
      </p:sp>
    </p:spTree>
    <p:extLst>
      <p:ext uri="{BB962C8B-B14F-4D97-AF65-F5344CB8AC3E}">
        <p14:creationId xmlns:p14="http://schemas.microsoft.com/office/powerpoint/2010/main" val="2513902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4BBE43-5438-49F7-AD16-599493E1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任务与评价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809A4E-C9A4-4966-A116-BDBA0A38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PAS、PDP 与 NMSE 分别约束角度、时延和完整复数误差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98288-F2CC-4C0C-B0C2-9E9C8E94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C21E38-C19A-4704-B5FD-748AA403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4DF6F5-F5A5-4775-AA27-B8ED52AF0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27861A-7AFF-4786-9C38-90857AB2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1D65A1-FD6D-4E3C-86EF-11A980C4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· 角度功率谱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4CEC7-7F8D-4606-8DB4-DD0B28DE2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端口 → 2×16×8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 H/V 阵列做 FFT2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比较归一化角域功率形状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271AA-8991-4A09-9F52-6678CF530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3DF102-2EF1-4312-BEC4-0231632C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B4FF12-E52F-4CF9-9816-F239A2C7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· 时延功率谱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3A8D6B-081F-45B7-8898-077AD3C9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192 子载波处于频率域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沿频率维做 FFT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比较归一化时延功率形状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34B55-612F-4335-9AC4-F31361244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342900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4BF697-E914-4760-918F-C516966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14500"/>
            <a:ext cx="666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AD016-1B32-4FBD-9495-84E42436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24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NMSE · 原始复信道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7F4BA6-33B6-4D60-8CA5-80209BCD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352675"/>
            <a:ext cx="29718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Σ|Ĥ−H|² / Σ|H|²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同时敏感于幅度和相位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越接近 0 越好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8B996-B353-4A10-8581-718F25D5E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EA4B18-0B80-40B9-8D56-63145B4E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868384-29B4-4113-A061-0F5D3D21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0DC57-2512-487C-A5C1-3DF5DFB5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40% 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7621CC-CD4F-4339-A324-A707C8DF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6863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51D43-D25A-46FF-8623-0D20BA6E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705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20% · 1/(1+NMSE)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85E9DD-5730-4326-AA29-5F1FF0AF4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626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62B538-9840-4E3E-B17F-3424EC5F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435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计算例子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A6FCE7-DED9-4C29-9C38-FCDA107A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245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PAS=0.80、PDP=0.70、NMSE=1.00 → 总分 = 0.32 + 0.28 + 0.10 = 0.70。</a:t>
            </a:r>
          </a:p>
        </p:txBody>
      </p:sp>
    </p:spTree>
    <p:extLst>
      <p:ext uri="{BB962C8B-B14F-4D97-AF65-F5344CB8AC3E}">
        <p14:creationId xmlns:p14="http://schemas.microsoft.com/office/powerpoint/2010/main" val="1237777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DE762C-5CC4-4063-9DAE-A5520208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数据分析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341928-3C65-4105-9EA5-F073A2BD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官方测试点呈双扇区矩形聚集，坐标尺度必须统一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E7D8C6-6797-4668-AE73-D987E503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7741D-25E1-4D42-8469-74CF9FA2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C17CB-6B95-44A0-A6CB-64F3460F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B420DB-8E18-49AD-8369-0013E6A6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21641-90BD-446E-B48E-B4DAE496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4000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82A0C3-F91D-40BF-93CA-9215951F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训练位置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66326-2441-4963-A5CE-39C8F96B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4D9F7-D6E7-411F-A1EB-0BBC0888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18B53-E480-4B05-B595-B1035637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6764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CA302-6CCE-440C-B55C-22FF3F30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9050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500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7BA910-8448-4848-9E8C-07CA85A6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测试位置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F7C195-3DCE-4F63-B5A9-4298EA81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84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DBSCAN → 11 个几何组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B0BE66-7E28-4913-A645-F63AB48D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68F8A6-08E2-4A7F-A580-DB17ADEA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9F03D-34B9-4699-BE45-10352CA0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262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12DAA-C8CD-4F2B-9704-0167FCC0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全零异常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337B2-9326-452D-9A6A-14CAE1820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energy=0，统一剔除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F22D3F-A2E6-4D38-8CC2-9595CA29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23241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677696-6157-421C-98D0-3B04438A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E8C817-E561-4742-8643-154F9C58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95700"/>
            <a:ext cx="1866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3738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EE1E81-F7FB-4DD1-9F1A-84AF93BC8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2481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有效训练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23D469-7AAE-4E24-8337-3FADD033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4629150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进入邻域、锚点和验证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E388A9-8E11-4642-94C3-45A0F1B3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BE146D-D436-463E-921F-84626BED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数据决定模型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EAFD5-927A-4AFB-BD4B-A59DBDFA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292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全部点共用 Y∈[-280,250]、X∈[-100,250]；左右扇区不单独缩放，扇形几何真实可比。</a:t>
            </a:r>
          </a:p>
        </p:txBody>
      </p:sp>
      <p:graphicFrame>
        <p:nvGraphicFramePr>
          <p:cNvPr id="73" name="Chart"/>
          <p:cNvGraphicFramePr/>
          <p:nvPr/>
        </p:nvGraphicFramePr>
        <p:xfrm>
          <a:off xmlns:a="http://schemas.openxmlformats.org/drawingml/2006/main" x="876300" y="1571625"/>
          <a:ext xmlns:a="http://schemas.openxmlformats.org/drawingml/2006/main" cx="528637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fe3e4f6d764733"/>
          </a:graphicData>
        </a:graphic>
      </p:graphicFrame>
      <p:sp>
        <p:nvSpPr>
          <p:cNvPr id="32" name="legend-BS0 训练">
            <a:extLst xmlns:a="http://schemas.openxmlformats.org/drawingml/2006/main">
              <a:ext uri="{FF2B5EF4-FFF2-40B4-BE49-F238E27FC236}">
                <a16:creationId xmlns:a16="http://schemas.microsoft.com/office/drawing/2014/main" id="{D8299810-6295-4D29-91AD-EE84B5A1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solidFill>
              <a:srgbClr val="1976E9"/>
            </a:solidFill>
            <a:prstDash val="solid"/>
          </a:ln>
        </p:spPr>
      </p:sp>
      <p:sp>
        <p:nvSpPr>
          <p:cNvPr id="33" name="legend-text-BS0 训练">
            <a:extLst xmlns:a="http://schemas.openxmlformats.org/drawingml/2006/main">
              <a:ext uri="{FF2B5EF4-FFF2-40B4-BE49-F238E27FC236}">
                <a16:creationId xmlns:a16="http://schemas.microsoft.com/office/drawing/2014/main" id="{04586440-874F-4162-AFA7-0354786C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训练</a:t>
            </a:r>
          </a:p>
        </p:txBody>
      </p:sp>
      <p:sp>
        <p:nvSpPr>
          <p:cNvPr id="34" name="legend-BS0 测试">
            <a:extLst xmlns:a="http://schemas.openxmlformats.org/drawingml/2006/main">
              <a:ext uri="{FF2B5EF4-FFF2-40B4-BE49-F238E27FC236}">
                <a16:creationId xmlns:a16="http://schemas.microsoft.com/office/drawing/2014/main" id="{E92468D5-C810-4653-BC56-D726BA8A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4855"/>
          </a:solidFill>
          <a:ln xmlns:a="http://schemas.openxmlformats.org/drawingml/2006/main" w="0">
            <a:solidFill>
              <a:srgbClr val="E44855"/>
            </a:solidFill>
            <a:prstDash val="solid"/>
          </a:ln>
        </p:spPr>
      </p:sp>
      <p:sp>
        <p:nvSpPr>
          <p:cNvPr id="35" name="legend-text-BS0 测试">
            <a:extLst xmlns:a="http://schemas.openxmlformats.org/drawingml/2006/main">
              <a:ext uri="{FF2B5EF4-FFF2-40B4-BE49-F238E27FC236}">
                <a16:creationId xmlns:a16="http://schemas.microsoft.com/office/drawing/2014/main" id="{7A231C15-CA76-480C-AC5C-A46640F6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测试</a:t>
            </a:r>
          </a:p>
        </p:txBody>
      </p:sp>
      <p:sp>
        <p:nvSpPr>
          <p:cNvPr id="36" name="legend-BS1 训练">
            <a:extLst xmlns:a="http://schemas.openxmlformats.org/drawingml/2006/main">
              <a:ext uri="{FF2B5EF4-FFF2-40B4-BE49-F238E27FC236}">
                <a16:creationId xmlns:a16="http://schemas.microsoft.com/office/drawing/2014/main" id="{1F3B0C75-9E28-49BE-A03C-E4D54D06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8B2C"/>
          </a:solidFill>
          <a:ln xmlns:a="http://schemas.openxmlformats.org/drawingml/2006/main" w="0">
            <a:solidFill>
              <a:srgbClr val="ED8B2C"/>
            </a:solidFill>
            <a:prstDash val="solid"/>
          </a:ln>
        </p:spPr>
      </p:sp>
      <p:sp>
        <p:nvSpPr>
          <p:cNvPr id="37" name="legend-text-BS1 训练">
            <a:extLst xmlns:a="http://schemas.openxmlformats.org/drawingml/2006/main">
              <a:ext uri="{FF2B5EF4-FFF2-40B4-BE49-F238E27FC236}">
                <a16:creationId xmlns:a16="http://schemas.microsoft.com/office/drawing/2014/main" id="{8A133A4F-EEE9-4DE4-AB1A-4D06E3BB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训练</a:t>
            </a:r>
          </a:p>
        </p:txBody>
      </p:sp>
      <p:sp>
        <p:nvSpPr>
          <p:cNvPr id="38" name="legend-BS1 测试">
            <a:extLst xmlns:a="http://schemas.openxmlformats.org/drawingml/2006/main">
              <a:ext uri="{FF2B5EF4-FFF2-40B4-BE49-F238E27FC236}">
                <a16:creationId xmlns:a16="http://schemas.microsoft.com/office/drawing/2014/main" id="{BBFECD5C-E792-43D0-B381-F4D537AD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A2"/>
          </a:solidFill>
          <a:ln xmlns:a="http://schemas.openxmlformats.org/drawingml/2006/main" w="0">
            <a:solidFill>
              <a:srgbClr val="18BFA2"/>
            </a:solidFill>
            <a:prstDash val="solid"/>
          </a:ln>
        </p:spPr>
      </p:sp>
      <p:sp>
        <p:nvSpPr>
          <p:cNvPr id="39" name="legend-text-BS1 测试">
            <a:extLst xmlns:a="http://schemas.openxmlformats.org/drawingml/2006/main">
              <a:ext uri="{FF2B5EF4-FFF2-40B4-BE49-F238E27FC236}">
                <a16:creationId xmlns:a16="http://schemas.microsoft.com/office/drawing/2014/main" id="{8966DFC2-1411-49F1-B2D1-3C0D4D7E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测试</a:t>
            </a:r>
          </a:p>
        </p:txBody>
      </p:sp>
      <p:sp>
        <p:nvSpPr>
          <p:cNvPr id="40" name="legend-基站">
            <a:extLst xmlns:a="http://schemas.openxmlformats.org/drawingml/2006/main">
              <a:ext uri="{FF2B5EF4-FFF2-40B4-BE49-F238E27FC236}">
                <a16:creationId xmlns:a16="http://schemas.microsoft.com/office/drawing/2014/main" id="{4363E62C-9854-48C8-85CC-82979F8F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114925"/>
            <a:ext cx="104775" cy="104775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41" name="legend-text-基站">
            <a:extLst xmlns:a="http://schemas.openxmlformats.org/drawingml/2006/main">
              <a:ext uri="{FF2B5EF4-FFF2-40B4-BE49-F238E27FC236}">
                <a16:creationId xmlns:a16="http://schemas.microsoft.com/office/drawing/2014/main" id="{3A6C5AA5-BFB0-4085-AAE5-59994536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1054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</a:t>
            </a:r>
          </a:p>
        </p:txBody>
      </p:sp>
      <p:sp>
        <p:nvSpPr>
          <p:cNvPr id="42" name="bs0-marker">
            <a:extLst xmlns:a="http://schemas.openxmlformats.org/drawingml/2006/main">
              <a:ext uri="{FF2B5EF4-FFF2-40B4-BE49-F238E27FC236}">
                <a16:creationId xmlns:a16="http://schemas.microsoft.com/office/drawing/2014/main" id="{08A03533-D4BD-4C57-913A-5D952097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091" y="3922296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43" name="bs1-marker">
            <a:extLst xmlns:a="http://schemas.openxmlformats.org/drawingml/2006/main">
              <a:ext uri="{FF2B5EF4-FFF2-40B4-BE49-F238E27FC236}">
                <a16:creationId xmlns:a16="http://schemas.microsoft.com/office/drawing/2014/main" id="{2AD9ADF3-3AF0-4C35-85C2-236AA904E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023" y="3308141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44" name="bs0-label">
            <a:extLst xmlns:a="http://schemas.openxmlformats.org/drawingml/2006/main">
              <a:ext uri="{FF2B5EF4-FFF2-40B4-BE49-F238E27FC236}">
                <a16:creationId xmlns:a16="http://schemas.microsoft.com/office/drawing/2014/main" id="{A8051F50-A7CA-4EAE-8DB5-5565F7AE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391" y="3846096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BS0</a:t>
            </a:r>
          </a:p>
        </p:txBody>
      </p:sp>
      <p:sp>
        <p:nvSpPr>
          <p:cNvPr id="45" name="bs1-label">
            <a:extLst xmlns:a="http://schemas.openxmlformats.org/drawingml/2006/main">
              <a:ext uri="{FF2B5EF4-FFF2-40B4-BE49-F238E27FC236}">
                <a16:creationId xmlns:a16="http://schemas.microsoft.com/office/drawing/2014/main" id="{EF107924-3678-4077-A44A-C60E7916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323" y="3231941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BS1</a:t>
            </a:r>
          </a:p>
        </p:txBody>
      </p:sp>
    </p:spTree>
    <p:extLst>
      <p:ext uri="{BB962C8B-B14F-4D97-AF65-F5344CB8AC3E}">
        <p14:creationId xmlns:p14="http://schemas.microsoft.com/office/powerpoint/2010/main" val="10064918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A5DE439-B00C-4DF0-9F81-F2026010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1 / 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6F53A8-B07C-48D9-B0F5-194CA80E4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矩形验证块嵌入真实双扇区，保持与官方测试一致的空间难度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D7B6E-739B-40A0-9BDE-BD8A4F38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BF8F3-5292-4451-ABBB-0CB0BF8D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A8D05A-EBA6-461E-9246-177B36D4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86E623C3-818D-4CF2-A301-E88771D5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2AE7FAC-2E25-4D2D-9D7E-0B4986F00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9431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① 观察官方测试几何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3CB3AA5-DC9E-4D3F-8B54-D3FE9A1F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717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 点形成 11 个紧凑几何组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3FD24AE-12F2-4095-B364-F8783469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32686861-E05C-49C5-95A6-8363B2D30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956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76D6C80-FC88-4679-B985-9C0082A09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② 在训练区模拟挖洞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5123787-665F-45B5-93BF-5535E047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3377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匹配宽高/人口，边界外加 3 m buffer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75DD33F-21DD-412B-85E8-9D300FB8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5105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6067B78-503A-4FCF-B666-574337D15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5765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4A51205-31D1-47C8-B635-4CA31930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67200"/>
            <a:ext cx="464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③ 固定 5 折矩形 OOF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DBC02D9B-5189-4EA7-9E75-C0ABEAF8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95825"/>
            <a:ext cx="464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固定种子；按官方测试人口加权汇总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97A2C02-9DFF-4C06-A1CA-559C65F1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EC4B52B5-3AF2-4F5F-8B26-A703D4F3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验证原则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DE94F88-C801-4527-9011-F28047A5D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验证块沿扇区内部成矩形聚集；训练点保留周边扇形，但 3 m buffer 阻断近邻泄漏。</a:t>
            </a:r>
          </a:p>
        </p:txBody>
      </p:sp>
      <p:graphicFrame>
        <p:nvGraphicFramePr>
          <p:cNvPr id="168" name="Chart"/>
          <p:cNvGraphicFramePr/>
          <p:nvPr/>
        </p:nvGraphicFramePr>
        <p:xfrm>
          <a:off xmlns:a="http://schemas.openxmlformats.org/drawingml/2006/main" x="876300" y="1571625"/>
          <a:ext xmlns:a="http://schemas.openxmlformats.org/drawingml/2006/main" cx="5286375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73a14041894495"/>
          </a:graphicData>
        </a:graphic>
      </p:graphicFrame>
      <p:sp>
        <p:nvSpPr>
          <p:cNvPr id="127" name="validation-rectangle-1">
            <a:extLst xmlns:a="http://schemas.openxmlformats.org/drawingml/2006/main">
              <a:ext uri="{FF2B5EF4-FFF2-40B4-BE49-F238E27FC236}">
                <a16:creationId xmlns:a16="http://schemas.microsoft.com/office/drawing/2014/main" id="{3BD46D61-1CDF-48EB-A132-1D8BB253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815" y="3190468"/>
            <a:ext cx="290064" cy="2631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28" name="validation-rectangle-2">
            <a:extLst xmlns:a="http://schemas.openxmlformats.org/drawingml/2006/main">
              <a:ext uri="{FF2B5EF4-FFF2-40B4-BE49-F238E27FC236}">
                <a16:creationId xmlns:a16="http://schemas.microsoft.com/office/drawing/2014/main" id="{8024CD60-45F2-48F5-8503-574FBAA4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0860" y="2284365"/>
            <a:ext cx="210435" cy="1853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29" name="validation-rectangle-3">
            <a:extLst xmlns:a="http://schemas.openxmlformats.org/drawingml/2006/main">
              <a:ext uri="{FF2B5EF4-FFF2-40B4-BE49-F238E27FC236}">
                <a16:creationId xmlns:a16="http://schemas.microsoft.com/office/drawing/2014/main" id="{F61160D5-ADC6-4404-9CED-0C311E5E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5107" y="2369825"/>
            <a:ext cx="192072" cy="1691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30" name="validation-rectangle-4">
            <a:extLst xmlns:a="http://schemas.openxmlformats.org/drawingml/2006/main">
              <a:ext uri="{FF2B5EF4-FFF2-40B4-BE49-F238E27FC236}">
                <a16:creationId xmlns:a16="http://schemas.microsoft.com/office/drawing/2014/main" id="{9A1C2601-7147-49D5-B0CF-9DF83B04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878" y="2327883"/>
            <a:ext cx="168463" cy="2833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44855"/>
            </a:solidFill>
            <a:prstDash val="solid"/>
          </a:ln>
        </p:spPr>
      </p:sp>
      <p:sp>
        <p:nvSpPr>
          <p:cNvPr id="131" name="validation-rectangle-5">
            <a:extLst xmlns:a="http://schemas.openxmlformats.org/drawingml/2006/main">
              <a:ext uri="{FF2B5EF4-FFF2-40B4-BE49-F238E27FC236}">
                <a16:creationId xmlns:a16="http://schemas.microsoft.com/office/drawing/2014/main" id="{A6EB4F32-1DB1-4868-8AA0-771B5F29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8669" y="2773967"/>
            <a:ext cx="256974" cy="2714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2" name="validation-rectangle-6">
            <a:extLst xmlns:a="http://schemas.openxmlformats.org/drawingml/2006/main">
              <a:ext uri="{FF2B5EF4-FFF2-40B4-BE49-F238E27FC236}">
                <a16:creationId xmlns:a16="http://schemas.microsoft.com/office/drawing/2014/main" id="{FCFB6A5B-33FE-4D24-B496-10E9E471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0565" y="1754235"/>
            <a:ext cx="218625" cy="2267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3" name="validation-rectangle-7">
            <a:extLst xmlns:a="http://schemas.openxmlformats.org/drawingml/2006/main">
              <a:ext uri="{FF2B5EF4-FFF2-40B4-BE49-F238E27FC236}">
                <a16:creationId xmlns:a16="http://schemas.microsoft.com/office/drawing/2014/main" id="{9D59C033-7528-41C0-8376-D36EBBADA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521" y="2493455"/>
            <a:ext cx="177558" cy="123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4" name="validation-rectangle-8">
            <a:extLst xmlns:a="http://schemas.openxmlformats.org/drawingml/2006/main">
              <a:ext uri="{FF2B5EF4-FFF2-40B4-BE49-F238E27FC236}">
                <a16:creationId xmlns:a16="http://schemas.microsoft.com/office/drawing/2014/main" id="{A6AD917D-3E16-4794-920F-78B625F8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0398" y="2757006"/>
            <a:ext cx="151040" cy="3129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8BFA2"/>
            </a:solidFill>
            <a:prstDash val="solid"/>
          </a:ln>
        </p:spPr>
      </p:sp>
      <p:sp>
        <p:nvSpPr>
          <p:cNvPr id="135" name="legend-BS0 训练">
            <a:extLst xmlns:a="http://schemas.openxmlformats.org/drawingml/2006/main">
              <a:ext uri="{FF2B5EF4-FFF2-40B4-BE49-F238E27FC236}">
                <a16:creationId xmlns:a16="http://schemas.microsoft.com/office/drawing/2014/main" id="{06FB2F29-050A-4050-91BF-79AD4A2AE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solidFill>
              <a:srgbClr val="1976E9"/>
            </a:solidFill>
            <a:prstDash val="solid"/>
          </a:ln>
        </p:spPr>
      </p:sp>
      <p:sp>
        <p:nvSpPr>
          <p:cNvPr id="136" name="legend-text-BS0 训练">
            <a:extLst xmlns:a="http://schemas.openxmlformats.org/drawingml/2006/main">
              <a:ext uri="{FF2B5EF4-FFF2-40B4-BE49-F238E27FC236}">
                <a16:creationId xmlns:a16="http://schemas.microsoft.com/office/drawing/2014/main" id="{466423C9-0B6C-400B-A12A-4C08CDF4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训练</a:t>
            </a:r>
          </a:p>
        </p:txBody>
      </p:sp>
      <p:sp>
        <p:nvSpPr>
          <p:cNvPr id="137" name="legend-BS0 验证">
            <a:extLst xmlns:a="http://schemas.openxmlformats.org/drawingml/2006/main">
              <a:ext uri="{FF2B5EF4-FFF2-40B4-BE49-F238E27FC236}">
                <a16:creationId xmlns:a16="http://schemas.microsoft.com/office/drawing/2014/main" id="{2118C571-48E3-47DD-B3C5-4428780B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44855"/>
          </a:solidFill>
          <a:ln xmlns:a="http://schemas.openxmlformats.org/drawingml/2006/main" w="0">
            <a:solidFill>
              <a:srgbClr val="E44855"/>
            </a:solidFill>
            <a:prstDash val="solid"/>
          </a:ln>
        </p:spPr>
      </p:sp>
      <p:sp>
        <p:nvSpPr>
          <p:cNvPr id="138" name="legend-text-BS0 验证">
            <a:extLst xmlns:a="http://schemas.openxmlformats.org/drawingml/2006/main">
              <a:ext uri="{FF2B5EF4-FFF2-40B4-BE49-F238E27FC236}">
                <a16:creationId xmlns:a16="http://schemas.microsoft.com/office/drawing/2014/main" id="{96B854EC-A47B-4132-8A08-8022BEFF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BS0 验证</a:t>
            </a:r>
          </a:p>
        </p:txBody>
      </p:sp>
      <p:sp>
        <p:nvSpPr>
          <p:cNvPr id="139" name="legend-BS1 训练">
            <a:extLst xmlns:a="http://schemas.openxmlformats.org/drawingml/2006/main">
              <a:ext uri="{FF2B5EF4-FFF2-40B4-BE49-F238E27FC236}">
                <a16:creationId xmlns:a16="http://schemas.microsoft.com/office/drawing/2014/main" id="{348BFA06-5653-40FD-8AC5-22C51AE1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8B2C"/>
          </a:solidFill>
          <a:ln xmlns:a="http://schemas.openxmlformats.org/drawingml/2006/main" w="0">
            <a:solidFill>
              <a:srgbClr val="ED8B2C"/>
            </a:solidFill>
            <a:prstDash val="solid"/>
          </a:ln>
        </p:spPr>
      </p:sp>
      <p:sp>
        <p:nvSpPr>
          <p:cNvPr id="140" name="legend-text-BS1 训练">
            <a:extLst xmlns:a="http://schemas.openxmlformats.org/drawingml/2006/main">
              <a:ext uri="{FF2B5EF4-FFF2-40B4-BE49-F238E27FC236}">
                <a16:creationId xmlns:a16="http://schemas.microsoft.com/office/drawing/2014/main" id="{32664863-10EF-4A18-8A2E-2E8D47B2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训练</a:t>
            </a:r>
          </a:p>
        </p:txBody>
      </p:sp>
      <p:sp>
        <p:nvSpPr>
          <p:cNvPr id="141" name="legend-BS1 验证">
            <a:extLst xmlns:a="http://schemas.openxmlformats.org/drawingml/2006/main">
              <a:ext uri="{FF2B5EF4-FFF2-40B4-BE49-F238E27FC236}">
                <a16:creationId xmlns:a16="http://schemas.microsoft.com/office/drawing/2014/main" id="{2FFC26C5-534B-4DBD-8C4D-BB422148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43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BFA2"/>
          </a:solidFill>
          <a:ln xmlns:a="http://schemas.openxmlformats.org/drawingml/2006/main" w="0">
            <a:solidFill>
              <a:srgbClr val="18BFA2"/>
            </a:solidFill>
            <a:prstDash val="solid"/>
          </a:ln>
        </p:spPr>
      </p:sp>
      <p:sp>
        <p:nvSpPr>
          <p:cNvPr id="142" name="legend-text-BS1 验证">
            <a:extLst xmlns:a="http://schemas.openxmlformats.org/drawingml/2006/main">
              <a:ext uri="{FF2B5EF4-FFF2-40B4-BE49-F238E27FC236}">
                <a16:creationId xmlns:a16="http://schemas.microsoft.com/office/drawing/2014/main" id="{D728DC70-5FAD-43B7-98EF-23B487BC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105400"/>
            <a:ext cx="68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BS1 验证</a:t>
            </a:r>
          </a:p>
        </p:txBody>
      </p:sp>
      <p:sp>
        <p:nvSpPr>
          <p:cNvPr id="143" name="legend-基站">
            <a:extLst xmlns:a="http://schemas.openxmlformats.org/drawingml/2006/main">
              <a:ext uri="{FF2B5EF4-FFF2-40B4-BE49-F238E27FC236}">
                <a16:creationId xmlns:a16="http://schemas.microsoft.com/office/drawing/2014/main" id="{81B56FE1-D50E-40CF-B152-606D6E23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114925"/>
            <a:ext cx="104775" cy="104775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144" name="legend-text-基站">
            <a:extLst xmlns:a="http://schemas.openxmlformats.org/drawingml/2006/main">
              <a:ext uri="{FF2B5EF4-FFF2-40B4-BE49-F238E27FC236}">
                <a16:creationId xmlns:a16="http://schemas.microsoft.com/office/drawing/2014/main" id="{C932CEC0-D0D3-4667-BAAC-B9872B6D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1054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75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</a:t>
            </a:r>
          </a:p>
        </p:txBody>
      </p:sp>
      <p:sp>
        <p:nvSpPr>
          <p:cNvPr id="145" name="bs0-marker">
            <a:extLst xmlns:a="http://schemas.openxmlformats.org/drawingml/2006/main">
              <a:ext uri="{FF2B5EF4-FFF2-40B4-BE49-F238E27FC236}">
                <a16:creationId xmlns:a16="http://schemas.microsoft.com/office/drawing/2014/main" id="{0BDA2281-F5E5-4B00-AA80-E6F5D691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6091" y="3922296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146" name="bs1-marker">
            <a:extLst xmlns:a="http://schemas.openxmlformats.org/drawingml/2006/main">
              <a:ext uri="{FF2B5EF4-FFF2-40B4-BE49-F238E27FC236}">
                <a16:creationId xmlns:a16="http://schemas.microsoft.com/office/drawing/2014/main" id="{3CFADC76-266A-47EB-8204-82FF88A0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023" y="3308141"/>
            <a:ext cx="114300" cy="114300"/>
          </a:xfrm>
          <a:prstGeom xmlns:a="http://schemas.openxmlformats.org/drawingml/2006/main" prst="star5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7620">
            <a:solidFill>
              <a:srgbClr val="111820"/>
            </a:solidFill>
            <a:prstDash val="solid"/>
          </a:ln>
        </p:spPr>
      </p:sp>
      <p:sp>
        <p:nvSpPr>
          <p:cNvPr id="147" name="bs0-label">
            <a:extLst xmlns:a="http://schemas.openxmlformats.org/drawingml/2006/main">
              <a:ext uri="{FF2B5EF4-FFF2-40B4-BE49-F238E27FC236}">
                <a16:creationId xmlns:a16="http://schemas.microsoft.com/office/drawing/2014/main" id="{ABE357BC-6BEC-45A0-942B-D0D7FDB5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391" y="3846096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BS0</a:t>
            </a:r>
          </a:p>
        </p:txBody>
      </p:sp>
      <p:sp>
        <p:nvSpPr>
          <p:cNvPr id="148" name="bs1-label">
            <a:extLst xmlns:a="http://schemas.openxmlformats.org/drawingml/2006/main">
              <a:ext uri="{FF2B5EF4-FFF2-40B4-BE49-F238E27FC236}">
                <a16:creationId xmlns:a16="http://schemas.microsoft.com/office/drawing/2014/main" id="{7DCCB938-0A58-4BA4-8A5F-9CC85E27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323" y="3231941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BS1</a:t>
            </a:r>
          </a:p>
        </p:txBody>
      </p:sp>
    </p:spTree>
    <p:extLst>
      <p:ext uri="{BB962C8B-B14F-4D97-AF65-F5344CB8AC3E}">
        <p14:creationId xmlns:p14="http://schemas.microsoft.com/office/powerpoint/2010/main" val="15693576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1E2202-976A-42F9-B9B1-24D07047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AAC1E8-DE81-478F-ADCE-BF9363CB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从四个赛事原始文件出发，把数据、谱预测、通道重建和冻结校准串成闭环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1BB94-7251-40B3-8179-02777830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E181E6-AC7F-4358-8DAD-AAA91A5E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C5C7-7B08-45EF-AE0F-D3E938ED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10515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0EAA1-648A-42E7-87AB-7DB8E693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C0063-E6D4-411C-994C-EAF34978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066C3-0307-4840-8EDB-822EA081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原始输入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5E3B1-85FD-453E-892D-1088268D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Train H / Train Pos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Test Pos / Map.ply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A4E203-B7E1-4740-8299-B8EA4D6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97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0FC7AA-32DB-4B01-B3D9-AF502573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4F349-D264-4B88-B9C8-F21281A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362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清洗与特征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7F6FF7-965C-494F-BCC6-A4D1CB80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122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剔除 262 零信道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50E6DF-A0E3-42F2-9256-B09F65EB9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57B46B-FA0F-4806-BE51-F7AE2A24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94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0A7D22-1F73-421A-BD13-EDA38051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空间谱预测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5B41FE-D16A-421F-AB1F-25A7AF7A5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34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 PAS/PDP 邻域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Phase6 / P9 / 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1983B-8CA9-4C2D-A036-D076213B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421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2F840-EAD2-4CAA-90D6-9315F23C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706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8F7970-42D7-4660-9983-42398919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86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复信道重建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F9354D-58E8-4C5D-99B1-F8475E17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746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角域/时延域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交替幅度投影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F57E71-DEAF-44B4-ACE2-15119247D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733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DB43-F15C-47AD-A497-2153A7C65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8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FA1417-1490-4FCC-9A41-B42BBAFA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298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冻结修正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F02DEE-1644-4C77-AC71-214A74E2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058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anti-P10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5C41CC-6D05-4B22-88EB-A2D6D401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2514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552894-A91A-4BFA-B395-F28F5698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19431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706F06-5FA5-4990-815B-6C1A8F830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9432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输出校验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6A96E1-AD70-403E-92BB-9488A1FD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352800"/>
            <a:ext cx="171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 / finite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27EDD2-0E45-4B2A-8753-65D35B65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8C3CEB-B991-4B90-A977-E2E53943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推理入口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3D4F43-4CF6-4A40-A933-C813727A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python build_phase93_end_to_end.py → Round2_Test_Channel_phase93_g56_antip10_plus_symmetric_clamp.npy</a:t>
            </a:r>
          </a:p>
        </p:txBody>
      </p:sp>
    </p:spTree>
    <p:extLst>
      <p:ext uri="{BB962C8B-B14F-4D97-AF65-F5344CB8AC3E}">
        <p14:creationId xmlns:p14="http://schemas.microsoft.com/office/powerpoint/2010/main" val="19053417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1D6A7C-C391-4D30-9923-2AB85D68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继承自 v39 的主干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85C28-F73F-4348-B222-B2E4D4B9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先把超高维复信道变成可解释谱，再用物理结构恢复完整 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A1D2E-6C53-4654-866B-96FE4B87E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B0A14-2782-4EEE-B10C-29B0AC1D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0A2246-3544-47BB-8CE7-9975CB52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381250" cy="28003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E6BBD-AC35-436A-9CA4-D1CF2529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BDBD5-F5AF-4C24-BB5C-6FCF353F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复信道 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F5E634-E3D9-4BFB-B52D-96C7D7BC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9240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256 BS × 4 UE × 192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每点 196,608 个复数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C302F-EA7C-4E26-8BCC-31F58191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FA981-A909-440B-937E-94861D42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CD0E5-A521-4067-891C-DC3C9DEF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907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50D8E-FF0A-463C-B749-1300C2D8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0002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分支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BA863-54DD-47E5-BBA0-19CAAAB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42887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阵列 FFT2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角度功率形状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BFDBE2-1411-4208-8C90-58982993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2381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29C27-B18A-4284-A56B-AEDD24BE6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33375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2DC16-7160-49EC-B274-1DD351B2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分支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94AAEB-FEA9-4BEE-88F9-C9386E95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971925"/>
            <a:ext cx="1924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子载波 FFT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时延功率形状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552CA3-FD86-49AB-9C36-B5B5A449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72A6D0-37EE-4EB8-86AB-F8526B1A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2057400" cy="28003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3E51B8-B637-4661-AD5E-A1C8488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779774-AA23-48AD-953A-7B05FE91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002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空间预测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4A271-B519-4FE5-8161-AAB35CA9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28875"/>
            <a:ext cx="16002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位置邻域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地图上下文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A560B9-AFC3-416B-B016-35E3BACD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384294-68AD-4CD4-9B31-16878874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1695450" cy="28003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8C218A-6B51-4A86-AA75-46D08E1B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1790700"/>
            <a:ext cx="66675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E580B0-CA64-4612-A208-930C2974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0002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重建 Ĥ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041594-F3FA-44E2-BEC6-922E23C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428875"/>
            <a:ext cx="1238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保留相位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交替投影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CA6D17-C9E2-4455-9F00-7A54D2A7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A6089B1-9A68-4259-9BCF-743BBBC7F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共同哲学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5D1BD8-46E2-4E6E-90A7-02A1D890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与 Round2 都没有直接回归 19.7 万维复数；它们都把评分结构前置到模型表征中。</a:t>
            </a:r>
          </a:p>
        </p:txBody>
      </p:sp>
    </p:spTree>
    <p:extLst>
      <p:ext uri="{BB962C8B-B14F-4D97-AF65-F5344CB8AC3E}">
        <p14:creationId xmlns:p14="http://schemas.microsoft.com/office/powerpoint/2010/main" val="1060036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16C4BB-E8EE-4E86-BEC6-4198DEA9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2 / 分组建模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4F020-1929-4577-84AD-B1C9E41D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11 个几何组不是一个统一空间场：PAS 与 PDP 甚至需要不同邻域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53E20-B0FA-43E3-9E88-8962D10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6A3AB5-6BE9-4451-B83F-3BE8B42A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DC3C5-4FE0-4115-97C3-4C893795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447675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CDD5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0A197D-CD27-48FA-8057-AB9DCE7B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几何组标签（示意）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4BD56-FE64-4377-869A-8FD64DC00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952500" cy="6096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44133-EB75-4459-B545-E5F81760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0E0E7-F8FA-44CC-9FCF-3E31E905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343150"/>
            <a:ext cx="70485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935956-7EE9-4C84-992A-363DC355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5146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EDD18-D028-4F40-947E-2FDDCF70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90800"/>
            <a:ext cx="876300" cy="66675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BAB2D-DDC5-4D2A-B8C3-D13C9454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62250"/>
            <a:ext cx="87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F5F19C-2AEF-4D52-926E-16520981E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38550"/>
            <a:ext cx="112395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A2D71F-41FA-40DC-A5E6-F73E4AF2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0B0D5-2B20-4274-A855-7D6B42DC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7048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19050">
            <a:solidFill>
              <a:srgbClr val="1976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5E80E2-BBB8-423E-912C-5A6D2A2A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10000"/>
            <a:ext cx="704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g5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7F2FFD-0803-4E8C-BB1E-0EB24110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33800"/>
            <a:ext cx="9906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2D6"/>
          </a:solidFill>
          <a:ln xmlns:a="http://schemas.openxmlformats.org/drawingml/2006/main" w="19050">
            <a:solidFill>
              <a:srgbClr val="DB941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3A36F1-6670-406C-95D4-0345A012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052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g6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8C079B-0EA0-4120-AD4F-FF80CD0B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37D16-3450-4153-BE6A-BE7CCD75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960E7-B2ED-4B58-B2B0-AE69C35B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6215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邻域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DAC52F-A180-4BA5-9D07-9A0829AA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90775"/>
            <a:ext cx="24003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每岛独立选择 k / 距离幂 / 广义均值 q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可启用角谱对齐、仿射与二次矩约束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37AC0C-7EAA-44BA-8C40-7E763D4C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3143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0E20AF-4ACE-4F64-B768-9433E4F1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52600"/>
            <a:ext cx="6667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429867-CF79-442B-8E74-0F3FA2A1A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6215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PDP 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38DD09-3F8D-4EDE-8F5D-E7CB9FFF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390775"/>
            <a:ext cx="26860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可使用完全不同的 k / 距离幂 / 地图度量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避免角域最优邻居强迫时延域服从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4CB211-A8EA-496E-974B-9C8F136F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286500" cy="15430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5A5D0D-3B00-48A1-9A3B-CCAA074A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38550"/>
            <a:ext cx="66675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9170D7-1080-4974-902B-8B6C2FBC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848100"/>
            <a:ext cx="582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为什么能提高上限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CE6275-4A61-4F9E-8E71-6A74FC34D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276725"/>
            <a:ext cx="5829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矩形内部、矩形边缘、遮挡边界和不同基站侧的空间平滑尺度不同。分组参数把一个全局偏差问题拆成 11 个可验证的局部问题。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F36D54-0813-49BE-A0D8-724BD83D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4C83B5-4AF0-423D-9DB5-BDA17D36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核心变化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BCE163-24C6-4A2D-BA1C-51CBD704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Round1 是多专家选择；Round2 进一步把“专家适用域”显式绑定到官方测试几何。</a:t>
            </a:r>
          </a:p>
        </p:txBody>
      </p:sp>
    </p:spTree>
    <p:extLst>
      <p:ext uri="{BB962C8B-B14F-4D97-AF65-F5344CB8AC3E}">
        <p14:creationId xmlns:p14="http://schemas.microsoft.com/office/powerpoint/2010/main" val="8694594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24138C-BEB2-46AD-A781-B3E69D48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Round2 改变 3 / 地图上下文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53B9E9-156E-4EC6-9241-3F991917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点云不做完整射线追踪，而是压缩成影响邻域选择的传播环境特征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FCF67-6975-4EEC-9641-1120A78C4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E341AC-0219-44E3-8500-FAD8BFEF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7A4EA-0B4D-4D17-8BE2-DD5E17FD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F36444-AC12-4B81-A483-2E7D2699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77AC0-36DB-43ED-9D96-769E23B9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LOS 特征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B3BBB-C398-4A17-81C9-E61265DB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基站到 UE 路径上的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遮挡高度、密度、墙面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左右侧分别编码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87147-3F8D-4F66-941E-267531CE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FE54E-216E-4C23-BF0D-F0EFC4B5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38732-53BD-4A54-9C73-FBA8D43D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Local 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4349C-6401-4055-AEDF-9966208B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测试点周围局部高度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墙面/地面密度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多尺度邻域统计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37EF90-3EE8-4FEE-8E16-3544FDB9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952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20FC9-3EBD-4012-A09B-C380A9B5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20D04-B06A-4290-9D01-A92AC36F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62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Rich 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4A0FA-9DDA-4396-A054-B793B00E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90775"/>
            <a:ext cx="211455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方向、角度、障碍与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频带描述联合进入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树模型/门控模型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9FBFF9-1FBA-4292-8AD1-69A8AF0D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95275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1A5538-E433-4B18-965A-E150BCF4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D106F6-534C-4E0F-B008-A04028B0C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621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如何使用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1E15F5-0778-4A30-A321-FC4761EC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390775"/>
            <a:ext cx="22479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不是直接生成 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而是改变谁是邻居、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残差应修多少、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哪个岛采用哪套参数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8D89B4-EE42-4925-B553-3F042ABC1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9A2E80-E42C-4AFE-942B-7EFDA9FE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与 v39 的关系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9BA972-B34F-4374-A0CA-C38767D1A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v39 的 209 维地图描述更系统；Round2 保留“地图决定传播相似度”的思想，并围绕岛内验证做更强的任务定制。</a:t>
            </a:r>
          </a:p>
        </p:txBody>
      </p:sp>
    </p:spTree>
    <p:extLst>
      <p:ext uri="{BB962C8B-B14F-4D97-AF65-F5344CB8AC3E}">
        <p14:creationId xmlns:p14="http://schemas.microsoft.com/office/powerpoint/2010/main" val="105307299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CD76D0-7400-4AF8-8BFA-28B2C1E1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基础模型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019FF-F86E-41C0-B9A8-0546E289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局部邻居给出目标谱，交替投影把 PAS 与 PDP 约束写回复信道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AB7F72-0287-460C-91DE-47FF38F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7432F-5DCC-4765-BFEB-DC4D97D8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8FEA5-020C-44B0-92DF-A748083F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BFAD1-602A-496F-A891-14F0F057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A8A2C-8E47-4E42-A9C9-2416D2AB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局部邻居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6338E5-818E-4F6B-9B60-CECD64AA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cKDTree 查询候选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 ∝ 1/max(d,0.25)^p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仿射/二次矩修正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9AF99-2FB3-4543-8AA0-57C379ED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EDDE7-9FA3-4774-BA86-7A955188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424DD6-7712-4262-A662-DCE892DB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CDB7CD-973B-4566-AB23-944A7B7A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7645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目标谱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60BA4C-8BD3-44F2-850B-410D4ADD6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05075"/>
            <a:ext cx="2209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PAS：角域功率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PDP：时延域功率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分别聚合、分别归一化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22BCCB-29EE-4B46-8B9C-8BAB67F5B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9146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94A65-1F25-4FAA-84BE-183C408C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66900"/>
            <a:ext cx="4000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B2F6F1-F696-40E0-9F35-FF8942AF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交替投影闭环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CF242E-D234-4E6C-80F6-F5FB15B0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D551C0-F6B8-4589-9234-C826AF74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BS-FFT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837914-9EAB-4F1D-A1A1-D722A95E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86050"/>
            <a:ext cx="112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BED918-535C-4243-ABD3-6A2AA109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Freq-FFT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C1925-43DD-4D2A-8214-C9A9D69F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86050"/>
            <a:ext cx="5524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690461-4C99-4906-8DDE-E874269A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33750"/>
            <a:ext cx="552450" cy="32385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7D5570-C3E6-4045-81D4-0F0F18FB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38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替换幅度，保留当前复相位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CD999-7D50-47FE-881D-420C9175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859908-00A2-4464-85F8-DB52B72F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物理含义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35F8F1-267C-4876-9A29-CE4D012F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 和 PDP 是两个不完全兼容的边缘约束；有限轮交替投影在两者之间取得可控折中。</a:t>
            </a:r>
          </a:p>
        </p:txBody>
      </p:sp>
    </p:spTree>
    <p:extLst>
      <p:ext uri="{BB962C8B-B14F-4D97-AF65-F5344CB8AC3E}">
        <p14:creationId xmlns:p14="http://schemas.microsoft.com/office/powerpoint/2010/main" val="3759887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BC5A8-F069-4B82-AC5C-D93D9CF53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Phase6 / 物理谱底座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A3508-37FA-47A0-8205-B4B00329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Phase6 把位置、方向和地图描述变成 24-band PAS 目标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42BFF-B226-4D59-AF7E-3C5B354B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7EA0CA-4FB6-4C90-A559-C84D26B9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2719EC-1F33-46DD-8A01-563426841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4EEFD-615A-4811-9DD0-7CFCABD1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83539-EF1B-459B-B374-4925440F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位置与岛标签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A53A7-D91B-400A-9A4D-1246FC8D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x / y / side / group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BE182-2975-4B03-8FE4-CF8EDC0B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C8FEE-971D-4B42-B616-8838D639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AA8AA-54EC-4FCA-A6C4-8949D23E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方向特征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4EC888-C771-4F48-ADB5-8FD6F907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水平/垂直 canonical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B9E46-25D7-49B9-9D58-3EA6078F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AE9CD8-2DDA-4BBB-8909-CC80E565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62923-73E1-4E71-832A-52FF4C8E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地图特征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80BBB1-1107-402C-B4F2-F165CD67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/ local / rich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46B90-36AF-4395-81D1-A8A0645B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1752600" cy="18097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394842-13CB-423C-B608-E2A74731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E045EC-0A1D-4DA3-B15E-C9BE3785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129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信道描述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789A3C-5F63-4CE2-864C-50C67123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05075"/>
            <a:ext cx="12954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24-band PAS/PDP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BC38A-DC36-4ED9-BDE1-07128255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60985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DC1969-A01E-4292-95DF-E188B873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25336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913539-D910-46B6-9ED6-AA8B6082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6690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9E681D-4BFA-4962-8093-1F42914C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07645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冻结组合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2CC92B-CD42-4723-88A9-9EB4EE4E8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05075"/>
            <a:ext cx="20764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MLP / ExtraTrees / canonical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rich-tree / gate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按矩形 OOF 选型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1A381C-8822-46CD-81C3-D95E00C2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171950"/>
            <a:ext cx="90678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BFC2FD-1D73-4FB1-AE5E-DE6E728D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476750"/>
            <a:ext cx="828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46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Phase6 决定最终结果的大部分空间结构；P9 与 Phase10 都从它出发，只做可验证的局部方向修正。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DCE5E2-6B31-4C9E-ABBC-4DABE38E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0169A5-A391-425A-B2BA-B1F246C8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007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叙述方式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F1A89-90FC-40A5-9AC4-F22EB21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816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6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把 Phase6 讲成“共同底座”，后续版本讲成“在底座上增加哪种可解释修正”，主线会比按脚本编号清楚。</a:t>
            </a:r>
          </a:p>
        </p:txBody>
      </p:sp>
    </p:spTree>
    <p:extLst>
      <p:ext uri="{BB962C8B-B14F-4D97-AF65-F5344CB8AC3E}">
        <p14:creationId xmlns:p14="http://schemas.microsoft.com/office/powerpoint/2010/main" val="108085652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590C6D-067F-4595-8ACA-E27E0CF3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P9 / 锚点联合模型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6BE5F8-5D1A-4A61-AFED-4D65A06E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矩形内部的训练点成为官方几何锚点，负责校正局部 PAS 与 PDP 偏差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2E1AF-605D-478E-A6BC-67BDE27A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3AF1B-D885-4756-BC97-CC9AE43D6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110C4-BF39-460A-9F89-895B9A82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F1C71-CAD7-4153-B3ED-1197B4D9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AA7F2D-BB9A-493E-BB8D-C9A31F3F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外部训练点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0DE0F-CE3C-4368-9512-882D8342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先排除矩形内锚点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构造无泄漏局部基线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D7BD8-9E25-463D-8F9E-0F993DED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B5AF52-9968-4F96-BAA7-E320383C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37092-D9BD-43BC-9D6A-219F1BA8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41C4C1-94CA-47B0-97E3-FD4FBC9B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锚点残差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D50349-B094-4161-B2BD-DB4E0C3D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PAS：log 真值/基线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PDP：log 真值/基线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按岛内邻居插值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36FD07-776F-4CFF-AFBF-D9A854CB8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E71B9-129A-4AEF-9BB3-B21A3113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2381250" cy="3048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89012-82DC-470A-9EBA-2D012092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CF18B2-CEF6-40F5-869F-14290F30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9621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收益门控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328B84-4365-4B54-9193-0A347B22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90775"/>
            <a:ext cx="19240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ExtraTrees 学习 alpha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五折收益网格决定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是否靠近局部目标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09A0A-2E35-41EA-9315-2B247E7D7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670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CF317D-5B7D-415D-9680-23C4EC31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1562100" cy="30480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4B6A6F-91B4-49ED-A65F-CEAE2F77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1752600"/>
            <a:ext cx="6667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AA051D-08BE-478E-8CFD-C7ED6C46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9621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692302-0252-432C-8691-AE053311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90775"/>
            <a:ext cx="110490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联合投影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020191-C74D-4CCC-957F-EC956A38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EFA678-A479-490B-B8D4-77710B01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关键防泄漏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52E952-0C3C-4563-A113-44177136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锚点先用矩形外训练点预测，再计算残差；锚点真值只用于构造可推理的岛内校准场。</a:t>
            </a:r>
          </a:p>
        </p:txBody>
      </p:sp>
    </p:spTree>
    <p:extLst>
      <p:ext uri="{BB962C8B-B14F-4D97-AF65-F5344CB8AC3E}">
        <p14:creationId xmlns:p14="http://schemas.microsoft.com/office/powerpoint/2010/main" val="4544395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B5D33-FB28-40F8-A21B-C4C4C587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Phase10 → Phase40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89E5C7-C751-4258-AC20-CE576583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32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P10 不是最终答案，而是构造一条“已知较差方向”，再用官方反馈反向移动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BB63C-BA64-4266-B699-BECDA798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41A6B-6001-4298-A2F3-7A204DC7F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8C48F-027A-40A3-B731-73651107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6F75A9-8AF2-4D17-8256-81C8029E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ABC14-0EBC-4812-9FCD-65280E1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05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 · 0.6395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BCA48-862D-4BE4-A1D0-EB61E3DF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28600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43D65B-941E-490D-83C8-C2C59612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8600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8DA65-C385-4677-BFEF-EB9BB695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050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P10 · 0.6354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F2E42-658C-4B49-9290-0E03944D6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d = clip(log(PAS₁₀ / PAS₉), −2, 2)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D4D65F-E058-466E-878D-EEB09DE3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11633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5072E5-7752-43AD-851D-C544050B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2E1FB7-3672-4C64-AAD6-510A4209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D48D44-15E4-446F-9DEF-2A2FD368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210050"/>
            <a:ext cx="9715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EA3AB-14D9-4135-AB1E-35D0A5D4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10050"/>
            <a:ext cx="2266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C6AAE-F219-4A71-982D-F9E62FB7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291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Phase40 · anti-P10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734A9-1AEC-48BA-BFF9-31DEAEAA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33850"/>
            <a:ext cx="445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PAS₄₀ = normalize(PAS₉ · exp(−0.50 d))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823114-469D-4BE9-8A2C-1131A7D5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1D97C4-07AE-4E54-9AC8-D7564EBE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245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为什么成立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077DB-BE9C-401E-B23F-80B4200E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054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9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官方分数表明 P10 方向持续变差；Phase40 将这条黑盒反馈冻结成可复现的反向谱修正，而不再追逐更高本地分数。</a:t>
            </a:r>
          </a:p>
        </p:txBody>
      </p:sp>
    </p:spTree>
    <p:extLst>
      <p:ext uri="{BB962C8B-B14F-4D97-AF65-F5344CB8AC3E}">
        <p14:creationId xmlns:p14="http://schemas.microsoft.com/office/powerpoint/2010/main" val="13457717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4EE55E-C19D-451F-B5A7-F9FD71FF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/ 最大上限的选择性修正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4B642-A97F-4115-8902-3B2900DC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只对 g5/g6 的 89 个点使用 full-192 锚点目标，其余 411 点锁定 Phase40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96AF2-2207-4B8B-8F38-29EFFC2F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88731F-9B5B-420B-A377-D1A722E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3EEE0-8755-42F7-ABAC-4EB0D244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EE358-BAD3-4885-A150-17327360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1D0D7-E6A1-4FCE-B63E-456AC9E1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89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68F3A-4B66-4CDB-815B-C76AEBBF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g5 + g6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73635-DA2A-4177-83EB-24EE2ACC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43 + 46 = 89 个测试点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22 + 42 个训练锚点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 邻居，距离平方权重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11867-D459-4532-92E3-2F2ADFD0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0F7315-7751-4099-BB66-BB40599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34290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21C41-5D7E-48A9-BEEF-CD1A6FBC3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276E4-4526-4513-81BD-BA63F135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81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192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B00F5-747A-4CA0-AA7C-311016CA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336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full-192 PAS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385EDF-B7A2-46A0-ACE1-B71D24F8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14650"/>
            <a:ext cx="29718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 = 0.80×P9 + 0.20×Anchor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 次角域投影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随后仍应用 anti-P10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0E112-3F8D-4F48-A212-556981E7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28900"/>
            <a:ext cx="5905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5C526C-D83F-432F-A066-001B591C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217170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9CF6C1-83DB-48E0-8F63-A471EED9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752600"/>
            <a:ext cx="66675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B5DFF-F1AB-4B2B-A94B-2BB713DC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81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411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EC7441-07DB-43E6-8012-541DBD0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533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其余点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5A214-88FE-4CDD-B77F-876C77DD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914650"/>
            <a:ext cx="1714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411 行逐位等于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限制修正外溢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DED71-D82A-476C-A345-74BE44A6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116330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8CF71-9EB7-48A7-B954-738348147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C93[i,:,u,:] = s90(P9[i],u) × C89[i,:,u,:]；正式测试中所有 s90=1，因此最终数值就是 g5/g6 + anti-P10 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6B540A-0AAA-4B59-927D-B951D249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ABD700-9A1F-4AE3-8AD5-1CFE7754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设计思想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7BCBCE-D66B-41B4-9F49-0D86C47C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当提交次数有限时，优先扩大有矩形 OOF 证据的局部修正，不把风险扩散到全部 500 点。</a:t>
            </a:r>
          </a:p>
        </p:txBody>
      </p:sp>
    </p:spTree>
    <p:extLst>
      <p:ext uri="{BB962C8B-B14F-4D97-AF65-F5344CB8AC3E}">
        <p14:creationId xmlns:p14="http://schemas.microsoft.com/office/powerpoint/2010/main" val="12478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2CF737-6776-431C-87C3-DAEB2057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Phase93 事实审计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94C8E-5E2F-4DE2-BC34-4EFDE573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是安全兜底；正式 500 点输出中没有改变任何数值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DA2FB0-12C6-4487-B9E5-34DDB5BA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8EC95E-ED2C-49E6-81B7-E21B7EF1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10C1D-545F-482C-A239-DB18AAE5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9EA8C-C808-4F27-8D15-5E811C29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B4A03-B8C8-436A-B8F8-CDB42975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计算规则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01A257-1713-4DA3-AC81-017D34AB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从原始 P9 预测计算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每样本×UE 的 PAS/PDP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1% 低尾范数 q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B7DB5-C7CD-47F3-B70F-23D56C80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B58C5-8292-4D18-9511-0A1A5DD9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3238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2FCF4-878C-48A2-9184-AEA6C9FB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558465-94F6-4315-9F9A-DB850876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0193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尺度规则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27D6F-9EAD-49A2-A70D-49B0581E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47925"/>
            <a:ext cx="278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 = clip(√(1e−15/q), 1, 5)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只允许抬升极低能量分支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不读取测试真值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B7CEB-74AD-451B-8C76-32216F0A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76550"/>
            <a:ext cx="5143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327458-210B-454F-856F-5287436A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26670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06E8AE-6DCA-4120-AAC6-6CCF8CBE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09750"/>
            <a:ext cx="666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1D8D6F-9919-46F1-A4B2-58F26530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0383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7DC7DA-28BE-4C47-9EBC-CACB467D3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908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正式结果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14F0A-FC71-45D1-9D40-2770E465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71800"/>
            <a:ext cx="2209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2000 / 2000 分支 s=1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active branches = 0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 = Phase89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E4BAA2-E2B9-472A-9FF1-D6270FD0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A5888D-180C-42A0-B429-80726147D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答辩口径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197480-E0C9-492E-8DCD-D0BDEA6F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958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clamp-floor 不是 Phase93 得分提升来源；真正的最终改动只有 g5/g6 full-192 锚点修正与冻结 anti-P10。</a:t>
            </a:r>
          </a:p>
        </p:txBody>
      </p:sp>
    </p:spTree>
    <p:extLst>
      <p:ext uri="{BB962C8B-B14F-4D97-AF65-F5344CB8AC3E}">
        <p14:creationId xmlns:p14="http://schemas.microsoft.com/office/powerpoint/2010/main" val="134110028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87C75A-2D51-4A86-89C7-8F838386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训练与复现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C331C5-C1D1-4D24-AA07-96E41C8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57 个执行阶段可以归纳为 6 个职责清晰的宏模块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2E852-AB63-41F8-A58A-8FEF4770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19BA0-384D-4598-B6F9-1EFD5F08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35358-7197-4BCD-BF0D-7A4D68139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7734F-ACF1-40A1-9DD4-DA5962D1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3EF18-6FF0-4C13-8072-94AB36771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数据/地图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009CF-2EF4-436D-8763-3BB76772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LOS · local · rich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信道描述缓存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97267-04B9-4D42-851F-47DCD71E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D520F-77FF-441E-AC08-23F4BE27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3E847-DC67-42CB-A2A6-7518D73B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61665-5C80-43BA-8AB7-1F0007AF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矩形 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FB614-1211-415F-9D64-E11B6088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折挖空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官方人口加权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0DA29-A0B3-490E-ABE2-98A40A15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2D44E-A3D9-4C25-ABAC-D8BE9EA7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D7450-2D79-4051-8218-FD4B2D63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B0D9C-51D1-4D5A-B57B-8F86E443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基础谱搜索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CC0475-2C5B-4AEA-A635-992A1157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Phase1–6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分组参数与目标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35EAF-3A2E-4AFD-80BB-5C290A2DF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50BE1F-C4B6-4E85-8A8F-20F5E087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6B23B-E9B0-4160-9501-83D7539F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648DBB-2FF5-4A1D-8E24-CFFBE07B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锚点与组合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3ADCE9-990D-4162-9789-6C360C70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Phase7–10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残差/门控/组合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63492F-8050-4201-B04D-8E84647E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F7098E-ACA3-4FB6-B309-943C760A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5D9A10-54AD-4258-A981-E466BCBD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1EAA3F-4F94-4EF3-A9B6-DB450EBD3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官方反馈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50AFF-965C-4D6D-A834-C471410D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冻结 anti-P10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A1FFB9-22C7-45CB-B82B-FDDFE36A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48000"/>
            <a:ext cx="1905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5D319A-B6F5-4C6C-85A8-F7FF9EB2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1619250" cy="29908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F573E4-B859-4B4D-A278-CC2C10EA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1847850"/>
            <a:ext cx="66675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8D93E7-AC79-415C-9348-15D69D59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57400"/>
            <a:ext cx="1162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选择性修正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6FA4DA-73F6-4029-86B7-F01E54C7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486025"/>
            <a:ext cx="1162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Phase93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g5/g6 full-192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5D0020-BD38-420B-A239-B8FA5CAA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054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4FA625-2C2D-447A-AB49-1CBA798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864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工程结论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9D9E33-B866-4DD6-AF44-18B897F8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673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1181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脚本多是为了保存 OOF 证据、冻结参数和可恢复缓存；算法主线仍是 6 个宏模块，而不是 57 个彼此独立的模型。</a:t>
            </a:r>
          </a:p>
        </p:txBody>
      </p:sp>
    </p:spTree>
    <p:extLst>
      <p:ext uri="{BB962C8B-B14F-4D97-AF65-F5344CB8AC3E}">
        <p14:creationId xmlns:p14="http://schemas.microsoft.com/office/powerpoint/2010/main" val="157241900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574651-BD40-4A48-9E7A-D452143E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验证结果与可信度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DE5EB-AD19-42CE-94E9-C128124A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47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的证据是局部矩形 OOF 增益与严格字节级约束，不把本地分数冒充官方分数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056F2-771C-49B6-8576-76ACD170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8A1AF-BEA8-43BE-B940-D3514A67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4483B-F063-4012-8EAD-A031ECBC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D28C1-A058-4660-A2CB-F153CDFF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B385A5-1376-4542-BD2A-2A1F3ED1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6895F"/>
                </a:solidFill>
                <a:latin typeface="Microsoft YaHei"/>
                <a:ea typeface="Microsoft YaHei"/>
                <a:cs typeface="Microsoft YaHei"/>
              </a:rPr>
              <a:t>+0.000806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8737B-7BD5-4CFB-9DC2-8C30F64C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相对 Phase40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A5B009-B998-45B3-A8D9-18E239AD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五折矩形 OOF 的平均增益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C9A33-C425-4379-AC90-C446354E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E5D1E-1598-4F76-96B0-217618E8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A91AB-9C1B-46C4-988B-615E35CD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4 / 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2F7F2-858E-49C6-989D-6762EB1C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正增益折数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0F4B3F-6197-41AB-94AF-084F5FB2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 折中 4 折提高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最差折 −0.000130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8D42A0-39D4-4DAF-AD56-28CA6EA2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2571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2719AC-D28A-4898-8D25-03F56BD8B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171261-BEBC-429E-BF45-A7E9301A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81200"/>
            <a:ext cx="211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DB9410"/>
                </a:solidFill>
                <a:latin typeface="Microsoft YaHei"/>
                <a:ea typeface="Microsoft YaHei"/>
                <a:cs typeface="Microsoft YaHei"/>
              </a:rPr>
              <a:t>+0.000272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64B155-5F1D-43C4-AE78-34214071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336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稳健下界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ECFB45-B2D4-40C3-B688-75A3FB9A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14650"/>
            <a:ext cx="2114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mean − 0.75×std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12040C-7A4E-49C3-9706-453E5931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7051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C0F76-8F01-4F27-A1BE-A9E58DBB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66675" cy="220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1D7763-CFDA-4EC3-908C-DF9EDB68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9812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C83A3A"/>
                </a:solidFill>
                <a:latin typeface="Microsoft YaHei"/>
                <a:ea typeface="Microsoft YaHei"/>
                <a:cs typeface="Microsoft YaHei"/>
              </a:rPr>
              <a:t>0.639697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829578-7F8B-48FF-A18C-6A4D28E3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336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已知官方参照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00F67-8802-421B-9419-02FC26B3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14650"/>
            <a:ext cx="2247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Phase40 官方测试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注意：不是 Phase93 官方分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A5542D-8885-4E67-A184-E4C706AF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111633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3701A3-72BE-4808-B16A-7D8436A5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9625"/>
            <a:ext cx="1062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 QA：shape=(500,256,4,192) · complex64 · 786,432,128 bytes · finite · 500 行全部非零 · SHA256 固定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F59C0-AB81-4973-BCCC-0DEB4CA15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8165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27BD2F-0ABE-4D86-8A5E-E187778D1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6262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结果口径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00DE95-4FE6-462B-BE30-B5E3B0207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74357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153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仓库未记录 Phase93 的官方隐藏测试分数，因此汇报只陈述可复现的矩形 OOF 增益和已知 Phase40 官方参照。</a:t>
            </a:r>
          </a:p>
        </p:txBody>
      </p:sp>
    </p:spTree>
    <p:extLst>
      <p:ext uri="{BB962C8B-B14F-4D97-AF65-F5344CB8AC3E}">
        <p14:creationId xmlns:p14="http://schemas.microsoft.com/office/powerpoint/2010/main" val="14931618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92DB68-EEDA-4758-BA9A-3F9BFC24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端到端复现与提交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6364B-8687-43B8-8383-936F40C2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赛事方只需补齐四个官方原始文件，即可从零生成 Phase93 输出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7050A6-B4DD-47FF-957B-4003BE1A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61FD5-7DD5-4DDC-A830-4C1AD510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CC79E3-C56B-4A61-8E6B-9CC10072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F0E59-8E09-4B3A-B2E8-0290A49B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E8938-5689-4A20-9320-A9CA29A21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需要的赛事原始数据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56351-AE7B-4BAE-9569-1CFDF3CC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Round2_Train_Channel.npy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Round2_Train_Pos.npy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Round2_Test_Pos.npy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Round2_Map.ply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E04B6-E4CC-433A-9397-35758719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61D0C-5DD5-402D-8A20-A89C6030E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3429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E6C05-3A7A-4483-8C36-3CD29F8A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19AAA-D7FD-4F6C-9074-FF359CF5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运行命令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24C85-AE27-45F1-B78B-DFC91598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90775"/>
            <a:ext cx="29718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-m pip install -r requirements.txt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python build_phase93_end_to_end.py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可用 --list-stages / --from-stage 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35594-A643-4165-AD7E-8B8E82E6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28950"/>
            <a:ext cx="6667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1B4CE-A9F7-42D3-92D2-87785ACB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2057400" cy="295275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E648CE-FF7C-4CA5-8DF8-64E462B45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52600"/>
            <a:ext cx="66675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47477-7543-41AA-8025-5AAC03B2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962150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NPY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8902F4-D6CC-4216-9655-9DCAE0D1D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16002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Round2_Test_Channel_...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500×256×4×192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complex64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9498F-49EC-4C4B-BB3B-544BCFB5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C96BB-2764-4CD2-9A13-AD2BC8CA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67375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提交边界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A6146-37D0-451A-A4BA-8E5A6852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648325"/>
            <a:ext cx="7953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提交源码、requirements、冻结 manifest 与最终 NPY；赛事原始训练信道、位置和点云不重复上传。</a:t>
            </a:r>
          </a:p>
        </p:txBody>
      </p:sp>
    </p:spTree>
    <p:extLst>
      <p:ext uri="{BB962C8B-B14F-4D97-AF65-F5344CB8AC3E}">
        <p14:creationId xmlns:p14="http://schemas.microsoft.com/office/powerpoint/2010/main" val="124967311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690785-FF4D-4557-8223-059FC85E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总结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E5E99-5BCC-44FE-B1B0-0967CC4B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1173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Phase93 的价值不在堆版本，而在把 Round1 主线变成适配 Round2 官方几何的可复现系统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1EEDBC-23B3-415C-9D56-9092FED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4F9E1-9011-4F72-88F8-270C3C84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00800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490E3F-12D2-4E94-B590-17AF4919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D8067-2AC4-4053-93DC-76524F47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6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A2420-4D97-4DC9-AE8D-222A899E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继承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42F3A-85B7-43BA-B45E-DA5FF284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PAS/PDP 评分对齐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局部空间连续性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复信道交替投影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555F1C-DEF4-4728-87A1-F123B4DD5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5D5EE-0E4C-40C3-945D-3C37E1C0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94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84D77-9B16-4EFB-BD3B-6B3B87D9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19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改变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F34896-F4E8-49B7-BD48-0500DEFC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47925"/>
            <a:ext cx="28765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矩形挖空 OOF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 组独立参数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锚点残差与官方反馈方向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2384ED-2123-454E-A479-77103A57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40005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2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034C66-3567-40AD-8452-A6643EAD6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9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3E79C1-E5FE-4A9A-A06E-970AD25D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1930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最终选择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6593AD-A6B9-40C4-B888-3A07E0B3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447925"/>
            <a:ext cx="35433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只在 g5/g6 扩大有证据的修正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89 点改变、411 点锁定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四原始文件可端到端复现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0C8A30-7641-4589-A36B-093D19B6B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76E9"/>
                </a:solidFill>
                <a:latin typeface="Microsoft YaHei"/>
                <a:ea typeface="Microsoft YaHei"/>
                <a:cs typeface="Microsoft YaHei"/>
              </a:rPr>
              <a:t>一句话总结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3C56F-C60D-410C-A025-366C0228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0"/>
                </a:solidFill>
                <a:latin typeface="Microsoft YaHei"/>
                <a:ea typeface="Microsoft YaHei"/>
                <a:cs typeface="Microsoft YaHei"/>
              </a:rPr>
              <a:t>先理解数据与指标，再按官方空间几何拆解模型，比盲目扩大黑盒模型更有效。</a:t>
            </a:r>
          </a:p>
        </p:txBody>
      </p:sp>
    </p:spTree>
    <p:extLst>
      <p:ext uri="{BB962C8B-B14F-4D97-AF65-F5344CB8AC3E}">
        <p14:creationId xmlns:p14="http://schemas.microsoft.com/office/powerpoint/2010/main" val="1063984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2026-08-26T19:45:21.5120000Z</dcterms:created>
  <dcterms:modified xsi:type="dcterms:W3CDTF">2026-08-26T19:45:21.5120000Z</dcterms:modified>
</coreProperties>
</file>